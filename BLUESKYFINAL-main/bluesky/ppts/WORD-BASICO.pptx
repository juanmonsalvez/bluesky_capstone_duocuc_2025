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Raleway Thin"/>
      <p:regular r:id="rId22"/>
      <p:bold r:id="rId23"/>
      <p:italic r:id="rId24"/>
      <p:boldItalic r:id="rId25"/>
    </p:embeddedFont>
    <p:embeddedFont>
      <p:font typeface="Barlow Ligh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gi+Q+OgZcXt8Aebx1qeROq9MRu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alewayThin-regular.fntdata"/><Relationship Id="rId21" Type="http://schemas.openxmlformats.org/officeDocument/2006/relationships/slide" Target="slides/slide17.xml"/><Relationship Id="rId24" Type="http://schemas.openxmlformats.org/officeDocument/2006/relationships/font" Target="fonts/RalewayThin-italic.fntdata"/><Relationship Id="rId23" Type="http://schemas.openxmlformats.org/officeDocument/2006/relationships/font" Target="fonts/RalewayThin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BarlowLight-regular.fntdata"/><Relationship Id="rId25" Type="http://schemas.openxmlformats.org/officeDocument/2006/relationships/font" Target="fonts/RalewayThin-boldItalic.fntdata"/><Relationship Id="rId28" Type="http://schemas.openxmlformats.org/officeDocument/2006/relationships/font" Target="fonts/BarlowLight-italic.fntdata"/><Relationship Id="rId27" Type="http://schemas.openxmlformats.org/officeDocument/2006/relationships/font" Target="fonts/BarlowLigh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BarlowLigh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8" name="Google Shape;56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4" name="Google Shape;68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0" name="Google Shape;80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2" name="Google Shape;962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4" name="Google Shape;1124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6" name="Google Shape;128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5" name="Google Shape;1565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4" name="Google Shape;1844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3" name="Google Shape;212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7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9" name="Google Shape;2239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3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5" name="Google Shape;2355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9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Google Shape;24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1" name="Google Shape;247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13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3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pic>
        <p:nvPicPr>
          <p:cNvPr id="19" name="Google Shape;19;p15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4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4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pic>
        <p:nvPicPr>
          <p:cNvPr id="25" name="Google Shape;25;p14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1"/>
          <p:cNvGrpSpPr/>
          <p:nvPr/>
        </p:nvGrpSpPr>
        <p:grpSpPr>
          <a:xfrm>
            <a:off x="5122428" y="1414984"/>
            <a:ext cx="3387500" cy="3146320"/>
            <a:chOff x="5122427" y="668001"/>
            <a:chExt cx="3841143" cy="3893303"/>
          </a:xfrm>
        </p:grpSpPr>
        <p:grpSp>
          <p:nvGrpSpPr>
            <p:cNvPr id="31" name="Google Shape;31;p1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32" name="Google Shape;32;p1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1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1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1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1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1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1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1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1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1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1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" name="Google Shape;139;p1"/>
            <p:cNvSpPr/>
            <p:nvPr/>
          </p:nvSpPr>
          <p:spPr>
            <a:xfrm>
              <a:off x="6986665" y="3342725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7014156" y="3327342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7014156" y="3298709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7976493" y="3396565"/>
              <a:ext cx="664277" cy="383503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912754" y="3450709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863331" y="3479190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813984" y="3507747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451727" y="3699575"/>
              <a:ext cx="664201" cy="38350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7387988" y="3753643"/>
              <a:ext cx="592922" cy="342381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7338565" y="3782200"/>
              <a:ext cx="581727" cy="33583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7289218" y="3810681"/>
              <a:ext cx="496361" cy="286637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7582329" y="3561435"/>
              <a:ext cx="337202" cy="194645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800200" y="3687162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8018073" y="3812966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687910" y="670084"/>
              <a:ext cx="163899" cy="239625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700339" y="668001"/>
              <a:ext cx="78506" cy="96744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715688" y="773039"/>
              <a:ext cx="96838" cy="10838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50295" y="816287"/>
              <a:ext cx="182749" cy="260151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87493" y="808527"/>
              <a:ext cx="141166" cy="186207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712641" y="675415"/>
              <a:ext cx="103849" cy="127932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716857" y="674913"/>
              <a:ext cx="104260" cy="98126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591681" y="1319278"/>
              <a:ext cx="81988" cy="62539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592043" y="1339232"/>
              <a:ext cx="81616" cy="42611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550653" y="1292322"/>
              <a:ext cx="75049" cy="5813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6550998" y="1311512"/>
              <a:ext cx="74752" cy="39022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6578488" y="992358"/>
              <a:ext cx="178709" cy="308230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6627226" y="992967"/>
              <a:ext cx="177917" cy="333745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6560953" y="971949"/>
              <a:ext cx="266059" cy="244904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6774876" y="827227"/>
              <a:ext cx="92463" cy="32416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6792998" y="823141"/>
              <a:ext cx="55907" cy="71103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6683350" y="808424"/>
              <a:ext cx="47823" cy="50210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" name="Google Shape;170;p1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171" name="Google Shape;171;p1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rect b="b" l="l" r="r" t="t"/>
                <a:pathLst>
                  <a:path extrusionOk="0" h="318657" w="217597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rect b="b" l="l" r="r" t="t"/>
                <a:pathLst>
                  <a:path extrusionOk="0" h="235450" w="40647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rect b="b" l="l" r="r" t="t"/>
                <a:pathLst>
                  <a:path extrusionOk="0" h="128329" w="103921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rect b="b" l="l" r="r" t="t"/>
                <a:pathLst>
                  <a:path extrusionOk="0" h="143860" w="128622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rect b="b" l="l" r="r" t="t"/>
                <a:pathLst>
                  <a:path extrusionOk="0" h="215209" w="187397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rect b="b" l="l" r="r" t="t"/>
                <a:pathLst>
                  <a:path extrusionOk="0" h="170431" w="138529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rect b="b" l="l" r="r" t="t"/>
                <a:pathLst>
                  <a:path extrusionOk="0" h="130867" w="138474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rect b="b" l="l" r="r" t="t"/>
                <a:pathLst>
                  <a:path extrusionOk="0" h="307779" w="93089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rect b="b" l="l" r="r" t="t"/>
                <a:pathLst>
                  <a:path extrusionOk="0" h="83141" w="108744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rect b="b" l="l" r="r" t="t"/>
                <a:pathLst>
                  <a:path extrusionOk="0" h="56238" w="108204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rect b="b" l="l" r="r" t="t"/>
                <a:pathLst>
                  <a:path extrusionOk="0" h="77341" w="99827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rect b="b" l="l" r="r" t="t"/>
                <a:pathLst>
                  <a:path extrusionOk="0" h="51729" w="99536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rect b="b" l="l" r="r" t="t"/>
                <a:pathLst>
                  <a:path extrusionOk="0" h="744450" w="213068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rect b="b" l="l" r="r" t="t"/>
                <a:pathLst>
                  <a:path extrusionOk="0" h="495109" w="226922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rect b="b" l="l" r="r" t="t"/>
                <a:pathLst>
                  <a:path extrusionOk="0" h="95029" w="76263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rect b="b" l="l" r="r" t="t"/>
                <a:pathLst>
                  <a:path extrusionOk="0" h="66745" w="63531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1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189" name="Google Shape;189;p1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rect b="b" l="l" r="r" t="t"/>
                <a:pathLst>
                  <a:path extrusionOk="0" h="305847" w="85002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rect b="b" l="l" r="r" t="t"/>
                <a:pathLst>
                  <a:path extrusionOk="0" h="70118" w="12390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rect b="b" l="l" r="r" t="t"/>
                <a:pathLst>
                  <a:path extrusionOk="0" h="58416" w="121939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rect b="b" l="l" r="r" t="t"/>
                <a:pathLst>
                  <a:path extrusionOk="0" h="67472" w="119416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rect b="b" l="l" r="r" t="t"/>
                <a:pathLst>
                  <a:path extrusionOk="0" h="56332" w="11734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rect b="b" l="l" r="r" t="t"/>
                <a:pathLst>
                  <a:path extrusionOk="0" h="732926" w="238054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rect b="b" l="l" r="r" t="t"/>
                <a:pathLst>
                  <a:path extrusionOk="0" h="409866" w="236925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rect b="b" l="l" r="r" t="t"/>
                <a:pathLst>
                  <a:path extrusionOk="0" h="258577" w="160521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rect b="b" l="l" r="r" t="t"/>
                <a:pathLst>
                  <a:path extrusionOk="0" h="108805" w="61341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rect b="b" l="l" r="r" t="t"/>
                <a:pathLst>
                  <a:path extrusionOk="0" h="273865" w="191546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rect b="b" l="l" r="r" t="t"/>
                <a:pathLst>
                  <a:path extrusionOk="0" h="265455" w="368747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rect b="b" l="l" r="r" t="t"/>
                <a:pathLst>
                  <a:path extrusionOk="0" h="104755" w="100785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rect b="b" l="l" r="r" t="t"/>
                <a:pathLst>
                  <a:path extrusionOk="0" h="328692" w="201012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rect b="b" l="l" r="r" t="t"/>
                <a:pathLst>
                  <a:path extrusionOk="0" h="95119" w="122876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rect b="b" l="l" r="r" t="t"/>
                <a:pathLst>
                  <a:path extrusionOk="0" h="63751" w="122242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rect b="b" l="l" r="r" t="t"/>
                <a:pathLst>
                  <a:path extrusionOk="0" h="91654" w="122771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rect b="b" l="l" r="r" t="t"/>
                <a:pathLst>
                  <a:path extrusionOk="0" h="63800" w="12223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rect b="b" l="l" r="r" t="t"/>
                <a:pathLst>
                  <a:path extrusionOk="0" h="606004" w="211613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rect b="b" l="l" r="r" t="t"/>
                <a:pathLst>
                  <a:path extrusionOk="0" h="132132" w="135319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rect b="b" l="l" r="r" t="t"/>
                <a:pathLst>
                  <a:path extrusionOk="0" h="377666" w="192267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rect b="b" l="l" r="r" t="t"/>
                <a:pathLst>
                  <a:path extrusionOk="0" h="442443" w="219367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rect b="b" l="l" r="r" t="t"/>
                <a:pathLst>
                  <a:path extrusionOk="0" h="177613" w="146094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rect b="b" l="l" r="r" t="t"/>
                <a:pathLst>
                  <a:path extrusionOk="0" h="152067" w="154031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rect b="b" l="l" r="r" t="t"/>
                <a:pathLst>
                  <a:path extrusionOk="0" h="338613" w="196972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rect b="b" l="l" r="r" t="t"/>
                <a:pathLst>
                  <a:path extrusionOk="0" h="306609" w="228028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rect b="b" l="l" r="r" t="t"/>
                <a:pathLst>
                  <a:path extrusionOk="0" h="56976" w="115992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rect b="b" l="l" r="r" t="t"/>
                <a:pathLst>
                  <a:path extrusionOk="0" h="59099" w="71478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rect b="b" l="l" r="r" t="t"/>
                <a:pathLst>
                  <a:path extrusionOk="0" h="103155" w="70866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rect b="b" l="l" r="r" t="t"/>
                <a:pathLst>
                  <a:path extrusionOk="0" h="128318" w="85975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0" name="Google Shape;220;p1"/>
            <p:cNvSpPr/>
            <p:nvPr/>
          </p:nvSpPr>
          <p:spPr>
            <a:xfrm>
              <a:off x="7297552" y="1119942"/>
              <a:ext cx="135609" cy="26640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7309787" y="1745656"/>
              <a:ext cx="93295" cy="72283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7310617" y="1769417"/>
              <a:ext cx="92899" cy="48456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7197828" y="1680648"/>
              <a:ext cx="93274" cy="69610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198064" y="1702707"/>
              <a:ext cx="92850" cy="48456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7221254" y="1360384"/>
              <a:ext cx="326700" cy="394943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7417903" y="1095544"/>
              <a:ext cx="102781" cy="99997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7381720" y="1109556"/>
              <a:ext cx="166775" cy="325513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413797" y="991818"/>
              <a:ext cx="110760" cy="134864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7417935" y="980032"/>
              <a:ext cx="116886" cy="115512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364000" y="1109861"/>
              <a:ext cx="53839" cy="78361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7794459" y="3551002"/>
              <a:ext cx="540508" cy="312148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824798" y="3491907"/>
              <a:ext cx="469764" cy="181297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7794490" y="3623727"/>
              <a:ext cx="41046" cy="82625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8298847" y="3624184"/>
              <a:ext cx="36096" cy="82168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7842237" y="3535238"/>
              <a:ext cx="449908" cy="259679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7815050" y="3673683"/>
              <a:ext cx="491482" cy="17632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7794490" y="3472184"/>
              <a:ext cx="540453" cy="312196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7752377" y="3752957"/>
              <a:ext cx="148877" cy="85976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7787483" y="3773138"/>
              <a:ext cx="113771" cy="106232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7465892" y="3799784"/>
              <a:ext cx="344817" cy="254127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8113340" y="4275363"/>
              <a:ext cx="345579" cy="199519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345604" y="3658605"/>
              <a:ext cx="79241" cy="172485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356722" y="3587657"/>
              <a:ext cx="56961" cy="109603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8165307" y="4346248"/>
              <a:ext cx="122882" cy="68919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8165313" y="4357988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8255166" y="4305930"/>
              <a:ext cx="122882" cy="68953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8255174" y="4317703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8198325" y="3858200"/>
              <a:ext cx="179678" cy="5072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8224549" y="3442293"/>
              <a:ext cx="130417" cy="208730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8197056" y="3589895"/>
              <a:ext cx="200560" cy="332104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8000839" y="3631642"/>
              <a:ext cx="254644" cy="198374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8187055" y="3627341"/>
              <a:ext cx="77484" cy="113419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8224358" y="3433131"/>
              <a:ext cx="126435" cy="139356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6" name="Google Shape;256;p1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57" name="Google Shape;257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1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63" name="Google Shape;263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8" name="Google Shape;268;p1"/>
            <p:cNvSpPr/>
            <p:nvPr/>
          </p:nvSpPr>
          <p:spPr>
            <a:xfrm>
              <a:off x="7451033" y="1163186"/>
              <a:ext cx="126280" cy="353110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7509451" y="1160411"/>
              <a:ext cx="72725" cy="98625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" name="Google Shape;270;p1"/>
            <p:cNvGrpSpPr/>
            <p:nvPr/>
          </p:nvGrpSpPr>
          <p:grpSpPr>
            <a:xfrm flipH="1">
              <a:off x="8183211" y="2407472"/>
              <a:ext cx="780359" cy="1195999"/>
              <a:chOff x="3975528" y="3303922"/>
              <a:chExt cx="780359" cy="1195999"/>
            </a:xfrm>
          </p:grpSpPr>
          <p:sp>
            <p:nvSpPr>
              <p:cNvPr id="271" name="Google Shape;271;p1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rect b="b" l="l" r="r" t="t"/>
                <a:pathLst>
                  <a:path extrusionOk="0" h="206311" w="357473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rect b="b" l="l" r="r" t="t"/>
                <a:pathLst>
                  <a:path extrusionOk="0" h="1032319" w="178689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rect b="b" l="l" r="r" t="t"/>
                <a:pathLst>
                  <a:path extrusionOk="0" h="206501" w="357473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rect b="b" l="l" r="r" t="t"/>
                <a:pathLst>
                  <a:path extrusionOk="0" h="721899" w="178688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rect b="b" l="l" r="r" t="t"/>
                <a:pathLst>
                  <a:path extrusionOk="0" h="399097" w="178689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rect b="b" l="l" r="r" t="t"/>
                <a:pathLst>
                  <a:path extrusionOk="0" h="303342" w="154251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rect b="b" l="l" r="r" t="t"/>
                <a:pathLst>
                  <a:path extrusionOk="0" h="82319" w="106588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rect b="b" l="l" r="r" t="t"/>
                <a:pathLst>
                  <a:path extrusionOk="0" h="55368" w="106123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rect b="b" l="l" r="r" t="t"/>
                <a:pathLst>
                  <a:path extrusionOk="0" h="79516" w="106576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rect b="b" l="l" r="r" t="t"/>
                <a:pathLst>
                  <a:path extrusionOk="0" h="55320" w="106154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rect b="b" l="l" r="r" t="t"/>
                <a:pathLst>
                  <a:path extrusionOk="0" h="450662" w="372536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rect b="b" l="l" r="r" t="t"/>
                <a:pathLst>
                  <a:path extrusionOk="0" h="114020" w="11716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rect b="b" l="l" r="r" t="t"/>
                <a:pathLst>
                  <a:path extrusionOk="0" h="370837" w="189574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rect b="b" l="l" r="r" t="t"/>
                <a:pathLst>
                  <a:path extrusionOk="0" h="153696" w="126365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rect b="b" l="l" r="r" t="t"/>
                <a:pathLst>
                  <a:path extrusionOk="0" h="131805" w="133256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rect b="b" l="l" r="r" t="t"/>
                <a:pathLst>
                  <a:path extrusionOk="0" h="88868" w="61436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7" name="Google Shape;297;p1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298" name="Google Shape;298;p1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rect b="b" l="l" r="r" t="t"/>
                  <a:pathLst>
                    <a:path extrusionOk="0" h="174500" w="303199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1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rect b="b" l="l" r="r" t="t"/>
                  <a:pathLst>
                    <a:path extrusionOk="0" h="45815" w="79173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117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300;p1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rect b="b" l="l" r="r" t="t"/>
                  <a:pathLst>
                    <a:path extrusionOk="0" h="118292" w="303209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1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rect b="b" l="l" r="r" t="t"/>
                  <a:pathLst>
                    <a:path extrusionOk="0" h="244320" w="217122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1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rect b="b" l="l" r="r" t="t"/>
                  <a:pathLst>
                    <a:path extrusionOk="0" h="245364" w="216421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3" name="Google Shape;303;p1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rect b="b" l="l" r="r" t="t"/>
                <a:pathLst>
                  <a:path extrusionOk="0" h="402337" w="143174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rect b="b" l="l" r="r" t="t"/>
                <a:pathLst>
                  <a:path extrusionOk="0" h="112806" w="82772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5" name="Google Shape;305;p1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4000"/>
              <a:t>Herramientas Básicas de Word</a:t>
            </a:r>
            <a:endParaRPr/>
          </a:p>
        </p:txBody>
      </p:sp>
      <p:sp>
        <p:nvSpPr>
          <p:cNvPr id="306" name="Google Shape;306;p1"/>
          <p:cNvSpPr txBox="1"/>
          <p:nvPr/>
        </p:nvSpPr>
        <p:spPr>
          <a:xfrm>
            <a:off x="457199" y="2711826"/>
            <a:ext cx="8686801" cy="2431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0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Portal BlueSky Financial</a:t>
            </a:r>
            <a:endParaRPr b="0" i="0" sz="20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0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Modalidad Online - Nivel Básico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0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Duración: 2 horas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0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Certificación Digital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Objetivo General</a:t>
            </a:r>
            <a:endParaRPr sz="2800"/>
          </a:p>
        </p:txBody>
      </p:sp>
      <p:sp>
        <p:nvSpPr>
          <p:cNvPr id="312" name="Google Shape;312;p16"/>
          <p:cNvSpPr txBox="1"/>
          <p:nvPr>
            <p:ph idx="1" type="body"/>
          </p:nvPr>
        </p:nvSpPr>
        <p:spPr>
          <a:xfrm>
            <a:off x="457200" y="1289748"/>
            <a:ext cx="7173000" cy="3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Desarrollar en los participantes las habilidades necesarias para crear, editar y presentar documentos profesionales en Microsoft Word, aplicando correctamente herramientas de formato, organización y diseño.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El curso busca fortalecer la autonomía digital y la eficiencia en la elaboración de documentos, fomentando buenas prácticas en el uso de estilos, tablas, imágenes y configuraciones de página para lograr resultados de alta calidad en el entorno laboral.</a:t>
            </a:r>
            <a:endParaRPr/>
          </a:p>
        </p:txBody>
      </p:sp>
      <p:sp>
        <p:nvSpPr>
          <p:cNvPr id="313" name="Google Shape;313;p1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Que aprenderás ?</a:t>
            </a:r>
            <a:endParaRPr sz="2800"/>
          </a:p>
        </p:txBody>
      </p:sp>
      <p:sp>
        <p:nvSpPr>
          <p:cNvPr id="319" name="Google Shape;319;p3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 sz="1600"/>
              <a:t>Crear documentos limpios y consistentes aplicando estilos y formatos.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 sz="1600"/>
              <a:t>Aplciar listas, tablas e imágenes para estructurar información.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 sz="1600"/>
              <a:t>Configurar márgenes, secciones y numeración para documentos formales.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 sz="1600"/>
              <a:t>Preparar un archivo para impresión o exportación a PDF sin errores.</a:t>
            </a:r>
            <a:endParaRPr/>
          </a:p>
        </p:txBody>
      </p:sp>
      <p:grpSp>
        <p:nvGrpSpPr>
          <p:cNvPr id="320" name="Google Shape;320;p3"/>
          <p:cNvGrpSpPr/>
          <p:nvPr/>
        </p:nvGrpSpPr>
        <p:grpSpPr>
          <a:xfrm>
            <a:off x="6866259" y="3048690"/>
            <a:ext cx="1782756" cy="1850564"/>
            <a:chOff x="2012475" y="393272"/>
            <a:chExt cx="4440240" cy="4609126"/>
          </a:xfrm>
        </p:grpSpPr>
        <p:sp>
          <p:nvSpPr>
            <p:cNvPr id="321" name="Google Shape;321;p3"/>
            <p:cNvSpPr/>
            <p:nvPr/>
          </p:nvSpPr>
          <p:spPr>
            <a:xfrm>
              <a:off x="4172687" y="3422228"/>
              <a:ext cx="1096154" cy="631831"/>
            </a:xfrm>
            <a:custGeom>
              <a:rect b="b" l="l" r="r" t="t"/>
              <a:pathLst>
                <a:path extrusionOk="0" h="631831" w="1096154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137" y="0"/>
                  </a:lnTo>
                  <a:lnTo>
                    <a:pt x="1096154" y="402457"/>
                  </a:lnTo>
                  <a:lnTo>
                    <a:pt x="737223" y="609484"/>
                  </a:lnTo>
                  <a:cubicBezTo>
                    <a:pt x="691155" y="636479"/>
                    <a:pt x="621386" y="639331"/>
                    <a:pt x="581029" y="61632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4213521" y="3398464"/>
              <a:ext cx="1096058" cy="631866"/>
            </a:xfrm>
            <a:custGeom>
              <a:rect b="b" l="l" r="r" t="t"/>
              <a:pathLst>
                <a:path extrusionOk="0" h="631866" w="1096058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864"/>
                  </a:lnTo>
                  <a:cubicBezTo>
                    <a:pt x="690774" y="636479"/>
                    <a:pt x="621005" y="639331"/>
                    <a:pt x="581029" y="616328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5277122" y="3780200"/>
              <a:ext cx="32266" cy="21196"/>
            </a:xfrm>
            <a:custGeom>
              <a:rect b="b" l="l" r="r" t="t"/>
              <a:pathLst>
                <a:path extrusionOk="0" h="21196" w="32266">
                  <a:moveTo>
                    <a:pt x="32267" y="21197"/>
                  </a:moveTo>
                  <a:lnTo>
                    <a:pt x="32267" y="0"/>
                  </a:lnTo>
                  <a:lnTo>
                    <a:pt x="0" y="18630"/>
                  </a:lnTo>
                  <a:lnTo>
                    <a:pt x="32267" y="211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4213559" y="3635813"/>
              <a:ext cx="33123" cy="21387"/>
            </a:xfrm>
            <a:custGeom>
              <a:rect b="b" l="l" r="r" t="t"/>
              <a:pathLst>
                <a:path extrusionOk="0" h="21387" w="33123">
                  <a:moveTo>
                    <a:pt x="0" y="21387"/>
                  </a:moveTo>
                  <a:lnTo>
                    <a:pt x="0" y="0"/>
                  </a:lnTo>
                  <a:lnTo>
                    <a:pt x="33123" y="13688"/>
                  </a:lnTo>
                  <a:lnTo>
                    <a:pt x="0" y="2138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4213521" y="3377363"/>
              <a:ext cx="1096058" cy="631809"/>
            </a:xfrm>
            <a:custGeom>
              <a:rect b="b" l="l" r="r" t="t"/>
              <a:pathLst>
                <a:path extrusionOk="0" h="631809" w="1096058">
                  <a:moveTo>
                    <a:pt x="581029" y="616232"/>
                  </a:moveTo>
                  <a:lnTo>
                    <a:pt x="26975" y="296853"/>
                  </a:lnTo>
                  <a:cubicBezTo>
                    <a:pt x="-13002" y="273754"/>
                    <a:pt x="-7957" y="233547"/>
                    <a:pt x="38206" y="206932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769"/>
                  </a:lnTo>
                  <a:cubicBezTo>
                    <a:pt x="690774" y="636384"/>
                    <a:pt x="621005" y="639331"/>
                    <a:pt x="581029" y="6162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4526041" y="3091821"/>
              <a:ext cx="783348" cy="688378"/>
            </a:xfrm>
            <a:custGeom>
              <a:rect b="b" l="l" r="r" t="t"/>
              <a:pathLst>
                <a:path extrusionOk="0" h="688378" w="783348">
                  <a:moveTo>
                    <a:pt x="86521" y="286492"/>
                  </a:moveTo>
                  <a:lnTo>
                    <a:pt x="0" y="0"/>
                  </a:lnTo>
                  <a:lnTo>
                    <a:pt x="706346" y="404548"/>
                  </a:lnTo>
                  <a:lnTo>
                    <a:pt x="783348" y="688378"/>
                  </a:lnTo>
                  <a:lnTo>
                    <a:pt x="86521" y="286492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5278931" y="3755961"/>
              <a:ext cx="30363" cy="36025"/>
            </a:xfrm>
            <a:custGeom>
              <a:rect b="b" l="l" r="r" t="t"/>
              <a:pathLst>
                <a:path extrusionOk="0" h="36025" w="30363">
                  <a:moveTo>
                    <a:pt x="9899" y="36025"/>
                  </a:moveTo>
                  <a:lnTo>
                    <a:pt x="30363" y="24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4503768" y="3102562"/>
              <a:ext cx="785061" cy="689423"/>
            </a:xfrm>
            <a:custGeom>
              <a:rect b="b" l="l" r="r" t="t"/>
              <a:pathLst>
                <a:path extrusionOk="0" h="689423" w="785061">
                  <a:moveTo>
                    <a:pt x="86425" y="286492"/>
                  </a:moveTo>
                  <a:lnTo>
                    <a:pt x="0" y="0"/>
                  </a:lnTo>
                  <a:lnTo>
                    <a:pt x="706346" y="404643"/>
                  </a:lnTo>
                  <a:lnTo>
                    <a:pt x="785061" y="689424"/>
                  </a:lnTo>
                  <a:lnTo>
                    <a:pt x="86425" y="28649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3580122" y="393272"/>
              <a:ext cx="2872593" cy="3889928"/>
            </a:xfrm>
            <a:custGeom>
              <a:rect b="b" l="l" r="r" t="t"/>
              <a:pathLst>
                <a:path extrusionOk="0" h="3889928" w="2872593">
                  <a:moveTo>
                    <a:pt x="2803111" y="3881586"/>
                  </a:moveTo>
                  <a:lnTo>
                    <a:pt x="69483" y="2305217"/>
                  </a:lnTo>
                  <a:cubicBezTo>
                    <a:pt x="31410" y="2283165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483" y="8342"/>
                  </a:cubicBezTo>
                  <a:lnTo>
                    <a:pt x="2803111" y="1584711"/>
                  </a:lnTo>
                  <a:cubicBezTo>
                    <a:pt x="2841183" y="1606763"/>
                    <a:pt x="2872593" y="1666077"/>
                    <a:pt x="2872593" y="1717121"/>
                  </a:cubicBezTo>
                  <a:lnTo>
                    <a:pt x="2872593" y="3829212"/>
                  </a:lnTo>
                  <a:cubicBezTo>
                    <a:pt x="2872593" y="3880256"/>
                    <a:pt x="2841469" y="3903734"/>
                    <a:pt x="2803111" y="3881586"/>
                  </a:cubicBez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6397319" y="4189501"/>
              <a:ext cx="30267" cy="107125"/>
            </a:xfrm>
            <a:custGeom>
              <a:rect b="b" l="l" r="r" t="t"/>
              <a:pathLst>
                <a:path extrusionOk="0" h="107125" w="30267">
                  <a:moveTo>
                    <a:pt x="0" y="107125"/>
                  </a:moveTo>
                  <a:lnTo>
                    <a:pt x="30268" y="89731"/>
                  </a:lnTo>
                  <a:lnTo>
                    <a:pt x="17228" y="0"/>
                  </a:lnTo>
                  <a:lnTo>
                    <a:pt x="0" y="107125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3574887" y="397432"/>
              <a:ext cx="72623" cy="31086"/>
            </a:xfrm>
            <a:custGeom>
              <a:rect b="b" l="l" r="r" t="t"/>
              <a:pathLst>
                <a:path extrusionOk="0" h="31086" w="72623">
                  <a:moveTo>
                    <a:pt x="0" y="17110"/>
                  </a:moveTo>
                  <a:lnTo>
                    <a:pt x="29792" y="0"/>
                  </a:lnTo>
                  <a:lnTo>
                    <a:pt x="72624" y="24334"/>
                  </a:lnTo>
                  <a:cubicBezTo>
                    <a:pt x="72624" y="24334"/>
                    <a:pt x="27032" y="31273"/>
                    <a:pt x="25890" y="31083"/>
                  </a:cubicBezTo>
                  <a:cubicBezTo>
                    <a:pt x="24747" y="30892"/>
                    <a:pt x="0" y="17110"/>
                    <a:pt x="0" y="171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3554709" y="407720"/>
              <a:ext cx="2872878" cy="3889928"/>
            </a:xfrm>
            <a:custGeom>
              <a:rect b="b" l="l" r="r" t="t"/>
              <a:pathLst>
                <a:path extrusionOk="0" h="3889928" w="2872878">
                  <a:moveTo>
                    <a:pt x="2803491" y="3881587"/>
                  </a:moveTo>
                  <a:lnTo>
                    <a:pt x="69388" y="2304837"/>
                  </a:lnTo>
                  <a:cubicBezTo>
                    <a:pt x="31315" y="2282785"/>
                    <a:pt x="0" y="2223471"/>
                    <a:pt x="0" y="2172332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388" y="8342"/>
                  </a:cubicBezTo>
                  <a:lnTo>
                    <a:pt x="2803491" y="1584711"/>
                  </a:lnTo>
                  <a:cubicBezTo>
                    <a:pt x="2841564" y="1606763"/>
                    <a:pt x="2872879" y="1666077"/>
                    <a:pt x="2872879" y="1717216"/>
                  </a:cubicBezTo>
                  <a:lnTo>
                    <a:pt x="2872879" y="3829212"/>
                  </a:lnTo>
                  <a:cubicBezTo>
                    <a:pt x="2872879" y="3880256"/>
                    <a:pt x="2841850" y="3903734"/>
                    <a:pt x="2803491" y="3881587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3549854" y="410477"/>
              <a:ext cx="2872973" cy="3889886"/>
            </a:xfrm>
            <a:custGeom>
              <a:rect b="b" l="l" r="r" t="t"/>
              <a:pathLst>
                <a:path extrusionOk="0" h="3889886" w="2872973">
                  <a:moveTo>
                    <a:pt x="2803491" y="3881587"/>
                  </a:moveTo>
                  <a:lnTo>
                    <a:pt x="69483" y="2305217"/>
                  </a:lnTo>
                  <a:cubicBezTo>
                    <a:pt x="31410" y="2283070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4" y="-13806"/>
                    <a:pt x="69483" y="8342"/>
                  </a:cubicBezTo>
                  <a:lnTo>
                    <a:pt x="2803491" y="1584711"/>
                  </a:lnTo>
                  <a:cubicBezTo>
                    <a:pt x="2841564" y="1606764"/>
                    <a:pt x="2872974" y="1666077"/>
                    <a:pt x="2872974" y="1717121"/>
                  </a:cubicBezTo>
                  <a:lnTo>
                    <a:pt x="2872974" y="3829212"/>
                  </a:lnTo>
                  <a:cubicBezTo>
                    <a:pt x="2872974" y="3879971"/>
                    <a:pt x="2841849" y="3903734"/>
                    <a:pt x="2803491" y="388158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3584596" y="456003"/>
              <a:ext cx="2802063" cy="3707642"/>
            </a:xfrm>
            <a:custGeom>
              <a:rect b="b" l="l" r="r" t="t"/>
              <a:pathLst>
                <a:path extrusionOk="0" h="3707642" w="2802063">
                  <a:moveTo>
                    <a:pt x="2800636" y="3707643"/>
                  </a:moveTo>
                  <a:lnTo>
                    <a:pt x="0" y="2092872"/>
                  </a:lnTo>
                  <a:lnTo>
                    <a:pt x="1428" y="23650"/>
                  </a:lnTo>
                  <a:cubicBezTo>
                    <a:pt x="1428" y="2453"/>
                    <a:pt x="16371" y="-6102"/>
                    <a:pt x="34742" y="4639"/>
                  </a:cubicBezTo>
                  <a:lnTo>
                    <a:pt x="2768750" y="1580818"/>
                  </a:lnTo>
                  <a:cubicBezTo>
                    <a:pt x="2788395" y="1593631"/>
                    <a:pt x="2800769" y="1615018"/>
                    <a:pt x="2802063" y="16384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3711283" y="669187"/>
              <a:ext cx="283071" cy="477189"/>
            </a:xfrm>
            <a:custGeom>
              <a:rect b="b" l="l" r="r" t="t"/>
              <a:pathLst>
                <a:path extrusionOk="0" h="477189" w="283071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7"/>
                    <a:pt x="181" y="312023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572"/>
                  </a:lnTo>
                  <a:cubicBezTo>
                    <a:pt x="277551" y="154933"/>
                    <a:pt x="282919" y="165172"/>
                    <a:pt x="283071" y="176138"/>
                  </a:cubicBezTo>
                  <a:lnTo>
                    <a:pt x="283071" y="464531"/>
                  </a:lnTo>
                  <a:cubicBezTo>
                    <a:pt x="283071" y="474986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4063456" y="872696"/>
              <a:ext cx="283832" cy="477419"/>
            </a:xfrm>
            <a:custGeom>
              <a:rect b="b" l="l" r="r" t="t"/>
              <a:pathLst>
                <a:path extrusionOk="0" h="477419" w="283832">
                  <a:moveTo>
                    <a:pt x="269365" y="475462"/>
                  </a:moveTo>
                  <a:lnTo>
                    <a:pt x="14468" y="328509"/>
                  </a:lnTo>
                  <a:cubicBezTo>
                    <a:pt x="5540" y="322087"/>
                    <a:pt x="181" y="311833"/>
                    <a:pt x="0" y="30084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572"/>
                  </a:lnTo>
                  <a:cubicBezTo>
                    <a:pt x="278217" y="154931"/>
                    <a:pt x="283709" y="165305"/>
                    <a:pt x="283833" y="176423"/>
                  </a:cubicBezTo>
                  <a:lnTo>
                    <a:pt x="283833" y="464531"/>
                  </a:lnTo>
                  <a:cubicBezTo>
                    <a:pt x="283833" y="475177"/>
                    <a:pt x="277360" y="480595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4408015" y="1071223"/>
              <a:ext cx="284023" cy="477216"/>
            </a:xfrm>
            <a:custGeom>
              <a:rect b="b" l="l" r="r" t="t"/>
              <a:pathLst>
                <a:path extrusionOk="0" h="477216" w="284023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993"/>
                  </a:lnTo>
                  <a:cubicBezTo>
                    <a:pt x="278503" y="155354"/>
                    <a:pt x="283871" y="165592"/>
                    <a:pt x="284023" y="176559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3711283" y="1076206"/>
              <a:ext cx="283071" cy="477216"/>
            </a:xfrm>
            <a:custGeom>
              <a:rect b="b" l="l" r="r" t="t"/>
              <a:pathLst>
                <a:path extrusionOk="0" h="477216" w="283071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477"/>
                  </a:lnTo>
                  <a:cubicBezTo>
                    <a:pt x="277532" y="154899"/>
                    <a:pt x="282891" y="165154"/>
                    <a:pt x="283071" y="176138"/>
                  </a:cubicBezTo>
                  <a:lnTo>
                    <a:pt x="283071" y="464531"/>
                  </a:lnTo>
                  <a:cubicBezTo>
                    <a:pt x="283071" y="475177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4063456" y="1279716"/>
              <a:ext cx="283556" cy="477216"/>
            </a:xfrm>
            <a:custGeom>
              <a:rect b="b" l="l" r="r" t="t"/>
              <a:pathLst>
                <a:path extrusionOk="0" h="477216" w="283556">
                  <a:moveTo>
                    <a:pt x="269365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477"/>
                  </a:lnTo>
                  <a:cubicBezTo>
                    <a:pt x="278008" y="154903"/>
                    <a:pt x="283366" y="165150"/>
                    <a:pt x="283547" y="176138"/>
                  </a:cubicBezTo>
                  <a:lnTo>
                    <a:pt x="283547" y="464531"/>
                  </a:lnTo>
                  <a:cubicBezTo>
                    <a:pt x="283833" y="475177"/>
                    <a:pt x="277360" y="480119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4098484" y="1260570"/>
              <a:ext cx="283570" cy="477216"/>
            </a:xfrm>
            <a:custGeom>
              <a:rect b="b" l="l" r="r" t="t"/>
              <a:pathLst>
                <a:path extrusionOk="0" h="477216" w="283570">
                  <a:moveTo>
                    <a:pt x="269079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079" y="148518"/>
                  </a:lnTo>
                  <a:cubicBezTo>
                    <a:pt x="278008" y="154943"/>
                    <a:pt x="283366" y="165190"/>
                    <a:pt x="283547" y="176178"/>
                  </a:cubicBezTo>
                  <a:lnTo>
                    <a:pt x="283547" y="464571"/>
                  </a:lnTo>
                  <a:cubicBezTo>
                    <a:pt x="284023" y="475217"/>
                    <a:pt x="277075" y="480065"/>
                    <a:pt x="269079" y="4755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4408015" y="1478241"/>
              <a:ext cx="284023" cy="477161"/>
            </a:xfrm>
            <a:custGeom>
              <a:rect b="b" l="l" r="r" t="t"/>
              <a:pathLst>
                <a:path extrusionOk="0" h="477161" w="284023">
                  <a:moveTo>
                    <a:pt x="269556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556" y="148519"/>
                  </a:lnTo>
                  <a:cubicBezTo>
                    <a:pt x="278503" y="154878"/>
                    <a:pt x="283871" y="165116"/>
                    <a:pt x="284023" y="176085"/>
                  </a:cubicBezTo>
                  <a:lnTo>
                    <a:pt x="284023" y="464382"/>
                  </a:lnTo>
                  <a:cubicBezTo>
                    <a:pt x="283547" y="475124"/>
                    <a:pt x="277075" y="480066"/>
                    <a:pt x="269556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3711283" y="1491834"/>
              <a:ext cx="283071" cy="477165"/>
            </a:xfrm>
            <a:custGeom>
              <a:rect b="b" l="l" r="r" t="t"/>
              <a:pathLst>
                <a:path extrusionOk="0" h="477165" w="283071">
                  <a:moveTo>
                    <a:pt x="268604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8604" y="148519"/>
                  </a:lnTo>
                  <a:cubicBezTo>
                    <a:pt x="277551" y="154878"/>
                    <a:pt x="282919" y="165116"/>
                    <a:pt x="283071" y="176085"/>
                  </a:cubicBezTo>
                  <a:lnTo>
                    <a:pt x="283071" y="464573"/>
                  </a:lnTo>
                  <a:cubicBezTo>
                    <a:pt x="283071" y="475123"/>
                    <a:pt x="276599" y="480066"/>
                    <a:pt x="268604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3711283" y="1946286"/>
              <a:ext cx="980755" cy="657383"/>
            </a:xfrm>
            <a:custGeom>
              <a:rect b="b" l="l" r="r" t="t"/>
              <a:pathLst>
                <a:path extrusionOk="0" h="657383" w="980755">
                  <a:moveTo>
                    <a:pt x="966288" y="655629"/>
                  </a:moveTo>
                  <a:lnTo>
                    <a:pt x="14468" y="106884"/>
                  </a:lnTo>
                  <a:cubicBezTo>
                    <a:pt x="5540" y="100458"/>
                    <a:pt x="181" y="90212"/>
                    <a:pt x="0" y="79224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966288" y="550594"/>
                  </a:lnTo>
                  <a:cubicBezTo>
                    <a:pt x="975235" y="556954"/>
                    <a:pt x="980603" y="567191"/>
                    <a:pt x="980755" y="578160"/>
                  </a:cubicBezTo>
                  <a:lnTo>
                    <a:pt x="980755" y="644698"/>
                  </a:lnTo>
                  <a:cubicBezTo>
                    <a:pt x="980280" y="655344"/>
                    <a:pt x="973807" y="660286"/>
                    <a:pt x="966288" y="6556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3715090" y="2139055"/>
              <a:ext cx="732044" cy="480371"/>
            </a:xfrm>
            <a:custGeom>
              <a:rect b="b" l="l" r="r" t="t"/>
              <a:pathLst>
                <a:path extrusionOk="0" h="480371" w="732044">
                  <a:moveTo>
                    <a:pt x="717577" y="478449"/>
                  </a:moveTo>
                  <a:lnTo>
                    <a:pt x="14468" y="73425"/>
                  </a:lnTo>
                  <a:cubicBezTo>
                    <a:pt x="5521" y="67066"/>
                    <a:pt x="152" y="56829"/>
                    <a:pt x="0" y="45860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717577" y="407064"/>
                  </a:lnTo>
                  <a:cubicBezTo>
                    <a:pt x="726505" y="413489"/>
                    <a:pt x="731864" y="423736"/>
                    <a:pt x="732045" y="434724"/>
                  </a:cubicBezTo>
                  <a:lnTo>
                    <a:pt x="732045" y="467708"/>
                  </a:lnTo>
                  <a:cubicBezTo>
                    <a:pt x="732045" y="478449"/>
                    <a:pt x="725572" y="483392"/>
                    <a:pt x="717577" y="47844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3715090" y="2264376"/>
              <a:ext cx="732044" cy="480312"/>
            </a:xfrm>
            <a:custGeom>
              <a:rect b="b" l="l" r="r" t="t"/>
              <a:pathLst>
                <a:path extrusionOk="0" h="480312" w="732044">
                  <a:moveTo>
                    <a:pt x="717577" y="478598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717577" y="407023"/>
                  </a:lnTo>
                  <a:cubicBezTo>
                    <a:pt x="726505" y="413449"/>
                    <a:pt x="731864" y="423696"/>
                    <a:pt x="732045" y="434684"/>
                  </a:cubicBezTo>
                  <a:lnTo>
                    <a:pt x="732045" y="467667"/>
                  </a:lnTo>
                  <a:cubicBezTo>
                    <a:pt x="732045" y="478313"/>
                    <a:pt x="725572" y="483161"/>
                    <a:pt x="717577" y="4785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3715090" y="2389467"/>
              <a:ext cx="599361" cy="403889"/>
            </a:xfrm>
            <a:custGeom>
              <a:rect b="b" l="l" r="r" t="t"/>
              <a:pathLst>
                <a:path extrusionOk="0" h="403889" w="599361">
                  <a:moveTo>
                    <a:pt x="584893" y="402175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584893" y="330600"/>
                  </a:lnTo>
                  <a:cubicBezTo>
                    <a:pt x="593822" y="337026"/>
                    <a:pt x="599180" y="347272"/>
                    <a:pt x="599361" y="358261"/>
                  </a:cubicBezTo>
                  <a:lnTo>
                    <a:pt x="599361" y="391244"/>
                  </a:lnTo>
                  <a:cubicBezTo>
                    <a:pt x="599361" y="401890"/>
                    <a:pt x="592889" y="406738"/>
                    <a:pt x="584893" y="402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4855752" y="2612272"/>
              <a:ext cx="1403078" cy="900663"/>
            </a:xfrm>
            <a:custGeom>
              <a:rect b="b" l="l" r="r" t="t"/>
              <a:pathLst>
                <a:path extrusionOk="0" h="900663" w="1403078">
                  <a:moveTo>
                    <a:pt x="1388610" y="898735"/>
                  </a:moveTo>
                  <a:lnTo>
                    <a:pt x="14468" y="106749"/>
                  </a:lnTo>
                  <a:cubicBezTo>
                    <a:pt x="5520" y="100390"/>
                    <a:pt x="152" y="90152"/>
                    <a:pt x="0" y="79183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388610" y="794177"/>
                  </a:lnTo>
                  <a:cubicBezTo>
                    <a:pt x="1397557" y="800536"/>
                    <a:pt x="1402926" y="810773"/>
                    <a:pt x="1403078" y="821742"/>
                  </a:cubicBezTo>
                  <a:lnTo>
                    <a:pt x="1403078" y="888280"/>
                  </a:lnTo>
                  <a:cubicBezTo>
                    <a:pt x="1403078" y="898735"/>
                    <a:pt x="1396606" y="903678"/>
                    <a:pt x="1388610" y="89873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4860130" y="2805136"/>
              <a:ext cx="1263255" cy="786670"/>
            </a:xfrm>
            <a:custGeom>
              <a:rect b="b" l="l" r="r" t="t"/>
              <a:pathLst>
                <a:path extrusionOk="0" h="786670" w="1263255">
                  <a:moveTo>
                    <a:pt x="1248788" y="784956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248788" y="713381"/>
                  </a:lnTo>
                  <a:cubicBezTo>
                    <a:pt x="1257716" y="719807"/>
                    <a:pt x="1263075" y="730053"/>
                    <a:pt x="1263256" y="741042"/>
                  </a:cubicBezTo>
                  <a:lnTo>
                    <a:pt x="1263256" y="774025"/>
                  </a:lnTo>
                  <a:cubicBezTo>
                    <a:pt x="1263256" y="784671"/>
                    <a:pt x="1256783" y="78951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4860130" y="2930227"/>
              <a:ext cx="1263255" cy="786839"/>
            </a:xfrm>
            <a:custGeom>
              <a:rect b="b" l="l" r="r" t="t"/>
              <a:pathLst>
                <a:path extrusionOk="0" h="786839" w="1263255">
                  <a:moveTo>
                    <a:pt x="1248788" y="784956"/>
                  </a:moveTo>
                  <a:lnTo>
                    <a:pt x="14468" y="73290"/>
                  </a:lnTo>
                  <a:cubicBezTo>
                    <a:pt x="5540" y="66864"/>
                    <a:pt x="181" y="56617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4"/>
                  </a:cubicBezTo>
                  <a:lnTo>
                    <a:pt x="1248788" y="713856"/>
                  </a:lnTo>
                  <a:cubicBezTo>
                    <a:pt x="1257735" y="720215"/>
                    <a:pt x="1263104" y="730453"/>
                    <a:pt x="1263256" y="741422"/>
                  </a:cubicBezTo>
                  <a:lnTo>
                    <a:pt x="1263256" y="774405"/>
                  </a:lnTo>
                  <a:cubicBezTo>
                    <a:pt x="1263256" y="784671"/>
                    <a:pt x="1256783" y="78989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4860130" y="3055222"/>
              <a:ext cx="1034438" cy="654829"/>
            </a:xfrm>
            <a:custGeom>
              <a:rect b="b" l="l" r="r" t="t"/>
              <a:pathLst>
                <a:path extrusionOk="0" h="654829" w="1034438">
                  <a:moveTo>
                    <a:pt x="1019971" y="653117"/>
                  </a:moveTo>
                  <a:lnTo>
                    <a:pt x="14468" y="73290"/>
                  </a:lnTo>
                  <a:cubicBezTo>
                    <a:pt x="5540" y="66864"/>
                    <a:pt x="181" y="56618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019971" y="581542"/>
                  </a:lnTo>
                  <a:cubicBezTo>
                    <a:pt x="1028880" y="587929"/>
                    <a:pt x="1034248" y="598157"/>
                    <a:pt x="1034438" y="609107"/>
                  </a:cubicBezTo>
                  <a:lnTo>
                    <a:pt x="1034438" y="642091"/>
                  </a:lnTo>
                  <a:cubicBezTo>
                    <a:pt x="1034438" y="652832"/>
                    <a:pt x="1027871" y="657679"/>
                    <a:pt x="1019971" y="653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4063456" y="1695343"/>
              <a:ext cx="283556" cy="477207"/>
            </a:xfrm>
            <a:custGeom>
              <a:rect b="b" l="l" r="r" t="t"/>
              <a:pathLst>
                <a:path extrusionOk="0" h="477207" w="283556">
                  <a:moveTo>
                    <a:pt x="269365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080" y="148519"/>
                  </a:lnTo>
                  <a:cubicBezTo>
                    <a:pt x="278027" y="154878"/>
                    <a:pt x="283395" y="165116"/>
                    <a:pt x="283547" y="176085"/>
                  </a:cubicBezTo>
                  <a:lnTo>
                    <a:pt x="283547" y="464573"/>
                  </a:lnTo>
                  <a:cubicBezTo>
                    <a:pt x="283833" y="475409"/>
                    <a:pt x="277360" y="480066"/>
                    <a:pt x="269365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4408015" y="1893817"/>
              <a:ext cx="284023" cy="477216"/>
            </a:xfrm>
            <a:custGeom>
              <a:rect b="b" l="l" r="r" t="t"/>
              <a:pathLst>
                <a:path extrusionOk="0" h="477216" w="284023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518"/>
                  </a:lnTo>
                  <a:cubicBezTo>
                    <a:pt x="278484" y="154943"/>
                    <a:pt x="283842" y="165190"/>
                    <a:pt x="284023" y="176178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4855752" y="1988490"/>
              <a:ext cx="1403078" cy="1286379"/>
            </a:xfrm>
            <a:custGeom>
              <a:rect b="b" l="l" r="r" t="t"/>
              <a:pathLst>
                <a:path extrusionOk="0" h="1286379" w="1403078">
                  <a:moveTo>
                    <a:pt x="1388610" y="1284884"/>
                  </a:moveTo>
                  <a:lnTo>
                    <a:pt x="14468" y="492137"/>
                  </a:lnTo>
                  <a:cubicBezTo>
                    <a:pt x="5520" y="485777"/>
                    <a:pt x="152" y="475540"/>
                    <a:pt x="0" y="464571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1388610" y="794027"/>
                  </a:lnTo>
                  <a:cubicBezTo>
                    <a:pt x="1397539" y="800452"/>
                    <a:pt x="1402897" y="810699"/>
                    <a:pt x="1403078" y="821687"/>
                  </a:cubicBezTo>
                  <a:lnTo>
                    <a:pt x="1403078" y="1273572"/>
                  </a:lnTo>
                  <a:cubicBezTo>
                    <a:pt x="1403078" y="1284218"/>
                    <a:pt x="1396606" y="1289066"/>
                    <a:pt x="1388610" y="1284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4846614" y="1414848"/>
              <a:ext cx="423274" cy="545612"/>
            </a:xfrm>
            <a:custGeom>
              <a:rect b="b" l="l" r="r" t="t"/>
              <a:pathLst>
                <a:path extrusionOk="0" h="545612" w="423274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cubicBezTo>
                    <a:pt x="328187" y="95947"/>
                    <a:pt x="423274" y="260295"/>
                    <a:pt x="423274" y="394795"/>
                  </a:cubicBezTo>
                  <a:cubicBezTo>
                    <a:pt x="423274" y="529296"/>
                    <a:pt x="328283" y="584142"/>
                    <a:pt x="211685" y="516844"/>
                  </a:cubicBezTo>
                  <a:close/>
                  <a:moveTo>
                    <a:pt x="211685" y="99274"/>
                  </a:move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cubicBezTo>
                    <a:pt x="362167" y="263811"/>
                    <a:pt x="294493" y="147561"/>
                    <a:pt x="211685" y="9927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4846614" y="1414848"/>
              <a:ext cx="423274" cy="545629"/>
            </a:xfrm>
            <a:custGeom>
              <a:rect b="b" l="l" r="r" t="t"/>
              <a:pathLst>
                <a:path extrusionOk="0" h="545629" w="423274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lnTo>
                    <a:pt x="211685" y="99274"/>
                  </a:ln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lnTo>
                    <a:pt x="423274" y="394795"/>
                  </a:lnTo>
                  <a:cubicBezTo>
                    <a:pt x="423179" y="529391"/>
                    <a:pt x="328283" y="584142"/>
                    <a:pt x="211685" y="5168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5340323" y="1699604"/>
              <a:ext cx="423179" cy="545654"/>
            </a:xfrm>
            <a:custGeom>
              <a:rect b="b" l="l" r="r" t="t"/>
              <a:pathLst>
                <a:path extrusionOk="0" h="545654" w="423179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cubicBezTo>
                    <a:pt x="327997" y="96066"/>
                    <a:pt x="423179" y="260224"/>
                    <a:pt x="423179" y="394820"/>
                  </a:cubicBezTo>
                  <a:cubicBezTo>
                    <a:pt x="423179" y="529416"/>
                    <a:pt x="328283" y="584167"/>
                    <a:pt x="211589" y="516869"/>
                  </a:cubicBezTo>
                  <a:close/>
                  <a:moveTo>
                    <a:pt x="211589" y="99298"/>
                  </a:move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94588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89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5340323" y="1699604"/>
              <a:ext cx="332185" cy="545952"/>
            </a:xfrm>
            <a:custGeom>
              <a:rect b="b" l="l" r="r" t="t"/>
              <a:pathLst>
                <a:path extrusionOk="0" h="545952" w="332185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lnTo>
                    <a:pt x="211589" y="99298"/>
                  </a:ln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42429" y="464114"/>
                    <a:pt x="272030" y="470483"/>
                    <a:pt x="297253" y="465350"/>
                  </a:cubicBezTo>
                  <a:lnTo>
                    <a:pt x="332185" y="543389"/>
                  </a:lnTo>
                  <a:cubicBezTo>
                    <a:pt x="296682" y="550898"/>
                    <a:pt x="254993" y="541868"/>
                    <a:pt x="211589" y="5168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5834032" y="1984194"/>
              <a:ext cx="423559" cy="545654"/>
            </a:xfrm>
            <a:custGeom>
              <a:rect b="b" l="l" r="r" t="t"/>
              <a:pathLst>
                <a:path extrusionOk="0" h="545654" w="423559">
                  <a:moveTo>
                    <a:pt x="211590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7"/>
                    <a:pt x="95182" y="-38529"/>
                    <a:pt x="211590" y="28769"/>
                  </a:cubicBezTo>
                  <a:cubicBezTo>
                    <a:pt x="327997" y="96066"/>
                    <a:pt x="423560" y="260224"/>
                    <a:pt x="423560" y="394820"/>
                  </a:cubicBezTo>
                  <a:cubicBezTo>
                    <a:pt x="423560" y="529416"/>
                    <a:pt x="328378" y="584167"/>
                    <a:pt x="211590" y="516869"/>
                  </a:cubicBezTo>
                  <a:close/>
                  <a:moveTo>
                    <a:pt x="211590" y="99298"/>
                  </a:moveTo>
                  <a:cubicBezTo>
                    <a:pt x="128686" y="51772"/>
                    <a:pt x="61107" y="90363"/>
                    <a:pt x="61107" y="186082"/>
                  </a:cubicBezTo>
                  <a:cubicBezTo>
                    <a:pt x="61107" y="281801"/>
                    <a:pt x="128686" y="398432"/>
                    <a:pt x="211590" y="446339"/>
                  </a:cubicBezTo>
                  <a:cubicBezTo>
                    <a:pt x="294493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90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5834032" y="1984177"/>
              <a:ext cx="211589" cy="286951"/>
            </a:xfrm>
            <a:custGeom>
              <a:rect b="b" l="l" r="r" t="t"/>
              <a:pathLst>
                <a:path extrusionOk="0" h="286951" w="211589">
                  <a:moveTo>
                    <a:pt x="27412" y="286951"/>
                  </a:moveTo>
                  <a:cubicBezTo>
                    <a:pt x="10194" y="243588"/>
                    <a:pt x="904" y="197477"/>
                    <a:pt x="0" y="150835"/>
                  </a:cubicBezTo>
                  <a:cubicBezTo>
                    <a:pt x="0" y="16239"/>
                    <a:pt x="95182" y="-38512"/>
                    <a:pt x="211590" y="28786"/>
                  </a:cubicBezTo>
                  <a:lnTo>
                    <a:pt x="211590" y="99315"/>
                  </a:lnTo>
                  <a:cubicBezTo>
                    <a:pt x="128686" y="51789"/>
                    <a:pt x="61107" y="90380"/>
                    <a:pt x="61107" y="186099"/>
                  </a:cubicBezTo>
                  <a:cubicBezTo>
                    <a:pt x="61830" y="219254"/>
                    <a:pt x="68540" y="252000"/>
                    <a:pt x="80905" y="2827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5029839" y="4705642"/>
              <a:ext cx="429841" cy="247899"/>
            </a:xfrm>
            <a:custGeom>
              <a:rect b="b" l="l" r="r" t="t"/>
              <a:pathLst>
                <a:path extrusionOk="0" h="247899" w="429841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4" y="247900"/>
                    <a:pt x="0" y="192406"/>
                    <a:pt x="0" y="123950"/>
                  </a:cubicBezTo>
                  <a:cubicBezTo>
                    <a:pt x="0" y="55494"/>
                    <a:pt x="96224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2757750" y="4754499"/>
              <a:ext cx="429841" cy="247899"/>
            </a:xfrm>
            <a:custGeom>
              <a:rect b="b" l="l" r="r" t="t"/>
              <a:pathLst>
                <a:path extrusionOk="0" h="247899" w="429841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2012475" y="3630110"/>
              <a:ext cx="429841" cy="247899"/>
            </a:xfrm>
            <a:custGeom>
              <a:rect b="b" l="l" r="r" t="t"/>
              <a:pathLst>
                <a:path extrusionOk="0" h="247899" w="429841">
                  <a:moveTo>
                    <a:pt x="429842" y="123950"/>
                  </a:moveTo>
                  <a:cubicBezTo>
                    <a:pt x="429842" y="192406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5244274" y="4799933"/>
              <a:ext cx="116580" cy="90224"/>
            </a:xfrm>
            <a:custGeom>
              <a:rect b="b" l="l" r="r" t="t"/>
              <a:pathLst>
                <a:path extrusionOk="0" h="90224" w="116580">
                  <a:moveTo>
                    <a:pt x="107376" y="2"/>
                  </a:moveTo>
                  <a:cubicBezTo>
                    <a:pt x="93384" y="11314"/>
                    <a:pt x="72729" y="953"/>
                    <a:pt x="71682" y="1998"/>
                  </a:cubicBezTo>
                  <a:cubicBezTo>
                    <a:pt x="55302" y="17235"/>
                    <a:pt x="38074" y="31550"/>
                    <a:pt x="20094" y="44868"/>
                  </a:cubicBezTo>
                  <a:cubicBezTo>
                    <a:pt x="11432" y="51711"/>
                    <a:pt x="-2179" y="60932"/>
                    <a:pt x="296" y="74049"/>
                  </a:cubicBezTo>
                  <a:cubicBezTo>
                    <a:pt x="4674" y="97622"/>
                    <a:pt x="42366" y="90398"/>
                    <a:pt x="56644" y="83554"/>
                  </a:cubicBezTo>
                  <a:cubicBezTo>
                    <a:pt x="70921" y="76711"/>
                    <a:pt x="82438" y="64544"/>
                    <a:pt x="95954" y="56084"/>
                  </a:cubicBezTo>
                  <a:cubicBezTo>
                    <a:pt x="105472" y="50095"/>
                    <a:pt x="114990" y="47054"/>
                    <a:pt x="116513" y="34887"/>
                  </a:cubicBezTo>
                  <a:cubicBezTo>
                    <a:pt x="117370" y="27187"/>
                    <a:pt x="109850" y="-283"/>
                    <a:pt x="10737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5244760" y="4829592"/>
              <a:ext cx="116051" cy="60483"/>
            </a:xfrm>
            <a:custGeom>
              <a:rect b="b" l="l" r="r" t="t"/>
              <a:pathLst>
                <a:path extrusionOk="0" h="60483" w="116051">
                  <a:moveTo>
                    <a:pt x="115837" y="0"/>
                  </a:moveTo>
                  <a:cubicBezTo>
                    <a:pt x="113933" y="11597"/>
                    <a:pt x="104605" y="14828"/>
                    <a:pt x="95087" y="20722"/>
                  </a:cubicBezTo>
                  <a:cubicBezTo>
                    <a:pt x="81381" y="29182"/>
                    <a:pt x="69388" y="41443"/>
                    <a:pt x="55110" y="48572"/>
                  </a:cubicBezTo>
                  <a:cubicBezTo>
                    <a:pt x="40833" y="55701"/>
                    <a:pt x="9233" y="61880"/>
                    <a:pt x="0" y="45055"/>
                  </a:cubicBezTo>
                  <a:cubicBezTo>
                    <a:pt x="5045" y="67773"/>
                    <a:pt x="42071" y="60644"/>
                    <a:pt x="56157" y="53515"/>
                  </a:cubicBezTo>
                  <a:cubicBezTo>
                    <a:pt x="70244" y="46386"/>
                    <a:pt x="81952" y="34505"/>
                    <a:pt x="95468" y="26045"/>
                  </a:cubicBezTo>
                  <a:cubicBezTo>
                    <a:pt x="104986" y="20056"/>
                    <a:pt x="114504" y="17015"/>
                    <a:pt x="116027" y="4848"/>
                  </a:cubicBezTo>
                  <a:cubicBezTo>
                    <a:pt x="116093" y="3232"/>
                    <a:pt x="116027" y="1606"/>
                    <a:pt x="1158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5124630" y="4754816"/>
              <a:ext cx="116569" cy="86887"/>
            </a:xfrm>
            <a:custGeom>
              <a:rect b="b" l="l" r="r" t="t"/>
              <a:pathLst>
                <a:path extrusionOk="0" h="86887" w="116569">
                  <a:moveTo>
                    <a:pt x="105663" y="63"/>
                  </a:moveTo>
                  <a:cubicBezTo>
                    <a:pt x="91671" y="11470"/>
                    <a:pt x="67590" y="-982"/>
                    <a:pt x="66162" y="63"/>
                  </a:cubicBezTo>
                  <a:cubicBezTo>
                    <a:pt x="51656" y="14825"/>
                    <a:pt x="36275" y="28693"/>
                    <a:pt x="20094" y="41602"/>
                  </a:cubicBezTo>
                  <a:cubicBezTo>
                    <a:pt x="11432" y="48446"/>
                    <a:pt x="-2179" y="57666"/>
                    <a:pt x="296" y="70783"/>
                  </a:cubicBezTo>
                  <a:cubicBezTo>
                    <a:pt x="4674" y="94261"/>
                    <a:pt x="42367" y="87037"/>
                    <a:pt x="56644" y="80288"/>
                  </a:cubicBezTo>
                  <a:cubicBezTo>
                    <a:pt x="70921" y="73540"/>
                    <a:pt x="82438" y="61278"/>
                    <a:pt x="95954" y="52818"/>
                  </a:cubicBezTo>
                  <a:cubicBezTo>
                    <a:pt x="105472" y="46830"/>
                    <a:pt x="114990" y="43313"/>
                    <a:pt x="116513" y="31621"/>
                  </a:cubicBezTo>
                  <a:cubicBezTo>
                    <a:pt x="117370" y="23922"/>
                    <a:pt x="108137" y="-222"/>
                    <a:pt x="105663" y="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5124926" y="4782825"/>
              <a:ext cx="116097" cy="60673"/>
            </a:xfrm>
            <a:custGeom>
              <a:rect b="b" l="l" r="r" t="t"/>
              <a:pathLst>
                <a:path extrusionOk="0" h="60673" w="116097">
                  <a:moveTo>
                    <a:pt x="115741" y="0"/>
                  </a:moveTo>
                  <a:cubicBezTo>
                    <a:pt x="114218" y="11407"/>
                    <a:pt x="104700" y="14828"/>
                    <a:pt x="95182" y="20912"/>
                  </a:cubicBezTo>
                  <a:cubicBezTo>
                    <a:pt x="81476" y="29372"/>
                    <a:pt x="69388" y="41634"/>
                    <a:pt x="55205" y="48858"/>
                  </a:cubicBezTo>
                  <a:cubicBezTo>
                    <a:pt x="41023" y="56082"/>
                    <a:pt x="9233" y="62070"/>
                    <a:pt x="0" y="45246"/>
                  </a:cubicBezTo>
                  <a:cubicBezTo>
                    <a:pt x="5045" y="67964"/>
                    <a:pt x="42071" y="60835"/>
                    <a:pt x="56157" y="53706"/>
                  </a:cubicBezTo>
                  <a:cubicBezTo>
                    <a:pt x="70244" y="46577"/>
                    <a:pt x="82047" y="34695"/>
                    <a:pt x="95468" y="26235"/>
                  </a:cubicBezTo>
                  <a:cubicBezTo>
                    <a:pt x="104986" y="20246"/>
                    <a:pt x="114504" y="16730"/>
                    <a:pt x="116027" y="5133"/>
                  </a:cubicBezTo>
                  <a:cubicBezTo>
                    <a:pt x="116179" y="3413"/>
                    <a:pt x="116084" y="1692"/>
                    <a:pt x="11574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5154433" y="4234936"/>
              <a:ext cx="200389" cy="574156"/>
            </a:xfrm>
            <a:custGeom>
              <a:rect b="b" l="l" r="r" t="t"/>
              <a:pathLst>
                <a:path extrusionOk="0" h="574156" w="200389">
                  <a:moveTo>
                    <a:pt x="197978" y="49713"/>
                  </a:moveTo>
                  <a:cubicBezTo>
                    <a:pt x="197312" y="70815"/>
                    <a:pt x="190745" y="162447"/>
                    <a:pt x="187794" y="211304"/>
                  </a:cubicBezTo>
                  <a:cubicBezTo>
                    <a:pt x="184843" y="260162"/>
                    <a:pt x="184177" y="319285"/>
                    <a:pt x="184177" y="319285"/>
                  </a:cubicBezTo>
                  <a:cubicBezTo>
                    <a:pt x="184177" y="319285"/>
                    <a:pt x="192553" y="354645"/>
                    <a:pt x="197978" y="396183"/>
                  </a:cubicBezTo>
                  <a:cubicBezTo>
                    <a:pt x="203404" y="437722"/>
                    <a:pt x="197978" y="568896"/>
                    <a:pt x="197978" y="568896"/>
                  </a:cubicBezTo>
                  <a:cubicBezTo>
                    <a:pt x="187080" y="575911"/>
                    <a:pt x="173088" y="575911"/>
                    <a:pt x="162190" y="568896"/>
                  </a:cubicBezTo>
                  <a:cubicBezTo>
                    <a:pt x="162190" y="568896"/>
                    <a:pt x="139822" y="464337"/>
                    <a:pt x="129448" y="416810"/>
                  </a:cubicBezTo>
                  <a:cubicBezTo>
                    <a:pt x="119073" y="369283"/>
                    <a:pt x="117359" y="342193"/>
                    <a:pt x="111934" y="312916"/>
                  </a:cubicBezTo>
                  <a:cubicBezTo>
                    <a:pt x="105462" y="277462"/>
                    <a:pt x="91375" y="111973"/>
                    <a:pt x="91375" y="111973"/>
                  </a:cubicBezTo>
                  <a:lnTo>
                    <a:pt x="85759" y="111973"/>
                  </a:lnTo>
                  <a:lnTo>
                    <a:pt x="70815" y="298753"/>
                  </a:lnTo>
                  <a:cubicBezTo>
                    <a:pt x="75479" y="312508"/>
                    <a:pt x="78668" y="326718"/>
                    <a:pt x="80334" y="341147"/>
                  </a:cubicBezTo>
                  <a:cubicBezTo>
                    <a:pt x="84426" y="371660"/>
                    <a:pt x="76050" y="524696"/>
                    <a:pt x="76050" y="524696"/>
                  </a:cubicBezTo>
                  <a:cubicBezTo>
                    <a:pt x="63896" y="531473"/>
                    <a:pt x="48952" y="530846"/>
                    <a:pt x="37406" y="523080"/>
                  </a:cubicBezTo>
                  <a:cubicBezTo>
                    <a:pt x="37406" y="523080"/>
                    <a:pt x="0" y="320331"/>
                    <a:pt x="0" y="289533"/>
                  </a:cubicBezTo>
                  <a:cubicBezTo>
                    <a:pt x="0" y="269097"/>
                    <a:pt x="3522" y="0"/>
                    <a:pt x="3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5199628" y="3876679"/>
              <a:ext cx="128464" cy="124722"/>
            </a:xfrm>
            <a:custGeom>
              <a:rect b="b" l="l" r="r" t="t"/>
              <a:pathLst>
                <a:path extrusionOk="0" h="124722" w="128464">
                  <a:moveTo>
                    <a:pt x="102147" y="0"/>
                  </a:moveTo>
                  <a:cubicBezTo>
                    <a:pt x="102147" y="0"/>
                    <a:pt x="99767" y="46006"/>
                    <a:pt x="100814" y="50093"/>
                  </a:cubicBezTo>
                  <a:cubicBezTo>
                    <a:pt x="101861" y="54181"/>
                    <a:pt x="121945" y="67678"/>
                    <a:pt x="127846" y="72431"/>
                  </a:cubicBezTo>
                  <a:cubicBezTo>
                    <a:pt x="133747" y="77183"/>
                    <a:pt x="95960" y="114445"/>
                    <a:pt x="77590" y="122904"/>
                  </a:cubicBezTo>
                  <a:cubicBezTo>
                    <a:pt x="59220" y="131364"/>
                    <a:pt x="1444" y="109122"/>
                    <a:pt x="112" y="80606"/>
                  </a:cubicBezTo>
                  <a:cubicBezTo>
                    <a:pt x="-1221" y="52089"/>
                    <a:pt x="9630" y="28136"/>
                    <a:pt x="19148" y="26900"/>
                  </a:cubicBezTo>
                  <a:cubicBezTo>
                    <a:pt x="28666" y="25665"/>
                    <a:pt x="102147" y="0"/>
                    <a:pt x="10214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4996526" y="3906336"/>
              <a:ext cx="182485" cy="357686"/>
            </a:xfrm>
            <a:custGeom>
              <a:rect b="b" l="l" r="r" t="t"/>
              <a:pathLst>
                <a:path extrusionOk="0" h="357686" w="182485">
                  <a:moveTo>
                    <a:pt x="179037" y="55702"/>
                  </a:moveTo>
                  <a:cubicBezTo>
                    <a:pt x="176277" y="35455"/>
                    <a:pt x="189697" y="16159"/>
                    <a:pt x="176752" y="0"/>
                  </a:cubicBezTo>
                  <a:cubicBezTo>
                    <a:pt x="131255" y="44485"/>
                    <a:pt x="136966" y="162352"/>
                    <a:pt x="126687" y="237634"/>
                  </a:cubicBezTo>
                  <a:cubicBezTo>
                    <a:pt x="92897" y="272899"/>
                    <a:pt x="25032" y="307594"/>
                    <a:pt x="5901" y="316243"/>
                  </a:cubicBezTo>
                  <a:cubicBezTo>
                    <a:pt x="2379" y="317764"/>
                    <a:pt x="-572" y="319475"/>
                    <a:pt x="95" y="323182"/>
                  </a:cubicBezTo>
                  <a:cubicBezTo>
                    <a:pt x="2665" y="335739"/>
                    <a:pt x="8061" y="347535"/>
                    <a:pt x="15895" y="357687"/>
                  </a:cubicBezTo>
                  <a:cubicBezTo>
                    <a:pt x="60821" y="338676"/>
                    <a:pt x="93183" y="327270"/>
                    <a:pt x="149150" y="274040"/>
                  </a:cubicBezTo>
                  <a:cubicBezTo>
                    <a:pt x="154509" y="268175"/>
                    <a:pt x="159287" y="261806"/>
                    <a:pt x="163427" y="255029"/>
                  </a:cubicBezTo>
                  <a:cubicBezTo>
                    <a:pt x="179608" y="207502"/>
                    <a:pt x="183605" y="90776"/>
                    <a:pt x="179037" y="5570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5154414" y="3894094"/>
              <a:ext cx="208226" cy="419055"/>
            </a:xfrm>
            <a:custGeom>
              <a:rect b="b" l="l" r="r" t="t"/>
              <a:pathLst>
                <a:path extrusionOk="0" h="419055" w="208226">
                  <a:moveTo>
                    <a:pt x="152500" y="40568"/>
                  </a:moveTo>
                  <a:cubicBezTo>
                    <a:pt x="152500" y="40568"/>
                    <a:pt x="119091" y="90376"/>
                    <a:pt x="72357" y="95033"/>
                  </a:cubicBezTo>
                  <a:cubicBezTo>
                    <a:pt x="57699" y="80585"/>
                    <a:pt x="56366" y="29066"/>
                    <a:pt x="76736" y="12527"/>
                  </a:cubicBezTo>
                  <a:cubicBezTo>
                    <a:pt x="76736" y="12527"/>
                    <a:pt x="57699" y="-2491"/>
                    <a:pt x="45135" y="360"/>
                  </a:cubicBezTo>
                  <a:cubicBezTo>
                    <a:pt x="31448" y="8744"/>
                    <a:pt x="21301" y="21823"/>
                    <a:pt x="16580" y="37146"/>
                  </a:cubicBezTo>
                  <a:cubicBezTo>
                    <a:pt x="4702" y="71346"/>
                    <a:pt x="-885" y="107419"/>
                    <a:pt x="114" y="143606"/>
                  </a:cubicBezTo>
                  <a:cubicBezTo>
                    <a:pt x="875" y="192463"/>
                    <a:pt x="114" y="341698"/>
                    <a:pt x="114" y="341698"/>
                  </a:cubicBezTo>
                  <a:cubicBezTo>
                    <a:pt x="114" y="341698"/>
                    <a:pt x="6681" y="373256"/>
                    <a:pt x="48942" y="396734"/>
                  </a:cubicBezTo>
                  <a:cubicBezTo>
                    <a:pt x="91203" y="420212"/>
                    <a:pt x="122423" y="422493"/>
                    <a:pt x="151073" y="415745"/>
                  </a:cubicBezTo>
                  <a:cubicBezTo>
                    <a:pt x="174678" y="410231"/>
                    <a:pt x="194190" y="401866"/>
                    <a:pt x="202376" y="384757"/>
                  </a:cubicBezTo>
                  <a:cubicBezTo>
                    <a:pt x="200282" y="350538"/>
                    <a:pt x="184957" y="261187"/>
                    <a:pt x="190668" y="218223"/>
                  </a:cubicBezTo>
                  <a:cubicBezTo>
                    <a:pt x="196379" y="175259"/>
                    <a:pt x="205517" y="143036"/>
                    <a:pt x="207801" y="108246"/>
                  </a:cubicBezTo>
                  <a:cubicBezTo>
                    <a:pt x="210086" y="73456"/>
                    <a:pt x="203233" y="74122"/>
                    <a:pt x="185814" y="61765"/>
                  </a:cubicBezTo>
                  <a:cubicBezTo>
                    <a:pt x="175239" y="53904"/>
                    <a:pt x="164103" y="46813"/>
                    <a:pt x="152500" y="4056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5194395" y="3747198"/>
              <a:ext cx="138431" cy="168252"/>
            </a:xfrm>
            <a:custGeom>
              <a:rect b="b" l="l" r="r" t="t"/>
              <a:pathLst>
                <a:path extrusionOk="0" h="168252" w="138431">
                  <a:moveTo>
                    <a:pt x="3060" y="60853"/>
                  </a:moveTo>
                  <a:lnTo>
                    <a:pt x="3060" y="60853"/>
                  </a:lnTo>
                  <a:cubicBezTo>
                    <a:pt x="8581" y="25112"/>
                    <a:pt x="34375" y="-1978"/>
                    <a:pt x="71211" y="113"/>
                  </a:cubicBezTo>
                  <a:cubicBezTo>
                    <a:pt x="110416" y="2252"/>
                    <a:pt x="140465" y="35740"/>
                    <a:pt x="138324" y="74892"/>
                  </a:cubicBezTo>
                  <a:cubicBezTo>
                    <a:pt x="138314" y="74930"/>
                    <a:pt x="138314" y="74978"/>
                    <a:pt x="138314" y="75016"/>
                  </a:cubicBezTo>
                  <a:cubicBezTo>
                    <a:pt x="137105" y="96983"/>
                    <a:pt x="125655" y="117105"/>
                    <a:pt x="107380" y="129386"/>
                  </a:cubicBezTo>
                  <a:cubicBezTo>
                    <a:pt x="106057" y="134804"/>
                    <a:pt x="104144" y="140071"/>
                    <a:pt x="101669" y="145070"/>
                  </a:cubicBezTo>
                  <a:cubicBezTo>
                    <a:pt x="88629" y="160279"/>
                    <a:pt x="49128" y="169689"/>
                    <a:pt x="37802" y="168073"/>
                  </a:cubicBezTo>
                  <a:cubicBezTo>
                    <a:pt x="23981" y="166847"/>
                    <a:pt x="12322" y="157313"/>
                    <a:pt x="8391" y="144025"/>
                  </a:cubicBezTo>
                  <a:cubicBezTo>
                    <a:pt x="-3793" y="115984"/>
                    <a:pt x="15" y="78533"/>
                    <a:pt x="3060" y="6085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5199668" y="3732408"/>
              <a:ext cx="146095" cy="144175"/>
            </a:xfrm>
            <a:custGeom>
              <a:rect b="b" l="l" r="r" t="t"/>
              <a:pathLst>
                <a:path extrusionOk="0" h="144175" w="146095">
                  <a:moveTo>
                    <a:pt x="102106" y="144176"/>
                  </a:moveTo>
                  <a:lnTo>
                    <a:pt x="102106" y="144176"/>
                  </a:lnTo>
                  <a:lnTo>
                    <a:pt x="98680" y="113093"/>
                  </a:lnTo>
                  <a:cubicBezTo>
                    <a:pt x="98680" y="113093"/>
                    <a:pt x="124189" y="47126"/>
                    <a:pt x="63939" y="59768"/>
                  </a:cubicBezTo>
                  <a:cubicBezTo>
                    <a:pt x="24152" y="68133"/>
                    <a:pt x="14158" y="71745"/>
                    <a:pt x="2070" y="45130"/>
                  </a:cubicBezTo>
                  <a:cubicBezTo>
                    <a:pt x="-10018" y="18515"/>
                    <a:pt x="32624" y="-5534"/>
                    <a:pt x="83355" y="1120"/>
                  </a:cubicBezTo>
                  <a:cubicBezTo>
                    <a:pt x="119563" y="4913"/>
                    <a:pt x="146823" y="35777"/>
                    <a:pt x="146081" y="72125"/>
                  </a:cubicBezTo>
                  <a:cubicBezTo>
                    <a:pt x="144748" y="91706"/>
                    <a:pt x="139513" y="131439"/>
                    <a:pt x="102106" y="14417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5186268" y="3976961"/>
              <a:ext cx="186859" cy="320520"/>
            </a:xfrm>
            <a:custGeom>
              <a:rect b="b" l="l" r="r" t="t"/>
              <a:pathLst>
                <a:path extrusionOk="0" h="320520" w="186859">
                  <a:moveTo>
                    <a:pt x="186131" y="4943"/>
                  </a:moveTo>
                  <a:cubicBezTo>
                    <a:pt x="168713" y="0"/>
                    <a:pt x="182039" y="4088"/>
                    <a:pt x="168713" y="0"/>
                  </a:cubicBezTo>
                  <a:cubicBezTo>
                    <a:pt x="123216" y="44485"/>
                    <a:pt x="128832" y="120813"/>
                    <a:pt x="118552" y="196286"/>
                  </a:cubicBezTo>
                  <a:cubicBezTo>
                    <a:pt x="93424" y="237729"/>
                    <a:pt x="241" y="293906"/>
                    <a:pt x="241" y="293906"/>
                  </a:cubicBezTo>
                  <a:cubicBezTo>
                    <a:pt x="-901" y="301986"/>
                    <a:pt x="1859" y="304362"/>
                    <a:pt x="11948" y="320521"/>
                  </a:cubicBezTo>
                  <a:cubicBezTo>
                    <a:pt x="63842" y="300693"/>
                    <a:pt x="111042" y="270295"/>
                    <a:pt x="150533" y="231266"/>
                  </a:cubicBezTo>
                  <a:cubicBezTo>
                    <a:pt x="152818" y="229174"/>
                    <a:pt x="156054" y="228604"/>
                    <a:pt x="157006" y="225752"/>
                  </a:cubicBezTo>
                  <a:cubicBezTo>
                    <a:pt x="172901" y="177655"/>
                    <a:pt x="190700" y="40018"/>
                    <a:pt x="186131" y="49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4957596" y="4074866"/>
              <a:ext cx="216348" cy="290578"/>
            </a:xfrm>
            <a:custGeom>
              <a:rect b="b" l="l" r="r" t="t"/>
              <a:pathLst>
                <a:path extrusionOk="0" h="290578" w="216348">
                  <a:moveTo>
                    <a:pt x="0" y="0"/>
                  </a:moveTo>
                  <a:lnTo>
                    <a:pt x="67770" y="231360"/>
                  </a:lnTo>
                  <a:lnTo>
                    <a:pt x="216349" y="290579"/>
                  </a:lnTo>
                  <a:lnTo>
                    <a:pt x="162190" y="65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5101717" y="4257084"/>
              <a:ext cx="109578" cy="53390"/>
            </a:xfrm>
            <a:custGeom>
              <a:rect b="b" l="l" r="r" t="t"/>
              <a:pathLst>
                <a:path extrusionOk="0" h="53390" w="109578">
                  <a:moveTo>
                    <a:pt x="108112" y="15494"/>
                  </a:moveTo>
                  <a:cubicBezTo>
                    <a:pt x="105923" y="7604"/>
                    <a:pt x="100212" y="9505"/>
                    <a:pt x="93739" y="11502"/>
                  </a:cubicBezTo>
                  <a:cubicBezTo>
                    <a:pt x="86772" y="14353"/>
                    <a:pt x="79100" y="15019"/>
                    <a:pt x="71752" y="13403"/>
                  </a:cubicBezTo>
                  <a:cubicBezTo>
                    <a:pt x="66003" y="10627"/>
                    <a:pt x="60683" y="7043"/>
                    <a:pt x="55952" y="2757"/>
                  </a:cubicBezTo>
                  <a:cubicBezTo>
                    <a:pt x="53077" y="1017"/>
                    <a:pt x="49794" y="67"/>
                    <a:pt x="46434" y="0"/>
                  </a:cubicBezTo>
                  <a:cubicBezTo>
                    <a:pt x="46434" y="1996"/>
                    <a:pt x="49860" y="13688"/>
                    <a:pt x="49860" y="13688"/>
                  </a:cubicBezTo>
                  <a:cubicBezTo>
                    <a:pt x="49860" y="13688"/>
                    <a:pt x="17308" y="13688"/>
                    <a:pt x="13977" y="13688"/>
                  </a:cubicBezTo>
                  <a:cubicBezTo>
                    <a:pt x="11045" y="13070"/>
                    <a:pt x="8171" y="14952"/>
                    <a:pt x="7552" y="17880"/>
                  </a:cubicBezTo>
                  <a:cubicBezTo>
                    <a:pt x="7200" y="19572"/>
                    <a:pt x="7676" y="21339"/>
                    <a:pt x="8837" y="22623"/>
                  </a:cubicBezTo>
                  <a:cubicBezTo>
                    <a:pt x="8104" y="22680"/>
                    <a:pt x="7381" y="22680"/>
                    <a:pt x="6648" y="22623"/>
                  </a:cubicBezTo>
                  <a:cubicBezTo>
                    <a:pt x="-15" y="21102"/>
                    <a:pt x="-2870" y="31368"/>
                    <a:pt x="3792" y="32889"/>
                  </a:cubicBezTo>
                  <a:cubicBezTo>
                    <a:pt x="5582" y="33231"/>
                    <a:pt x="7399" y="33487"/>
                    <a:pt x="9218" y="33649"/>
                  </a:cubicBezTo>
                  <a:cubicBezTo>
                    <a:pt x="4839" y="35360"/>
                    <a:pt x="3792" y="42584"/>
                    <a:pt x="9218" y="43154"/>
                  </a:cubicBezTo>
                  <a:lnTo>
                    <a:pt x="10836" y="43154"/>
                  </a:lnTo>
                  <a:cubicBezTo>
                    <a:pt x="11645" y="43373"/>
                    <a:pt x="12501" y="43373"/>
                    <a:pt x="13310" y="43154"/>
                  </a:cubicBezTo>
                  <a:lnTo>
                    <a:pt x="14262" y="43154"/>
                  </a:lnTo>
                  <a:cubicBezTo>
                    <a:pt x="13701" y="46358"/>
                    <a:pt x="15852" y="49418"/>
                    <a:pt x="19059" y="49970"/>
                  </a:cubicBezTo>
                  <a:cubicBezTo>
                    <a:pt x="19107" y="49979"/>
                    <a:pt x="19164" y="49989"/>
                    <a:pt x="19212" y="49998"/>
                  </a:cubicBezTo>
                  <a:cubicBezTo>
                    <a:pt x="35107" y="52089"/>
                    <a:pt x="58522" y="58458"/>
                    <a:pt x="72894" y="45341"/>
                  </a:cubicBezTo>
                  <a:cubicBezTo>
                    <a:pt x="82774" y="44295"/>
                    <a:pt x="92416" y="41662"/>
                    <a:pt x="101449" y="37546"/>
                  </a:cubicBezTo>
                  <a:cubicBezTo>
                    <a:pt x="110491" y="33839"/>
                    <a:pt x="110777" y="24904"/>
                    <a:pt x="108112" y="154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4984781" y="4223327"/>
              <a:ext cx="67863" cy="55821"/>
            </a:xfrm>
            <a:custGeom>
              <a:rect b="b" l="l" r="r" t="t"/>
              <a:pathLst>
                <a:path extrusionOk="0" h="55821" w="67863">
                  <a:moveTo>
                    <a:pt x="62477" y="30335"/>
                  </a:moveTo>
                  <a:lnTo>
                    <a:pt x="60192" y="30335"/>
                  </a:lnTo>
                  <a:cubicBezTo>
                    <a:pt x="62420" y="28253"/>
                    <a:pt x="62534" y="24764"/>
                    <a:pt x="60459" y="22540"/>
                  </a:cubicBezTo>
                  <a:cubicBezTo>
                    <a:pt x="59564" y="21590"/>
                    <a:pt x="58355" y="20981"/>
                    <a:pt x="57051" y="20829"/>
                  </a:cubicBezTo>
                  <a:cubicBezTo>
                    <a:pt x="53720" y="20829"/>
                    <a:pt x="20216" y="13890"/>
                    <a:pt x="20216" y="13890"/>
                  </a:cubicBezTo>
                  <a:lnTo>
                    <a:pt x="16123" y="108"/>
                  </a:lnTo>
                  <a:cubicBezTo>
                    <a:pt x="16123" y="-653"/>
                    <a:pt x="10317" y="2864"/>
                    <a:pt x="10127" y="2959"/>
                  </a:cubicBezTo>
                  <a:cubicBezTo>
                    <a:pt x="4406" y="6723"/>
                    <a:pt x="694" y="12873"/>
                    <a:pt x="37" y="19689"/>
                  </a:cubicBezTo>
                  <a:cubicBezTo>
                    <a:pt x="-400" y="29232"/>
                    <a:pt x="3035" y="38557"/>
                    <a:pt x="9555" y="45543"/>
                  </a:cubicBezTo>
                  <a:cubicBezTo>
                    <a:pt x="15638" y="51503"/>
                    <a:pt x="23785" y="54906"/>
                    <a:pt x="32304" y="55049"/>
                  </a:cubicBezTo>
                  <a:cubicBezTo>
                    <a:pt x="36302" y="55049"/>
                    <a:pt x="40204" y="55049"/>
                    <a:pt x="43726" y="55809"/>
                  </a:cubicBezTo>
                  <a:cubicBezTo>
                    <a:pt x="46981" y="56018"/>
                    <a:pt x="49789" y="53556"/>
                    <a:pt x="49998" y="50305"/>
                  </a:cubicBezTo>
                  <a:cubicBezTo>
                    <a:pt x="49998" y="50210"/>
                    <a:pt x="50008" y="50106"/>
                    <a:pt x="50008" y="50011"/>
                  </a:cubicBezTo>
                  <a:lnTo>
                    <a:pt x="51055" y="50011"/>
                  </a:lnTo>
                  <a:cubicBezTo>
                    <a:pt x="51835" y="50201"/>
                    <a:pt x="52654" y="50201"/>
                    <a:pt x="53435" y="50011"/>
                  </a:cubicBezTo>
                  <a:lnTo>
                    <a:pt x="55148" y="50011"/>
                  </a:lnTo>
                  <a:cubicBezTo>
                    <a:pt x="60859" y="50011"/>
                    <a:pt x="61334" y="42977"/>
                    <a:pt x="57432" y="40505"/>
                  </a:cubicBezTo>
                  <a:cubicBezTo>
                    <a:pt x="59240" y="40505"/>
                    <a:pt x="61049" y="40505"/>
                    <a:pt x="62953" y="40505"/>
                  </a:cubicBezTo>
                  <a:cubicBezTo>
                    <a:pt x="69901" y="40885"/>
                    <a:pt x="69234" y="30239"/>
                    <a:pt x="62477" y="3033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5132255" y="3894454"/>
              <a:ext cx="67293" cy="97715"/>
            </a:xfrm>
            <a:custGeom>
              <a:rect b="b" l="l" r="r" t="t"/>
              <a:pathLst>
                <a:path extrusionOk="0" h="97715" w="67293">
                  <a:moveTo>
                    <a:pt x="24367" y="97715"/>
                  </a:moveTo>
                  <a:cubicBezTo>
                    <a:pt x="15153" y="97344"/>
                    <a:pt x="6435" y="93466"/>
                    <a:pt x="0" y="86879"/>
                  </a:cubicBezTo>
                  <a:cubicBezTo>
                    <a:pt x="1333" y="69769"/>
                    <a:pt x="23224" y="4848"/>
                    <a:pt x="67294" y="0"/>
                  </a:cubicBezTo>
                  <a:cubicBezTo>
                    <a:pt x="55310" y="8431"/>
                    <a:pt x="45811" y="19923"/>
                    <a:pt x="39786" y="33269"/>
                  </a:cubicBezTo>
                  <a:cubicBezTo>
                    <a:pt x="33000" y="54323"/>
                    <a:pt x="27841" y="75872"/>
                    <a:pt x="24367" y="977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5305132" y="3960902"/>
              <a:ext cx="81740" cy="121566"/>
            </a:xfrm>
            <a:custGeom>
              <a:rect b="b" l="l" r="r" t="t"/>
              <a:pathLst>
                <a:path extrusionOk="0" h="121566" w="81740">
                  <a:moveTo>
                    <a:pt x="75168" y="117100"/>
                  </a:moveTo>
                  <a:cubicBezTo>
                    <a:pt x="75168" y="117100"/>
                    <a:pt x="31289" y="132214"/>
                    <a:pt x="355" y="106834"/>
                  </a:cubicBezTo>
                  <a:cubicBezTo>
                    <a:pt x="-2977" y="101036"/>
                    <a:pt x="18249" y="26514"/>
                    <a:pt x="18249" y="26514"/>
                  </a:cubicBezTo>
                  <a:cubicBezTo>
                    <a:pt x="18249" y="26514"/>
                    <a:pt x="36714" y="-11507"/>
                    <a:pt x="65840" y="3511"/>
                  </a:cubicBezTo>
                  <a:cubicBezTo>
                    <a:pt x="94966" y="18530"/>
                    <a:pt x="75168" y="117100"/>
                    <a:pt x="75168" y="11710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2821998" y="4049582"/>
              <a:ext cx="101559" cy="177370"/>
            </a:xfrm>
            <a:custGeom>
              <a:rect b="b" l="l" r="r" t="t"/>
              <a:pathLst>
                <a:path extrusionOk="0" h="177370" w="101559">
                  <a:moveTo>
                    <a:pt x="0" y="0"/>
                  </a:moveTo>
                  <a:cubicBezTo>
                    <a:pt x="0" y="0"/>
                    <a:pt x="6092" y="90966"/>
                    <a:pt x="17989" y="104084"/>
                  </a:cubicBezTo>
                  <a:cubicBezTo>
                    <a:pt x="29887" y="117201"/>
                    <a:pt x="70340" y="126136"/>
                    <a:pt x="70340" y="126136"/>
                  </a:cubicBezTo>
                  <a:lnTo>
                    <a:pt x="101559" y="177370"/>
                  </a:lnTo>
                  <a:cubicBezTo>
                    <a:pt x="101559" y="177370"/>
                    <a:pt x="73005" y="14543"/>
                    <a:pt x="66913" y="10646"/>
                  </a:cubicBezTo>
                  <a:cubicBezTo>
                    <a:pt x="60821" y="67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2814097" y="3945071"/>
              <a:ext cx="67769" cy="130685"/>
            </a:xfrm>
            <a:custGeom>
              <a:rect b="b" l="l" r="r" t="t"/>
              <a:pathLst>
                <a:path extrusionOk="0" h="130685" w="67769">
                  <a:moveTo>
                    <a:pt x="67770" y="3183"/>
                  </a:moveTo>
                  <a:cubicBezTo>
                    <a:pt x="52097" y="-4127"/>
                    <a:pt x="33430" y="1529"/>
                    <a:pt x="24462" y="16300"/>
                  </a:cubicBezTo>
                  <a:cubicBezTo>
                    <a:pt x="12945" y="35311"/>
                    <a:pt x="1047" y="100328"/>
                    <a:pt x="0" y="111354"/>
                  </a:cubicBezTo>
                  <a:cubicBezTo>
                    <a:pt x="0" y="111354"/>
                    <a:pt x="16086" y="133597"/>
                    <a:pt x="40167" y="13036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2966810" y="4837262"/>
              <a:ext cx="145801" cy="82247"/>
            </a:xfrm>
            <a:custGeom>
              <a:rect b="b" l="l" r="r" t="t"/>
              <a:pathLst>
                <a:path extrusionOk="0" h="82247" w="145801">
                  <a:moveTo>
                    <a:pt x="7003" y="19800"/>
                  </a:moveTo>
                  <a:cubicBezTo>
                    <a:pt x="23964" y="24458"/>
                    <a:pt x="42087" y="22272"/>
                    <a:pt x="57449" y="13717"/>
                  </a:cubicBezTo>
                  <a:cubicBezTo>
                    <a:pt x="69537" y="13717"/>
                    <a:pt x="135498" y="-14134"/>
                    <a:pt x="144446" y="9535"/>
                  </a:cubicBezTo>
                  <a:cubicBezTo>
                    <a:pt x="152346" y="30256"/>
                    <a:pt x="123791" y="49457"/>
                    <a:pt x="108562" y="53164"/>
                  </a:cubicBezTo>
                  <a:cubicBezTo>
                    <a:pt x="75248" y="61244"/>
                    <a:pt x="50596" y="77783"/>
                    <a:pt x="37175" y="80635"/>
                  </a:cubicBezTo>
                  <a:cubicBezTo>
                    <a:pt x="27657" y="82726"/>
                    <a:pt x="14332" y="84057"/>
                    <a:pt x="6432" y="76262"/>
                  </a:cubicBezTo>
                  <a:cubicBezTo>
                    <a:pt x="-2515" y="66852"/>
                    <a:pt x="-1944" y="32157"/>
                    <a:pt x="7003" y="1980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2969244" y="4850979"/>
              <a:ext cx="143767" cy="68530"/>
            </a:xfrm>
            <a:custGeom>
              <a:rect b="b" l="l" r="r" t="t"/>
              <a:pathLst>
                <a:path extrusionOk="0" h="68530" w="143767">
                  <a:moveTo>
                    <a:pt x="35122" y="61119"/>
                  </a:moveTo>
                  <a:cubicBezTo>
                    <a:pt x="48543" y="58363"/>
                    <a:pt x="73195" y="42109"/>
                    <a:pt x="106509" y="33649"/>
                  </a:cubicBezTo>
                  <a:cubicBezTo>
                    <a:pt x="119263" y="30607"/>
                    <a:pt x="141250" y="16634"/>
                    <a:pt x="143535" y="0"/>
                  </a:cubicBezTo>
                  <a:cubicBezTo>
                    <a:pt x="146485" y="19011"/>
                    <a:pt x="120691" y="36025"/>
                    <a:pt x="106509" y="39447"/>
                  </a:cubicBezTo>
                  <a:cubicBezTo>
                    <a:pt x="73195" y="47527"/>
                    <a:pt x="48543" y="64066"/>
                    <a:pt x="35122" y="66918"/>
                  </a:cubicBezTo>
                  <a:cubicBezTo>
                    <a:pt x="25604" y="69009"/>
                    <a:pt x="12278" y="70340"/>
                    <a:pt x="4378" y="62545"/>
                  </a:cubicBezTo>
                  <a:cubicBezTo>
                    <a:pt x="2265" y="60292"/>
                    <a:pt x="761" y="57545"/>
                    <a:pt x="0" y="54561"/>
                  </a:cubicBezTo>
                  <a:cubicBezTo>
                    <a:pt x="10013" y="62156"/>
                    <a:pt x="23034" y="64589"/>
                    <a:pt x="35122" y="6111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2864165" y="4805303"/>
              <a:ext cx="146191" cy="82209"/>
            </a:xfrm>
            <a:custGeom>
              <a:rect b="b" l="l" r="r" t="t"/>
              <a:pathLst>
                <a:path extrusionOk="0" h="82209" w="146191">
                  <a:moveTo>
                    <a:pt x="7327" y="19726"/>
                  </a:moveTo>
                  <a:cubicBezTo>
                    <a:pt x="24287" y="24431"/>
                    <a:pt x="42423" y="22245"/>
                    <a:pt x="57774" y="13642"/>
                  </a:cubicBezTo>
                  <a:cubicBezTo>
                    <a:pt x="69957" y="13642"/>
                    <a:pt x="135823" y="-14113"/>
                    <a:pt x="144865" y="9555"/>
                  </a:cubicBezTo>
                  <a:cubicBezTo>
                    <a:pt x="152670" y="30277"/>
                    <a:pt x="124116" y="49477"/>
                    <a:pt x="108886" y="53185"/>
                  </a:cubicBezTo>
                  <a:cubicBezTo>
                    <a:pt x="75573" y="61169"/>
                    <a:pt x="50921" y="77804"/>
                    <a:pt x="37595" y="80560"/>
                  </a:cubicBezTo>
                  <a:cubicBezTo>
                    <a:pt x="27601" y="82651"/>
                    <a:pt x="14656" y="84077"/>
                    <a:pt x="6756" y="76283"/>
                  </a:cubicBezTo>
                  <a:cubicBezTo>
                    <a:pt x="-2762" y="66872"/>
                    <a:pt x="-1905" y="32178"/>
                    <a:pt x="7327" y="1972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2866543" y="4818565"/>
              <a:ext cx="143767" cy="68566"/>
            </a:xfrm>
            <a:custGeom>
              <a:rect b="b" l="l" r="r" t="t"/>
              <a:pathLst>
                <a:path extrusionOk="0" h="68566" w="143767">
                  <a:moveTo>
                    <a:pt x="35217" y="61215"/>
                  </a:moveTo>
                  <a:cubicBezTo>
                    <a:pt x="48543" y="58363"/>
                    <a:pt x="73290" y="42204"/>
                    <a:pt x="106509" y="33744"/>
                  </a:cubicBezTo>
                  <a:cubicBezTo>
                    <a:pt x="119263" y="30702"/>
                    <a:pt x="141345" y="16730"/>
                    <a:pt x="143534" y="0"/>
                  </a:cubicBezTo>
                  <a:cubicBezTo>
                    <a:pt x="146485" y="19011"/>
                    <a:pt x="120691" y="36025"/>
                    <a:pt x="106509" y="39542"/>
                  </a:cubicBezTo>
                  <a:cubicBezTo>
                    <a:pt x="73195" y="47527"/>
                    <a:pt x="48543" y="64161"/>
                    <a:pt x="35217" y="66918"/>
                  </a:cubicBezTo>
                  <a:cubicBezTo>
                    <a:pt x="25223" y="69009"/>
                    <a:pt x="12278" y="70435"/>
                    <a:pt x="4378" y="62640"/>
                  </a:cubicBezTo>
                  <a:cubicBezTo>
                    <a:pt x="2320" y="60350"/>
                    <a:pt x="821" y="57622"/>
                    <a:pt x="0" y="54656"/>
                  </a:cubicBezTo>
                  <a:cubicBezTo>
                    <a:pt x="10052" y="62251"/>
                    <a:pt x="23099" y="64684"/>
                    <a:pt x="35217" y="61215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2858160" y="4267254"/>
              <a:ext cx="210834" cy="594226"/>
            </a:xfrm>
            <a:custGeom>
              <a:rect b="b" l="l" r="r" t="t"/>
              <a:pathLst>
                <a:path extrusionOk="0" h="594226" w="210834">
                  <a:moveTo>
                    <a:pt x="6098" y="372610"/>
                  </a:moveTo>
                  <a:cubicBezTo>
                    <a:pt x="8933" y="348172"/>
                    <a:pt x="14031" y="324057"/>
                    <a:pt x="21327" y="300559"/>
                  </a:cubicBezTo>
                  <a:cubicBezTo>
                    <a:pt x="21327" y="300559"/>
                    <a:pt x="16759" y="238299"/>
                    <a:pt x="14474" y="179271"/>
                  </a:cubicBezTo>
                  <a:cubicBezTo>
                    <a:pt x="11904" y="112734"/>
                    <a:pt x="-11320" y="53420"/>
                    <a:pt x="6955" y="0"/>
                  </a:cubicBezTo>
                  <a:lnTo>
                    <a:pt x="210835" y="45340"/>
                  </a:lnTo>
                  <a:cubicBezTo>
                    <a:pt x="210835" y="45340"/>
                    <a:pt x="201317" y="312821"/>
                    <a:pt x="198176" y="345140"/>
                  </a:cubicBezTo>
                  <a:cubicBezTo>
                    <a:pt x="196596" y="370310"/>
                    <a:pt x="193417" y="395366"/>
                    <a:pt x="188657" y="420137"/>
                  </a:cubicBezTo>
                  <a:cubicBezTo>
                    <a:pt x="179139" y="471941"/>
                    <a:pt x="168955" y="587907"/>
                    <a:pt x="168955" y="587907"/>
                  </a:cubicBezTo>
                  <a:cubicBezTo>
                    <a:pt x="147063" y="600644"/>
                    <a:pt x="114987" y="590188"/>
                    <a:pt x="114987" y="590188"/>
                  </a:cubicBezTo>
                  <a:cubicBezTo>
                    <a:pt x="114987" y="590188"/>
                    <a:pt x="114987" y="445041"/>
                    <a:pt x="116224" y="407685"/>
                  </a:cubicBezTo>
                  <a:cubicBezTo>
                    <a:pt x="117937" y="362059"/>
                    <a:pt x="119365" y="365576"/>
                    <a:pt x="119365" y="365576"/>
                  </a:cubicBezTo>
                  <a:lnTo>
                    <a:pt x="112512" y="251987"/>
                  </a:lnTo>
                  <a:lnTo>
                    <a:pt x="108038" y="195525"/>
                  </a:lnTo>
                  <a:cubicBezTo>
                    <a:pt x="108038" y="195525"/>
                    <a:pt x="102327" y="236969"/>
                    <a:pt x="98520" y="273945"/>
                  </a:cubicBezTo>
                  <a:cubicBezTo>
                    <a:pt x="95284" y="306263"/>
                    <a:pt x="87479" y="335444"/>
                    <a:pt x="78722" y="395613"/>
                  </a:cubicBezTo>
                  <a:cubicBezTo>
                    <a:pt x="71203" y="447703"/>
                    <a:pt x="63398" y="554068"/>
                    <a:pt x="63398" y="554068"/>
                  </a:cubicBezTo>
                  <a:cubicBezTo>
                    <a:pt x="41506" y="566710"/>
                    <a:pt x="12000" y="557965"/>
                    <a:pt x="12000" y="557965"/>
                  </a:cubicBezTo>
                  <a:cubicBezTo>
                    <a:pt x="12000" y="557965"/>
                    <a:pt x="197" y="417856"/>
                    <a:pt x="6098" y="3726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2884049" y="3772563"/>
              <a:ext cx="155365" cy="247695"/>
            </a:xfrm>
            <a:custGeom>
              <a:rect b="b" l="l" r="r" t="t"/>
              <a:pathLst>
                <a:path extrusionOk="0" h="247695" w="155365">
                  <a:moveTo>
                    <a:pt x="8859" y="177022"/>
                  </a:moveTo>
                  <a:cubicBezTo>
                    <a:pt x="24564" y="177782"/>
                    <a:pt x="36271" y="181869"/>
                    <a:pt x="38270" y="177022"/>
                  </a:cubicBezTo>
                  <a:cubicBezTo>
                    <a:pt x="39966" y="168895"/>
                    <a:pt x="41174" y="160673"/>
                    <a:pt x="41887" y="152403"/>
                  </a:cubicBezTo>
                  <a:cubicBezTo>
                    <a:pt x="40078" y="147840"/>
                    <a:pt x="38460" y="142897"/>
                    <a:pt x="38460" y="142897"/>
                  </a:cubicBezTo>
                  <a:cubicBezTo>
                    <a:pt x="18662" y="130826"/>
                    <a:pt x="12476" y="109439"/>
                    <a:pt x="9906" y="84535"/>
                  </a:cubicBezTo>
                  <a:cubicBezTo>
                    <a:pt x="5527" y="42046"/>
                    <a:pt x="28942" y="4880"/>
                    <a:pt x="71013" y="412"/>
                  </a:cubicBezTo>
                  <a:cubicBezTo>
                    <a:pt x="111084" y="-3770"/>
                    <a:pt x="140495" y="24365"/>
                    <a:pt x="148396" y="62862"/>
                  </a:cubicBezTo>
                  <a:cubicBezTo>
                    <a:pt x="152584" y="81873"/>
                    <a:pt x="161055" y="117899"/>
                    <a:pt x="149633" y="149171"/>
                  </a:cubicBezTo>
                  <a:cubicBezTo>
                    <a:pt x="143256" y="166756"/>
                    <a:pt x="135070" y="180634"/>
                    <a:pt x="126884" y="183295"/>
                  </a:cubicBezTo>
                  <a:cubicBezTo>
                    <a:pt x="118946" y="183143"/>
                    <a:pt x="111027" y="182449"/>
                    <a:pt x="103184" y="181204"/>
                  </a:cubicBezTo>
                  <a:lnTo>
                    <a:pt x="103184" y="181204"/>
                  </a:lnTo>
                  <a:cubicBezTo>
                    <a:pt x="103184" y="181204"/>
                    <a:pt x="101090" y="192991"/>
                    <a:pt x="99662" y="200215"/>
                  </a:cubicBezTo>
                  <a:cubicBezTo>
                    <a:pt x="98235" y="207439"/>
                    <a:pt x="98711" y="211716"/>
                    <a:pt x="113844" y="221031"/>
                  </a:cubicBezTo>
                  <a:cubicBezTo>
                    <a:pt x="128978" y="230347"/>
                    <a:pt x="91001" y="249548"/>
                    <a:pt x="66253" y="247551"/>
                  </a:cubicBezTo>
                  <a:cubicBezTo>
                    <a:pt x="41506" y="245555"/>
                    <a:pt x="13523" y="230727"/>
                    <a:pt x="5908" y="214758"/>
                  </a:cubicBezTo>
                  <a:cubicBezTo>
                    <a:pt x="-2754" y="197553"/>
                    <a:pt x="-1992" y="176451"/>
                    <a:pt x="8859" y="17702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2832349" y="3948237"/>
              <a:ext cx="239208" cy="394751"/>
            </a:xfrm>
            <a:custGeom>
              <a:rect b="b" l="l" r="r" t="t"/>
              <a:pathLst>
                <a:path extrusionOk="0" h="394751" w="239208">
                  <a:moveTo>
                    <a:pt x="83308" y="3725"/>
                  </a:moveTo>
                  <a:cubicBezTo>
                    <a:pt x="78930" y="14561"/>
                    <a:pt x="90066" y="27868"/>
                    <a:pt x="119667" y="37088"/>
                  </a:cubicBezTo>
                  <a:cubicBezTo>
                    <a:pt x="149269" y="46308"/>
                    <a:pt x="151839" y="34427"/>
                    <a:pt x="151839" y="34427"/>
                  </a:cubicBezTo>
                  <a:cubicBezTo>
                    <a:pt x="171408" y="43257"/>
                    <a:pt x="190473" y="53162"/>
                    <a:pt x="208948" y="64083"/>
                  </a:cubicBezTo>
                  <a:cubicBezTo>
                    <a:pt x="226652" y="76441"/>
                    <a:pt x="234552" y="112371"/>
                    <a:pt x="236932" y="172920"/>
                  </a:cubicBezTo>
                  <a:cubicBezTo>
                    <a:pt x="239692" y="242974"/>
                    <a:pt x="239977" y="346963"/>
                    <a:pt x="237598" y="364928"/>
                  </a:cubicBezTo>
                  <a:cubicBezTo>
                    <a:pt x="237598" y="364928"/>
                    <a:pt x="204475" y="398007"/>
                    <a:pt x="161452" y="394490"/>
                  </a:cubicBezTo>
                  <a:cubicBezTo>
                    <a:pt x="118430" y="390973"/>
                    <a:pt x="47234" y="353427"/>
                    <a:pt x="30196" y="324435"/>
                  </a:cubicBezTo>
                  <a:cubicBezTo>
                    <a:pt x="30196" y="263031"/>
                    <a:pt x="37906" y="253050"/>
                    <a:pt x="27912" y="217595"/>
                  </a:cubicBezTo>
                  <a:cubicBezTo>
                    <a:pt x="5068" y="136514"/>
                    <a:pt x="-6925" y="103531"/>
                    <a:pt x="4212" y="49540"/>
                  </a:cubicBezTo>
                  <a:cubicBezTo>
                    <a:pt x="13730" y="5150"/>
                    <a:pt x="26103" y="-363"/>
                    <a:pt x="43712" y="17"/>
                  </a:cubicBezTo>
                  <a:cubicBezTo>
                    <a:pt x="56967" y="550"/>
                    <a:pt x="70185" y="1785"/>
                    <a:pt x="83308" y="37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3011886" y="4098914"/>
              <a:ext cx="63391" cy="288487"/>
            </a:xfrm>
            <a:custGeom>
              <a:rect b="b" l="l" r="r" t="t"/>
              <a:pathLst>
                <a:path extrusionOk="0" h="288487" w="63391">
                  <a:moveTo>
                    <a:pt x="21226" y="268241"/>
                  </a:moveTo>
                  <a:lnTo>
                    <a:pt x="0" y="24144"/>
                  </a:lnTo>
                  <a:lnTo>
                    <a:pt x="45592" y="0"/>
                  </a:lnTo>
                  <a:lnTo>
                    <a:pt x="63391" y="14923"/>
                  </a:lnTo>
                  <a:lnTo>
                    <a:pt x="57109" y="234117"/>
                  </a:lnTo>
                  <a:lnTo>
                    <a:pt x="57109" y="234117"/>
                  </a:lnTo>
                  <a:lnTo>
                    <a:pt x="57109" y="240200"/>
                  </a:lnTo>
                  <a:lnTo>
                    <a:pt x="57109" y="240200"/>
                  </a:lnTo>
                  <a:lnTo>
                    <a:pt x="57109" y="247995"/>
                  </a:lnTo>
                  <a:cubicBezTo>
                    <a:pt x="57109" y="247995"/>
                    <a:pt x="58061" y="266435"/>
                    <a:pt x="23224" y="288488"/>
                  </a:cubicBezTo>
                  <a:cubicBezTo>
                    <a:pt x="23224" y="288488"/>
                    <a:pt x="22653" y="282689"/>
                    <a:pt x="22177" y="277271"/>
                  </a:cubicBezTo>
                  <a:lnTo>
                    <a:pt x="22177" y="277271"/>
                  </a:lnTo>
                  <a:lnTo>
                    <a:pt x="21321" y="267766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2997806" y="3997207"/>
              <a:ext cx="83658" cy="135231"/>
            </a:xfrm>
            <a:custGeom>
              <a:rect b="b" l="l" r="r" t="t"/>
              <a:pathLst>
                <a:path extrusionOk="0" h="135231" w="83658">
                  <a:moveTo>
                    <a:pt x="29880" y="0"/>
                  </a:moveTo>
                  <a:cubicBezTo>
                    <a:pt x="53390" y="0"/>
                    <a:pt x="67953" y="11977"/>
                    <a:pt x="74140" y="48192"/>
                  </a:cubicBezTo>
                  <a:cubicBezTo>
                    <a:pt x="80327" y="84408"/>
                    <a:pt x="83658" y="114064"/>
                    <a:pt x="83658" y="114064"/>
                  </a:cubicBezTo>
                  <a:cubicBezTo>
                    <a:pt x="72826" y="126070"/>
                    <a:pt x="57807" y="133484"/>
                    <a:pt x="41683" y="134786"/>
                  </a:cubicBezTo>
                  <a:cubicBezTo>
                    <a:pt x="13128" y="137923"/>
                    <a:pt x="4943" y="123475"/>
                    <a:pt x="4943" y="123475"/>
                  </a:cubicBezTo>
                  <a:cubicBezTo>
                    <a:pt x="4943" y="123475"/>
                    <a:pt x="1897" y="85929"/>
                    <a:pt x="374" y="60359"/>
                  </a:cubicBezTo>
                  <a:cubicBezTo>
                    <a:pt x="-1149" y="34790"/>
                    <a:pt x="755" y="570"/>
                    <a:pt x="29880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2888823" y="3761654"/>
              <a:ext cx="150557" cy="165637"/>
            </a:xfrm>
            <a:custGeom>
              <a:rect b="b" l="l" r="r" t="t"/>
              <a:pathLst>
                <a:path extrusionOk="0" h="165637" w="150557">
                  <a:moveTo>
                    <a:pt x="142099" y="68353"/>
                  </a:moveTo>
                  <a:cubicBezTo>
                    <a:pt x="142099" y="68353"/>
                    <a:pt x="178840" y="12557"/>
                    <a:pt x="99172" y="1150"/>
                  </a:cubicBezTo>
                  <a:cubicBezTo>
                    <a:pt x="42063" y="-7024"/>
                    <a:pt x="4752" y="29667"/>
                    <a:pt x="468" y="69874"/>
                  </a:cubicBezTo>
                  <a:cubicBezTo>
                    <a:pt x="-3624" y="107896"/>
                    <a:pt x="19981" y="147723"/>
                    <a:pt x="37018" y="163502"/>
                  </a:cubicBezTo>
                  <a:cubicBezTo>
                    <a:pt x="53749" y="167751"/>
                    <a:pt x="71464" y="165612"/>
                    <a:pt x="86703" y="157514"/>
                  </a:cubicBezTo>
                  <a:cubicBezTo>
                    <a:pt x="87636" y="147115"/>
                    <a:pt x="87988" y="136678"/>
                    <a:pt x="87750" y="126241"/>
                  </a:cubicBezTo>
                  <a:cubicBezTo>
                    <a:pt x="87750" y="126241"/>
                    <a:pt x="59862" y="67308"/>
                    <a:pt x="142099" y="6835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2091982" y="2625612"/>
              <a:ext cx="210167" cy="307273"/>
            </a:xfrm>
            <a:custGeom>
              <a:rect b="b" l="l" r="r" t="t"/>
              <a:pathLst>
                <a:path extrusionOk="0" h="307273" w="210167">
                  <a:moveTo>
                    <a:pt x="136175" y="10238"/>
                  </a:moveTo>
                  <a:cubicBezTo>
                    <a:pt x="127799" y="-3260"/>
                    <a:pt x="63836" y="-12100"/>
                    <a:pt x="42801" y="41986"/>
                  </a:cubicBezTo>
                  <a:cubicBezTo>
                    <a:pt x="34806" y="62517"/>
                    <a:pt x="36043" y="114987"/>
                    <a:pt x="29380" y="147875"/>
                  </a:cubicBezTo>
                  <a:cubicBezTo>
                    <a:pt x="22718" y="180764"/>
                    <a:pt x="7013" y="199489"/>
                    <a:pt x="1397" y="226199"/>
                  </a:cubicBezTo>
                  <a:cubicBezTo>
                    <a:pt x="-4219" y="252910"/>
                    <a:pt x="4919" y="297775"/>
                    <a:pt x="69452" y="305664"/>
                  </a:cubicBezTo>
                  <a:cubicBezTo>
                    <a:pt x="133985" y="313554"/>
                    <a:pt x="183670" y="290931"/>
                    <a:pt x="198709" y="270399"/>
                  </a:cubicBezTo>
                  <a:cubicBezTo>
                    <a:pt x="213748" y="249868"/>
                    <a:pt x="214224" y="206238"/>
                    <a:pt x="198709" y="182855"/>
                  </a:cubicBezTo>
                  <a:cubicBezTo>
                    <a:pt x="183194" y="159472"/>
                    <a:pt x="170916" y="140366"/>
                    <a:pt x="171297" y="10985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2269538" y="2847336"/>
              <a:ext cx="39152" cy="227300"/>
            </a:xfrm>
            <a:custGeom>
              <a:rect b="b" l="l" r="r" t="t"/>
              <a:pathLst>
                <a:path extrusionOk="0" h="227300" w="39152">
                  <a:moveTo>
                    <a:pt x="35145" y="14835"/>
                  </a:moveTo>
                  <a:cubicBezTo>
                    <a:pt x="35145" y="14835"/>
                    <a:pt x="50279" y="121866"/>
                    <a:pt x="21725" y="197909"/>
                  </a:cubicBezTo>
                  <a:cubicBezTo>
                    <a:pt x="-6830" y="273952"/>
                    <a:pt x="975" y="178423"/>
                    <a:pt x="975" y="178423"/>
                  </a:cubicBezTo>
                  <a:lnTo>
                    <a:pt x="7923" y="155705"/>
                  </a:lnTo>
                  <a:cubicBezTo>
                    <a:pt x="7923" y="155705"/>
                    <a:pt x="13634" y="68446"/>
                    <a:pt x="11255" y="47059"/>
                  </a:cubicBezTo>
                  <a:cubicBezTo>
                    <a:pt x="8875" y="25672"/>
                    <a:pt x="9446" y="7231"/>
                    <a:pt x="7923" y="5520"/>
                  </a:cubicBezTo>
                  <a:cubicBezTo>
                    <a:pt x="6400" y="3809"/>
                    <a:pt x="13539" y="387"/>
                    <a:pt x="16585" y="7"/>
                  </a:cubicBezTo>
                  <a:cubicBezTo>
                    <a:pt x="19631" y="-373"/>
                    <a:pt x="35145" y="14835"/>
                    <a:pt x="35145" y="148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2185896" y="2622782"/>
              <a:ext cx="100407" cy="124097"/>
            </a:xfrm>
            <a:custGeom>
              <a:rect b="b" l="l" r="r" t="t"/>
              <a:pathLst>
                <a:path extrusionOk="0" h="124097" w="100407">
                  <a:moveTo>
                    <a:pt x="0" y="3657"/>
                  </a:moveTo>
                  <a:cubicBezTo>
                    <a:pt x="0" y="3657"/>
                    <a:pt x="48162" y="-10126"/>
                    <a:pt x="77288" y="15824"/>
                  </a:cubicBezTo>
                  <a:cubicBezTo>
                    <a:pt x="96918" y="33855"/>
                    <a:pt x="104879" y="61297"/>
                    <a:pt x="97942" y="87019"/>
                  </a:cubicBezTo>
                  <a:cubicBezTo>
                    <a:pt x="94040" y="102227"/>
                    <a:pt x="86235" y="122949"/>
                    <a:pt x="74147" y="124090"/>
                  </a:cubicBezTo>
                  <a:cubicBezTo>
                    <a:pt x="62059" y="125230"/>
                    <a:pt x="0" y="3657"/>
                    <a:pt x="0" y="3657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2142363" y="2757613"/>
              <a:ext cx="124104" cy="138364"/>
            </a:xfrm>
            <a:custGeom>
              <a:rect b="b" l="l" r="r" t="t"/>
              <a:pathLst>
                <a:path extrusionOk="0" h="138364" w="124104">
                  <a:moveTo>
                    <a:pt x="25163" y="0"/>
                  </a:moveTo>
                  <a:cubicBezTo>
                    <a:pt x="25163" y="0"/>
                    <a:pt x="28304" y="53515"/>
                    <a:pt x="27352" y="57032"/>
                  </a:cubicBezTo>
                  <a:cubicBezTo>
                    <a:pt x="26400" y="60549"/>
                    <a:pt x="6221" y="64826"/>
                    <a:pt x="606" y="69484"/>
                  </a:cubicBezTo>
                  <a:cubicBezTo>
                    <a:pt x="-5010" y="74142"/>
                    <a:pt x="29826" y="128513"/>
                    <a:pt x="47530" y="136592"/>
                  </a:cubicBezTo>
                  <a:cubicBezTo>
                    <a:pt x="65234" y="144671"/>
                    <a:pt x="119964" y="124045"/>
                    <a:pt x="123676" y="96860"/>
                  </a:cubicBezTo>
                  <a:cubicBezTo>
                    <a:pt x="127198" y="71766"/>
                    <a:pt x="108066" y="52279"/>
                    <a:pt x="100642" y="45531"/>
                  </a:cubicBezTo>
                  <a:cubicBezTo>
                    <a:pt x="95603" y="45179"/>
                    <a:pt x="90547" y="45179"/>
                    <a:pt x="85508" y="45531"/>
                  </a:cubicBezTo>
                  <a:lnTo>
                    <a:pt x="83890" y="19486"/>
                  </a:lnTo>
                  <a:cubicBezTo>
                    <a:pt x="60475" y="11977"/>
                    <a:pt x="25163" y="0"/>
                    <a:pt x="2516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2121718" y="2803072"/>
              <a:ext cx="180978" cy="208003"/>
            </a:xfrm>
            <a:custGeom>
              <a:rect b="b" l="l" r="r" t="t"/>
              <a:pathLst>
                <a:path extrusionOk="0" h="208003" w="180978">
                  <a:moveTo>
                    <a:pt x="38384" y="17181"/>
                  </a:moveTo>
                  <a:cubicBezTo>
                    <a:pt x="23345" y="19557"/>
                    <a:pt x="6117" y="27542"/>
                    <a:pt x="3738" y="36192"/>
                  </a:cubicBezTo>
                  <a:cubicBezTo>
                    <a:pt x="-2445" y="65896"/>
                    <a:pt x="-938" y="96684"/>
                    <a:pt x="8116" y="125637"/>
                  </a:cubicBezTo>
                  <a:cubicBezTo>
                    <a:pt x="21156" y="160046"/>
                    <a:pt x="29913" y="182004"/>
                    <a:pt x="37432" y="196832"/>
                  </a:cubicBezTo>
                  <a:cubicBezTo>
                    <a:pt x="37432" y="196832"/>
                    <a:pt x="102632" y="224778"/>
                    <a:pt x="155268" y="192270"/>
                  </a:cubicBezTo>
                  <a:cubicBezTo>
                    <a:pt x="155268" y="192270"/>
                    <a:pt x="158789" y="155294"/>
                    <a:pt x="159075" y="135238"/>
                  </a:cubicBezTo>
                  <a:cubicBezTo>
                    <a:pt x="207618" y="92939"/>
                    <a:pt x="166118" y="40849"/>
                    <a:pt x="125000" y="356"/>
                  </a:cubicBezTo>
                  <a:cubicBezTo>
                    <a:pt x="120062" y="-119"/>
                    <a:pt x="115089" y="-119"/>
                    <a:pt x="110151" y="356"/>
                  </a:cubicBezTo>
                  <a:cubicBezTo>
                    <a:pt x="110151" y="356"/>
                    <a:pt x="146892" y="43606"/>
                    <a:pt x="121383" y="68225"/>
                  </a:cubicBezTo>
                  <a:cubicBezTo>
                    <a:pt x="66748" y="51495"/>
                    <a:pt x="55898" y="26971"/>
                    <a:pt x="38384" y="1718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2137334" y="2632700"/>
              <a:ext cx="133195" cy="163980"/>
            </a:xfrm>
            <a:custGeom>
              <a:rect b="b" l="l" r="r" t="t"/>
              <a:pathLst>
                <a:path extrusionOk="0" h="163980" w="133195">
                  <a:moveTo>
                    <a:pt x="130419" y="58471"/>
                  </a:moveTo>
                  <a:lnTo>
                    <a:pt x="130419" y="58471"/>
                  </a:lnTo>
                  <a:cubicBezTo>
                    <a:pt x="124993" y="24061"/>
                    <a:pt x="100056" y="-1888"/>
                    <a:pt x="64553" y="108"/>
                  </a:cubicBezTo>
                  <a:cubicBezTo>
                    <a:pt x="26762" y="2399"/>
                    <a:pt x="-2053" y="34793"/>
                    <a:pt x="115" y="72539"/>
                  </a:cubicBezTo>
                  <a:cubicBezTo>
                    <a:pt x="1384" y="93736"/>
                    <a:pt x="12514" y="113117"/>
                    <a:pt x="30192" y="124913"/>
                  </a:cubicBezTo>
                  <a:cubicBezTo>
                    <a:pt x="31439" y="130103"/>
                    <a:pt x="33258" y="135141"/>
                    <a:pt x="35618" y="139932"/>
                  </a:cubicBezTo>
                  <a:cubicBezTo>
                    <a:pt x="48277" y="154570"/>
                    <a:pt x="81686" y="163885"/>
                    <a:pt x="92727" y="163980"/>
                  </a:cubicBezTo>
                  <a:cubicBezTo>
                    <a:pt x="102245" y="163980"/>
                    <a:pt x="110526" y="155235"/>
                    <a:pt x="119473" y="140407"/>
                  </a:cubicBezTo>
                  <a:cubicBezTo>
                    <a:pt x="138033" y="109610"/>
                    <a:pt x="133369" y="75485"/>
                    <a:pt x="130419" y="5847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2131362" y="2631771"/>
              <a:ext cx="133630" cy="125556"/>
            </a:xfrm>
            <a:custGeom>
              <a:rect b="b" l="l" r="r" t="t"/>
              <a:pathLst>
                <a:path extrusionOk="0" h="125556" w="133630">
                  <a:moveTo>
                    <a:pt x="59484" y="1702"/>
                  </a:moveTo>
                  <a:cubicBezTo>
                    <a:pt x="34546" y="6549"/>
                    <a:pt x="14082" y="13583"/>
                    <a:pt x="7324" y="38012"/>
                  </a:cubicBezTo>
                  <a:cubicBezTo>
                    <a:pt x="2660" y="54837"/>
                    <a:pt x="-3432" y="86965"/>
                    <a:pt x="2375" y="100462"/>
                  </a:cubicBezTo>
                  <a:lnTo>
                    <a:pt x="5991" y="109968"/>
                  </a:lnTo>
                  <a:lnTo>
                    <a:pt x="36164" y="125557"/>
                  </a:lnTo>
                  <a:cubicBezTo>
                    <a:pt x="36164" y="125557"/>
                    <a:pt x="50251" y="113770"/>
                    <a:pt x="45682" y="79456"/>
                  </a:cubicBezTo>
                  <a:cubicBezTo>
                    <a:pt x="45808" y="74807"/>
                    <a:pt x="47261" y="70283"/>
                    <a:pt x="49870" y="66433"/>
                  </a:cubicBezTo>
                  <a:cubicBezTo>
                    <a:pt x="51779" y="63173"/>
                    <a:pt x="53189" y="59646"/>
                    <a:pt x="54058" y="55977"/>
                  </a:cubicBezTo>
                  <a:cubicBezTo>
                    <a:pt x="57624" y="46681"/>
                    <a:pt x="64649" y="39124"/>
                    <a:pt x="73666" y="34875"/>
                  </a:cubicBezTo>
                  <a:cubicBezTo>
                    <a:pt x="96129" y="22233"/>
                    <a:pt x="129062" y="33164"/>
                    <a:pt x="133631" y="37727"/>
                  </a:cubicBezTo>
                  <a:cubicBezTo>
                    <a:pt x="120538" y="9734"/>
                    <a:pt x="89617" y="-5285"/>
                    <a:pt x="59484" y="1702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2137527" y="3718507"/>
              <a:ext cx="105640" cy="80438"/>
            </a:xfrm>
            <a:custGeom>
              <a:rect b="b" l="l" r="r" t="t"/>
              <a:pathLst>
                <a:path extrusionOk="0" h="80438" w="105640">
                  <a:moveTo>
                    <a:pt x="8202" y="3"/>
                  </a:moveTo>
                  <a:cubicBezTo>
                    <a:pt x="20862" y="10269"/>
                    <a:pt x="40469" y="3139"/>
                    <a:pt x="41421" y="4090"/>
                  </a:cubicBezTo>
                  <a:cubicBezTo>
                    <a:pt x="56092" y="16761"/>
                    <a:pt x="71439" y="28623"/>
                    <a:pt x="87394" y="39640"/>
                  </a:cubicBezTo>
                  <a:cubicBezTo>
                    <a:pt x="95294" y="45818"/>
                    <a:pt x="107572" y="54088"/>
                    <a:pt x="105383" y="65970"/>
                  </a:cubicBezTo>
                  <a:cubicBezTo>
                    <a:pt x="101386" y="87167"/>
                    <a:pt x="67310" y="80608"/>
                    <a:pt x="54461" y="74145"/>
                  </a:cubicBezTo>
                  <a:cubicBezTo>
                    <a:pt x="41611" y="67681"/>
                    <a:pt x="31141" y="56845"/>
                    <a:pt x="19053" y="49335"/>
                  </a:cubicBezTo>
                  <a:cubicBezTo>
                    <a:pt x="10392" y="44012"/>
                    <a:pt x="1825" y="41161"/>
                    <a:pt x="17" y="30325"/>
                  </a:cubicBezTo>
                  <a:cubicBezTo>
                    <a:pt x="-364" y="23386"/>
                    <a:pt x="5823" y="-283"/>
                    <a:pt x="8202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2137841" y="3744079"/>
              <a:ext cx="105259" cy="54863"/>
            </a:xfrm>
            <a:custGeom>
              <a:rect b="b" l="l" r="r" t="t"/>
              <a:pathLst>
                <a:path extrusionOk="0" h="54863" w="105259">
                  <a:moveTo>
                    <a:pt x="369" y="0"/>
                  </a:moveTo>
                  <a:cubicBezTo>
                    <a:pt x="1987" y="10456"/>
                    <a:pt x="10458" y="13308"/>
                    <a:pt x="19405" y="19011"/>
                  </a:cubicBezTo>
                  <a:cubicBezTo>
                    <a:pt x="31779" y="26615"/>
                    <a:pt x="42629" y="38021"/>
                    <a:pt x="55479" y="44200"/>
                  </a:cubicBezTo>
                  <a:cubicBezTo>
                    <a:pt x="68329" y="50379"/>
                    <a:pt x="96883" y="56082"/>
                    <a:pt x="105259" y="40968"/>
                  </a:cubicBezTo>
                  <a:cubicBezTo>
                    <a:pt x="100690" y="61405"/>
                    <a:pt x="67186" y="55036"/>
                    <a:pt x="54527" y="48573"/>
                  </a:cubicBezTo>
                  <a:cubicBezTo>
                    <a:pt x="41868" y="42109"/>
                    <a:pt x="31208" y="31273"/>
                    <a:pt x="19119" y="23763"/>
                  </a:cubicBezTo>
                  <a:cubicBezTo>
                    <a:pt x="10458" y="18440"/>
                    <a:pt x="1891" y="15589"/>
                    <a:pt x="83" y="4753"/>
                  </a:cubicBezTo>
                  <a:cubicBezTo>
                    <a:pt x="-89" y="3165"/>
                    <a:pt x="7" y="1559"/>
                    <a:pt x="36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2226539" y="3701115"/>
              <a:ext cx="96273" cy="74358"/>
            </a:xfrm>
            <a:custGeom>
              <a:rect b="b" l="l" r="r" t="t"/>
              <a:pathLst>
                <a:path extrusionOk="0" h="74358" w="96273">
                  <a:moveTo>
                    <a:pt x="7519" y="0"/>
                  </a:moveTo>
                  <a:cubicBezTo>
                    <a:pt x="19132" y="9505"/>
                    <a:pt x="36074" y="4087"/>
                    <a:pt x="37407" y="4943"/>
                  </a:cubicBezTo>
                  <a:cubicBezTo>
                    <a:pt x="50869" y="16473"/>
                    <a:pt x="64979" y="27233"/>
                    <a:pt x="79667" y="37166"/>
                  </a:cubicBezTo>
                  <a:cubicBezTo>
                    <a:pt x="86806" y="42774"/>
                    <a:pt x="98037" y="50378"/>
                    <a:pt x="96039" y="61215"/>
                  </a:cubicBezTo>
                  <a:cubicBezTo>
                    <a:pt x="92422" y="80225"/>
                    <a:pt x="61202" y="74712"/>
                    <a:pt x="49495" y="68724"/>
                  </a:cubicBezTo>
                  <a:cubicBezTo>
                    <a:pt x="37787" y="62735"/>
                    <a:pt x="28079" y="52945"/>
                    <a:pt x="16942" y="46006"/>
                  </a:cubicBezTo>
                  <a:cubicBezTo>
                    <a:pt x="9042" y="41158"/>
                    <a:pt x="1237" y="38592"/>
                    <a:pt x="0" y="28516"/>
                  </a:cubicBezTo>
                  <a:cubicBezTo>
                    <a:pt x="386" y="18574"/>
                    <a:pt x="2954" y="8840"/>
                    <a:pt x="7519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2226484" y="3725354"/>
              <a:ext cx="95903" cy="50071"/>
            </a:xfrm>
            <a:custGeom>
              <a:rect b="b" l="l" r="r" t="t"/>
              <a:pathLst>
                <a:path extrusionOk="0" h="50071" w="95903">
                  <a:moveTo>
                    <a:pt x="245" y="0"/>
                  </a:moveTo>
                  <a:cubicBezTo>
                    <a:pt x="1768" y="9505"/>
                    <a:pt x="9763" y="12262"/>
                    <a:pt x="17283" y="17110"/>
                  </a:cubicBezTo>
                  <a:cubicBezTo>
                    <a:pt x="28609" y="24144"/>
                    <a:pt x="38604" y="34219"/>
                    <a:pt x="50311" y="40208"/>
                  </a:cubicBezTo>
                  <a:cubicBezTo>
                    <a:pt x="62018" y="46196"/>
                    <a:pt x="88384" y="51139"/>
                    <a:pt x="95903" y="37261"/>
                  </a:cubicBezTo>
                  <a:cubicBezTo>
                    <a:pt x="91810" y="56272"/>
                    <a:pt x="61162" y="50093"/>
                    <a:pt x="49549" y="44200"/>
                  </a:cubicBezTo>
                  <a:cubicBezTo>
                    <a:pt x="37937" y="38307"/>
                    <a:pt x="28134" y="28421"/>
                    <a:pt x="16997" y="21482"/>
                  </a:cubicBezTo>
                  <a:cubicBezTo>
                    <a:pt x="9097" y="16634"/>
                    <a:pt x="1292" y="14068"/>
                    <a:pt x="55" y="3992"/>
                  </a:cubicBezTo>
                  <a:cubicBezTo>
                    <a:pt x="-59" y="2661"/>
                    <a:pt x="5" y="1321"/>
                    <a:pt x="2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2101518" y="3008174"/>
              <a:ext cx="205910" cy="717579"/>
            </a:xfrm>
            <a:custGeom>
              <a:rect b="b" l="l" r="r" t="t"/>
              <a:pathLst>
                <a:path extrusionOk="0" h="717579" w="205910">
                  <a:moveTo>
                    <a:pt x="200595" y="106555"/>
                  </a:moveTo>
                  <a:cubicBezTo>
                    <a:pt x="194980" y="63115"/>
                    <a:pt x="178989" y="0"/>
                    <a:pt x="178989" y="0"/>
                  </a:cubicBezTo>
                  <a:cubicBezTo>
                    <a:pt x="163827" y="7043"/>
                    <a:pt x="147437" y="11083"/>
                    <a:pt x="130732" y="11882"/>
                  </a:cubicBezTo>
                  <a:cubicBezTo>
                    <a:pt x="106230" y="11825"/>
                    <a:pt x="81788" y="9467"/>
                    <a:pt x="57727" y="4848"/>
                  </a:cubicBezTo>
                  <a:cubicBezTo>
                    <a:pt x="49855" y="18526"/>
                    <a:pt x="41277" y="31786"/>
                    <a:pt x="32028" y="44580"/>
                  </a:cubicBezTo>
                  <a:cubicBezTo>
                    <a:pt x="19464" y="61975"/>
                    <a:pt x="-4998" y="100091"/>
                    <a:pt x="904" y="166629"/>
                  </a:cubicBezTo>
                  <a:cubicBezTo>
                    <a:pt x="4806" y="210163"/>
                    <a:pt x="29458" y="394758"/>
                    <a:pt x="29458" y="394758"/>
                  </a:cubicBezTo>
                  <a:cubicBezTo>
                    <a:pt x="19982" y="425830"/>
                    <a:pt x="14951" y="458092"/>
                    <a:pt x="14515" y="490572"/>
                  </a:cubicBezTo>
                  <a:cubicBezTo>
                    <a:pt x="16767" y="529163"/>
                    <a:pt x="21857" y="567546"/>
                    <a:pt x="29744" y="605396"/>
                  </a:cubicBezTo>
                  <a:lnTo>
                    <a:pt x="44307" y="709955"/>
                  </a:lnTo>
                  <a:cubicBezTo>
                    <a:pt x="44307" y="709955"/>
                    <a:pt x="63343" y="723928"/>
                    <a:pt x="77525" y="714043"/>
                  </a:cubicBezTo>
                  <a:lnTo>
                    <a:pt x="75812" y="611385"/>
                  </a:lnTo>
                  <a:cubicBezTo>
                    <a:pt x="77430" y="586291"/>
                    <a:pt x="79905" y="549220"/>
                    <a:pt x="81523" y="525837"/>
                  </a:cubicBezTo>
                  <a:cubicBezTo>
                    <a:pt x="84188" y="487340"/>
                    <a:pt x="91041" y="426125"/>
                    <a:pt x="93040" y="410917"/>
                  </a:cubicBezTo>
                  <a:cubicBezTo>
                    <a:pt x="95039" y="395708"/>
                    <a:pt x="99988" y="368903"/>
                    <a:pt x="102558" y="338961"/>
                  </a:cubicBezTo>
                  <a:cubicBezTo>
                    <a:pt x="105128" y="309019"/>
                    <a:pt x="116169" y="156933"/>
                    <a:pt x="116169" y="156933"/>
                  </a:cubicBezTo>
                  <a:lnTo>
                    <a:pt x="117787" y="185449"/>
                  </a:lnTo>
                  <a:cubicBezTo>
                    <a:pt x="117787" y="185449"/>
                    <a:pt x="119215" y="231741"/>
                    <a:pt x="125878" y="288773"/>
                  </a:cubicBezTo>
                  <a:cubicBezTo>
                    <a:pt x="132540" y="345805"/>
                    <a:pt x="134920" y="371089"/>
                    <a:pt x="134920" y="371089"/>
                  </a:cubicBezTo>
                  <a:cubicBezTo>
                    <a:pt x="128461" y="382524"/>
                    <a:pt x="123865" y="394910"/>
                    <a:pt x="121309" y="407780"/>
                  </a:cubicBezTo>
                  <a:cubicBezTo>
                    <a:pt x="120167" y="420042"/>
                    <a:pt x="105985" y="517567"/>
                    <a:pt x="114456" y="567185"/>
                  </a:cubicBezTo>
                  <a:lnTo>
                    <a:pt x="131779" y="693321"/>
                  </a:lnTo>
                  <a:cubicBezTo>
                    <a:pt x="140538" y="699338"/>
                    <a:pt x="151655" y="700783"/>
                    <a:pt x="161666" y="697218"/>
                  </a:cubicBezTo>
                  <a:lnTo>
                    <a:pt x="171850" y="570131"/>
                  </a:lnTo>
                  <a:cubicBezTo>
                    <a:pt x="178704" y="521749"/>
                    <a:pt x="193171" y="419186"/>
                    <a:pt x="195360" y="405879"/>
                  </a:cubicBezTo>
                  <a:cubicBezTo>
                    <a:pt x="200276" y="379007"/>
                    <a:pt x="203171" y="351812"/>
                    <a:pt x="204022" y="324513"/>
                  </a:cubicBezTo>
                  <a:cubicBezTo>
                    <a:pt x="207394" y="251863"/>
                    <a:pt x="206250" y="179071"/>
                    <a:pt x="200595" y="10655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2096876" y="2994106"/>
              <a:ext cx="219176" cy="477454"/>
            </a:xfrm>
            <a:custGeom>
              <a:rect b="b" l="l" r="r" t="t"/>
              <a:pathLst>
                <a:path extrusionOk="0" h="477454" w="219176">
                  <a:moveTo>
                    <a:pt x="62274" y="5418"/>
                  </a:moveTo>
                  <a:lnTo>
                    <a:pt x="24773" y="80606"/>
                  </a:lnTo>
                  <a:cubicBezTo>
                    <a:pt x="24773" y="80606"/>
                    <a:pt x="-32337" y="164158"/>
                    <a:pt x="26867" y="378979"/>
                  </a:cubicBezTo>
                  <a:lnTo>
                    <a:pt x="15730" y="445516"/>
                  </a:lnTo>
                  <a:cubicBezTo>
                    <a:pt x="15730" y="445516"/>
                    <a:pt x="127855" y="517377"/>
                    <a:pt x="202953" y="445516"/>
                  </a:cubicBezTo>
                  <a:cubicBezTo>
                    <a:pt x="202953" y="445516"/>
                    <a:pt x="228938" y="247044"/>
                    <a:pt x="215137" y="155508"/>
                  </a:cubicBezTo>
                  <a:cubicBezTo>
                    <a:pt x="207420" y="102867"/>
                    <a:pt x="195743" y="50882"/>
                    <a:pt x="180205" y="0"/>
                  </a:cubicBezTo>
                  <a:cubicBezTo>
                    <a:pt x="180205" y="0"/>
                    <a:pt x="161835" y="20246"/>
                    <a:pt x="67224" y="68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2115642" y="2850934"/>
              <a:ext cx="316003" cy="274536"/>
            </a:xfrm>
            <a:custGeom>
              <a:rect b="b" l="l" r="r" t="t"/>
              <a:pathLst>
                <a:path extrusionOk="0" h="274536" w="316003">
                  <a:moveTo>
                    <a:pt x="278037" y="202010"/>
                  </a:moveTo>
                  <a:cubicBezTo>
                    <a:pt x="268463" y="202400"/>
                    <a:pt x="258924" y="203417"/>
                    <a:pt x="249482" y="205052"/>
                  </a:cubicBezTo>
                  <a:cubicBezTo>
                    <a:pt x="240488" y="207875"/>
                    <a:pt x="231117" y="209320"/>
                    <a:pt x="221689" y="209329"/>
                  </a:cubicBezTo>
                  <a:cubicBezTo>
                    <a:pt x="211410" y="209329"/>
                    <a:pt x="182760" y="195071"/>
                    <a:pt x="158203" y="177867"/>
                  </a:cubicBezTo>
                  <a:cubicBezTo>
                    <a:pt x="131540" y="157867"/>
                    <a:pt x="108492" y="133467"/>
                    <a:pt x="90052" y="105721"/>
                  </a:cubicBezTo>
                  <a:cubicBezTo>
                    <a:pt x="70714" y="76112"/>
                    <a:pt x="53873" y="44963"/>
                    <a:pt x="39701" y="12568"/>
                  </a:cubicBezTo>
                  <a:cubicBezTo>
                    <a:pt x="31706" y="-10435"/>
                    <a:pt x="31896" y="5249"/>
                    <a:pt x="18285" y="4869"/>
                  </a:cubicBezTo>
                  <a:cubicBezTo>
                    <a:pt x="2199" y="4869"/>
                    <a:pt x="-6367" y="10382"/>
                    <a:pt x="5626" y="41655"/>
                  </a:cubicBezTo>
                  <a:cubicBezTo>
                    <a:pt x="17624" y="74011"/>
                    <a:pt x="34368" y="104419"/>
                    <a:pt x="55311" y="131861"/>
                  </a:cubicBezTo>
                  <a:cubicBezTo>
                    <a:pt x="74979" y="159540"/>
                    <a:pt x="99215" y="183675"/>
                    <a:pt x="126983" y="203246"/>
                  </a:cubicBezTo>
                  <a:cubicBezTo>
                    <a:pt x="151440" y="220356"/>
                    <a:pt x="177868" y="234452"/>
                    <a:pt x="205699" y="245260"/>
                  </a:cubicBezTo>
                  <a:cubicBezTo>
                    <a:pt x="213694" y="248492"/>
                    <a:pt x="218834" y="252959"/>
                    <a:pt x="233301" y="260944"/>
                  </a:cubicBezTo>
                  <a:cubicBezTo>
                    <a:pt x="247832" y="269251"/>
                    <a:pt x="264161" y="273918"/>
                    <a:pt x="280892" y="274536"/>
                  </a:cubicBezTo>
                  <a:cubicBezTo>
                    <a:pt x="294789" y="274536"/>
                    <a:pt x="299929" y="271875"/>
                    <a:pt x="300881" y="269023"/>
                  </a:cubicBezTo>
                  <a:cubicBezTo>
                    <a:pt x="301832" y="266171"/>
                    <a:pt x="299643" y="263035"/>
                    <a:pt x="293266" y="262465"/>
                  </a:cubicBezTo>
                  <a:cubicBezTo>
                    <a:pt x="283123" y="262312"/>
                    <a:pt x="273092" y="260316"/>
                    <a:pt x="263664" y="256571"/>
                  </a:cubicBezTo>
                  <a:cubicBezTo>
                    <a:pt x="263664" y="256571"/>
                    <a:pt x="277466" y="258567"/>
                    <a:pt x="285842" y="258947"/>
                  </a:cubicBezTo>
                  <a:cubicBezTo>
                    <a:pt x="293341" y="259394"/>
                    <a:pt x="300865" y="258814"/>
                    <a:pt x="308210" y="257236"/>
                  </a:cubicBezTo>
                  <a:cubicBezTo>
                    <a:pt x="315253" y="255525"/>
                    <a:pt x="319156" y="245640"/>
                    <a:pt x="312778" y="244880"/>
                  </a:cubicBezTo>
                  <a:cubicBezTo>
                    <a:pt x="306401" y="244119"/>
                    <a:pt x="301166" y="244880"/>
                    <a:pt x="288793" y="244404"/>
                  </a:cubicBezTo>
                  <a:cubicBezTo>
                    <a:pt x="282333" y="243967"/>
                    <a:pt x="275944" y="242788"/>
                    <a:pt x="269756" y="240887"/>
                  </a:cubicBezTo>
                  <a:cubicBezTo>
                    <a:pt x="278072" y="240944"/>
                    <a:pt x="286380" y="240345"/>
                    <a:pt x="294599" y="239081"/>
                  </a:cubicBezTo>
                  <a:cubicBezTo>
                    <a:pt x="301263" y="238425"/>
                    <a:pt x="307602" y="235887"/>
                    <a:pt x="312874" y="231762"/>
                  </a:cubicBezTo>
                  <a:cubicBezTo>
                    <a:pt x="315634" y="229481"/>
                    <a:pt x="316110" y="223112"/>
                    <a:pt x="308019" y="223207"/>
                  </a:cubicBezTo>
                  <a:cubicBezTo>
                    <a:pt x="298031" y="224947"/>
                    <a:pt x="287865" y="225460"/>
                    <a:pt x="277751" y="224728"/>
                  </a:cubicBezTo>
                  <a:cubicBezTo>
                    <a:pt x="267757" y="223302"/>
                    <a:pt x="260809" y="220926"/>
                    <a:pt x="262332" y="219595"/>
                  </a:cubicBezTo>
                  <a:cubicBezTo>
                    <a:pt x="263855" y="218264"/>
                    <a:pt x="269756" y="219595"/>
                    <a:pt x="278132" y="216553"/>
                  </a:cubicBezTo>
                  <a:cubicBezTo>
                    <a:pt x="286508" y="213512"/>
                    <a:pt x="292219" y="206193"/>
                    <a:pt x="290315" y="201915"/>
                  </a:cubicBezTo>
                  <a:cubicBezTo>
                    <a:pt x="288412" y="197638"/>
                    <a:pt x="287079" y="200395"/>
                    <a:pt x="278037" y="20201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2110000" y="2833008"/>
              <a:ext cx="75991" cy="89275"/>
            </a:xfrm>
            <a:custGeom>
              <a:rect b="b" l="l" r="r" t="t"/>
              <a:pathLst>
                <a:path extrusionOk="0" h="89275" w="75991">
                  <a:moveTo>
                    <a:pt x="18406" y="89237"/>
                  </a:moveTo>
                  <a:cubicBezTo>
                    <a:pt x="18406" y="89237"/>
                    <a:pt x="55147" y="91139"/>
                    <a:pt x="75991" y="68231"/>
                  </a:cubicBezTo>
                  <a:lnTo>
                    <a:pt x="53338" y="20704"/>
                  </a:lnTo>
                  <a:cubicBezTo>
                    <a:pt x="53338" y="20704"/>
                    <a:pt x="42963" y="-5436"/>
                    <a:pt x="18501" y="1028"/>
                  </a:cubicBezTo>
                  <a:cubicBezTo>
                    <a:pt x="-5960" y="7491"/>
                    <a:pt x="-6341" y="42186"/>
                    <a:pt x="18406" y="892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2246717" y="2802864"/>
              <a:ext cx="61392" cy="64630"/>
            </a:xfrm>
            <a:custGeom>
              <a:rect b="b" l="l" r="r" t="t"/>
              <a:pathLst>
                <a:path extrusionOk="0" h="64630" w="61392">
                  <a:moveTo>
                    <a:pt x="0" y="469"/>
                  </a:moveTo>
                  <a:cubicBezTo>
                    <a:pt x="0" y="469"/>
                    <a:pt x="29792" y="-9036"/>
                    <a:pt x="61392" y="57501"/>
                  </a:cubicBezTo>
                  <a:lnTo>
                    <a:pt x="49590" y="64630"/>
                  </a:lnTo>
                  <a:cubicBezTo>
                    <a:pt x="49590" y="64630"/>
                    <a:pt x="18465" y="17294"/>
                    <a:pt x="0" y="46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2092047" y="1119152"/>
              <a:ext cx="668082" cy="515307"/>
            </a:xfrm>
            <a:custGeom>
              <a:rect b="b" l="l" r="r" t="t"/>
              <a:pathLst>
                <a:path extrusionOk="0" h="515307" w="668082">
                  <a:moveTo>
                    <a:pt x="668083" y="310182"/>
                  </a:moveTo>
                  <a:lnTo>
                    <a:pt x="141345" y="6010"/>
                  </a:lnTo>
                  <a:lnTo>
                    <a:pt x="139346" y="4869"/>
                  </a:lnTo>
                  <a:lnTo>
                    <a:pt x="139346" y="4869"/>
                  </a:lnTo>
                  <a:cubicBezTo>
                    <a:pt x="124498" y="-3020"/>
                    <a:pt x="104415" y="-1594"/>
                    <a:pt x="82237" y="11143"/>
                  </a:cubicBezTo>
                  <a:cubicBezTo>
                    <a:pt x="36835" y="37378"/>
                    <a:pt x="0" y="101064"/>
                    <a:pt x="0" y="153723"/>
                  </a:cubicBezTo>
                  <a:cubicBezTo>
                    <a:pt x="0" y="180814"/>
                    <a:pt x="9994" y="199539"/>
                    <a:pt x="25890" y="207619"/>
                  </a:cubicBezTo>
                  <a:lnTo>
                    <a:pt x="559765" y="515307"/>
                  </a:ln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3"/>
            <p:cNvSpPr/>
            <p:nvPr/>
          </p:nvSpPr>
          <p:spPr>
            <a:xfrm rot="-3598236">
              <a:off x="2590249" y="1465200"/>
              <a:ext cx="232417" cy="133906"/>
            </a:xfrm>
            <a:custGeom>
              <a:rect b="b" l="l" r="r" t="t"/>
              <a:pathLst>
                <a:path extrusionOk="0" h="134025" w="232624">
                  <a:moveTo>
                    <a:pt x="232625" y="67013"/>
                  </a:moveTo>
                  <a:cubicBezTo>
                    <a:pt x="232625" y="104023"/>
                    <a:pt x="180550" y="134026"/>
                    <a:pt x="116312" y="134026"/>
                  </a:cubicBezTo>
                  <a:cubicBezTo>
                    <a:pt x="52075" y="134026"/>
                    <a:pt x="0" y="104023"/>
                    <a:pt x="0" y="67013"/>
                  </a:cubicBezTo>
                  <a:cubicBezTo>
                    <a:pt x="0" y="30003"/>
                    <a:pt x="52075" y="0"/>
                    <a:pt x="116312" y="0"/>
                  </a:cubicBezTo>
                  <a:cubicBezTo>
                    <a:pt x="180550" y="0"/>
                    <a:pt x="232625" y="30003"/>
                    <a:pt x="232625" y="67013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2667422" y="1490358"/>
              <a:ext cx="274409" cy="269191"/>
            </a:xfrm>
            <a:custGeom>
              <a:rect b="b" l="l" r="r" t="t"/>
              <a:pathLst>
                <a:path extrusionOk="0" h="269191" w="274409">
                  <a:moveTo>
                    <a:pt x="274410" y="269192"/>
                  </a:moveTo>
                  <a:lnTo>
                    <a:pt x="0" y="111023"/>
                  </a:lnTo>
                  <a:lnTo>
                    <a:pt x="0" y="0"/>
                  </a:lnTo>
                  <a:lnTo>
                    <a:pt x="274410" y="158264"/>
                  </a:lnTo>
                  <a:lnTo>
                    <a:pt x="274410" y="26919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2667422" y="1454143"/>
              <a:ext cx="337610" cy="194669"/>
            </a:xfrm>
            <a:custGeom>
              <a:rect b="b" l="l" r="r" t="t"/>
              <a:pathLst>
                <a:path extrusionOk="0" h="194669" w="337610">
                  <a:moveTo>
                    <a:pt x="274410" y="194670"/>
                  </a:moveTo>
                  <a:lnTo>
                    <a:pt x="0" y="36501"/>
                  </a:lnTo>
                  <a:lnTo>
                    <a:pt x="63201" y="0"/>
                  </a:lnTo>
                  <a:lnTo>
                    <a:pt x="337611" y="158264"/>
                  </a:lnTo>
                  <a:lnTo>
                    <a:pt x="274410" y="194670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3"/>
            <p:cNvSpPr/>
            <p:nvPr/>
          </p:nvSpPr>
          <p:spPr>
            <a:xfrm rot="-1801764">
              <a:off x="2968958" y="1259916"/>
              <a:ext cx="690027" cy="1193572"/>
            </a:xfrm>
            <a:custGeom>
              <a:rect b="b" l="l" r="r" t="t"/>
              <a:pathLst>
                <a:path extrusionOk="0" h="1194633" w="690640">
                  <a:moveTo>
                    <a:pt x="690640" y="597317"/>
                  </a:moveTo>
                  <a:cubicBezTo>
                    <a:pt x="690640" y="927206"/>
                    <a:pt x="536035" y="1194633"/>
                    <a:pt x="345320" y="1194633"/>
                  </a:cubicBezTo>
                  <a:cubicBezTo>
                    <a:pt x="154605" y="1194633"/>
                    <a:pt x="0" y="927206"/>
                    <a:pt x="0" y="597317"/>
                  </a:cubicBezTo>
                  <a:cubicBezTo>
                    <a:pt x="0" y="267428"/>
                    <a:pt x="154605" y="0"/>
                    <a:pt x="345320" y="0"/>
                  </a:cubicBezTo>
                  <a:cubicBezTo>
                    <a:pt x="536035" y="0"/>
                    <a:pt x="690640" y="267428"/>
                    <a:pt x="690640" y="597317"/>
                  </a:cubicBezTo>
                  <a:close/>
                </a:path>
              </a:pathLst>
            </a:custGeom>
            <a:solidFill>
              <a:srgbClr val="3E7EFF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2858071" y="1161854"/>
              <a:ext cx="1027965" cy="1324206"/>
            </a:xfrm>
            <a:custGeom>
              <a:rect b="b" l="l" r="r" t="t"/>
              <a:pathLst>
                <a:path extrusionOk="0" h="1324206" w="1027965">
                  <a:moveTo>
                    <a:pt x="513983" y="1254422"/>
                  </a:moveTo>
                  <a:cubicBezTo>
                    <a:pt x="230816" y="1091119"/>
                    <a:pt x="0" y="692560"/>
                    <a:pt x="0" y="365955"/>
                  </a:cubicBezTo>
                  <a:cubicBezTo>
                    <a:pt x="0" y="39351"/>
                    <a:pt x="230436" y="-93439"/>
                    <a:pt x="513983" y="69863"/>
                  </a:cubicBezTo>
                  <a:cubicBezTo>
                    <a:pt x="797530" y="233165"/>
                    <a:pt x="1027966" y="631725"/>
                    <a:pt x="1027966" y="958234"/>
                  </a:cubicBezTo>
                  <a:cubicBezTo>
                    <a:pt x="1027966" y="1284744"/>
                    <a:pt x="797245" y="1417629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2800391" y="1195123"/>
              <a:ext cx="1027965" cy="1324248"/>
            </a:xfrm>
            <a:custGeom>
              <a:rect b="b" l="l" r="r" t="t"/>
              <a:pathLst>
                <a:path extrusionOk="0" h="1324248" w="1027965">
                  <a:moveTo>
                    <a:pt x="513983" y="1254422"/>
                  </a:moveTo>
                  <a:cubicBezTo>
                    <a:pt x="230721" y="1091119"/>
                    <a:pt x="0" y="692560"/>
                    <a:pt x="0" y="365955"/>
                  </a:cubicBezTo>
                  <a:cubicBezTo>
                    <a:pt x="0" y="39351"/>
                    <a:pt x="230341" y="-93439"/>
                    <a:pt x="513983" y="69863"/>
                  </a:cubicBezTo>
                  <a:cubicBezTo>
                    <a:pt x="797625" y="233165"/>
                    <a:pt x="1027966" y="631725"/>
                    <a:pt x="1027966" y="958234"/>
                  </a:cubicBezTo>
                  <a:cubicBezTo>
                    <a:pt x="1027966" y="1284744"/>
                    <a:pt x="797149" y="1417724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4" name="Google Shape;414;p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/>
              <a:t>Módulos</a:t>
            </a:r>
            <a:endParaRPr/>
          </a:p>
        </p:txBody>
      </p:sp>
      <p:sp>
        <p:nvSpPr>
          <p:cNvPr id="420" name="Google Shape;420;p2"/>
          <p:cNvSpPr txBox="1"/>
          <p:nvPr/>
        </p:nvSpPr>
        <p:spPr>
          <a:xfrm>
            <a:off x="457199" y="1365504"/>
            <a:ext cx="8783053" cy="3271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1 · Fundamentos de Word.</a:t>
            </a:r>
            <a:endParaRPr b="0" i="0" sz="28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2 · Formato, estilos y organización.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3 · Herramientas esenciales.</a:t>
            </a:r>
            <a:endParaRPr b="0" i="0" sz="28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4 · Diseño e impresión.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1" name="Google Shape;421;p2"/>
          <p:cNvGrpSpPr/>
          <p:nvPr/>
        </p:nvGrpSpPr>
        <p:grpSpPr>
          <a:xfrm>
            <a:off x="3063589" y="3363924"/>
            <a:ext cx="2706354" cy="1604434"/>
            <a:chOff x="6986665" y="3298709"/>
            <a:chExt cx="1817809" cy="1077669"/>
          </a:xfrm>
        </p:grpSpPr>
        <p:sp>
          <p:nvSpPr>
            <p:cNvPr id="422" name="Google Shape;422;p2"/>
            <p:cNvSpPr/>
            <p:nvPr/>
          </p:nvSpPr>
          <p:spPr>
            <a:xfrm>
              <a:off x="6986665" y="3342725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2"/>
            <p:cNvSpPr/>
            <p:nvPr/>
          </p:nvSpPr>
          <p:spPr>
            <a:xfrm>
              <a:off x="7014156" y="3327342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7014156" y="3298709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7976493" y="3396565"/>
              <a:ext cx="664692" cy="383742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7912754" y="3450709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7863331" y="3479190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7813984" y="3507747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7451727" y="3699575"/>
              <a:ext cx="664616" cy="38374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7387988" y="3753643"/>
              <a:ext cx="593293" cy="342595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7338565" y="3782200"/>
              <a:ext cx="582091" cy="33604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7289218" y="3810681"/>
              <a:ext cx="496671" cy="286816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7582329" y="3561435"/>
              <a:ext cx="337413" cy="194766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7800200" y="3687162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8018073" y="3812966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7794459" y="3551002"/>
              <a:ext cx="540846" cy="312343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7824798" y="3491907"/>
              <a:ext cx="470058" cy="181410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7794490" y="3623727"/>
              <a:ext cx="41071" cy="82677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8298847" y="3624184"/>
              <a:ext cx="36118" cy="82219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7842237" y="3535238"/>
              <a:ext cx="450190" cy="25984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7815050" y="3673683"/>
              <a:ext cx="491790" cy="17643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7794490" y="3472184"/>
              <a:ext cx="540791" cy="312391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2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7752377" y="3752957"/>
              <a:ext cx="148970" cy="86030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7787483" y="3773138"/>
              <a:ext cx="113842" cy="106298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7465892" y="3799784"/>
              <a:ext cx="345033" cy="254286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2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8" name="Google Shape;448;p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Módulo 1 · </a:t>
            </a:r>
            <a:r>
              <a:rPr lang="es-MX" sz="2800">
                <a:solidFill>
                  <a:srgbClr val="007BB9"/>
                </a:solidFill>
              </a:rPr>
              <a:t>Fundamentos de word.</a:t>
            </a:r>
            <a:br>
              <a:rPr lang="es-MX" sz="2800">
                <a:solidFill>
                  <a:srgbClr val="007BB9"/>
                </a:solidFill>
              </a:rPr>
            </a:br>
            <a:br>
              <a:rPr lang="es-MX" sz="2000">
                <a:solidFill>
                  <a:srgbClr val="007BB9"/>
                </a:solidFill>
              </a:rPr>
            </a:br>
            <a:br>
              <a:rPr lang="es-MX" sz="2000">
                <a:solidFill>
                  <a:srgbClr val="007BB9"/>
                </a:solidFill>
              </a:rPr>
            </a:br>
            <a:endParaRPr sz="2800"/>
          </a:p>
        </p:txBody>
      </p:sp>
      <p:sp>
        <p:nvSpPr>
          <p:cNvPr id="454" name="Google Shape;454;p4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Paso 1: Abre Word y familiarízate con su entorno.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Observa la cinta superior: contiene pestañas de herramientas (Inicio, Insertar, Diseño...).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- Identifica las áreas principales: barra de título, barra de estado y vistas del documento.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Guardar, compatibilidad y OneDrive</a:t>
            </a:r>
            <a:endParaRPr/>
          </a:p>
          <a:p>
            <a:pPr indent="0" lvl="0" marL="1143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455" name="Google Shape;455;p4"/>
          <p:cNvGrpSpPr/>
          <p:nvPr/>
        </p:nvGrpSpPr>
        <p:grpSpPr>
          <a:xfrm>
            <a:off x="6798038" y="3935283"/>
            <a:ext cx="1131212" cy="1070768"/>
            <a:chOff x="2152750" y="190500"/>
            <a:chExt cx="4293756" cy="4762499"/>
          </a:xfrm>
        </p:grpSpPr>
        <p:sp>
          <p:nvSpPr>
            <p:cNvPr id="456" name="Google Shape;456;p4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4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4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4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4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4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4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4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4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4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4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4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4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4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4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4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4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4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4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4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4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4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4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4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4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4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4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4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4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4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4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4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4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4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4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4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4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4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4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27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4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4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4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4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4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4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4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27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4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4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4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4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4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4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4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4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4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4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4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4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4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4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4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4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4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4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4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4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4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4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4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4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4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4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4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4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23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0" name="Google Shape;530;p4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531" name="Google Shape;531;p4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4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4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4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4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4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4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4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4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0" name="Google Shape;540;p4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541" name="Google Shape;541;p4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4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4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4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4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6" name="Google Shape;546;p4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4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4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4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4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4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4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4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4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4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4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4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4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4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4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4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4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4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4" name="Google Shape;564;p4"/>
          <p:cNvSpPr txBox="1"/>
          <p:nvPr/>
        </p:nvSpPr>
        <p:spPr>
          <a:xfrm>
            <a:off x="360947" y="877192"/>
            <a:ext cx="8109284" cy="741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</a:pPr>
            <a:r>
              <a:rPr b="0" i="0" lang="es-MX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Objetivo: Conocer la interfaz y dominar las funciones básicas de edición.</a:t>
            </a:r>
            <a:endParaRPr/>
          </a:p>
          <a:p>
            <a:pPr indent="0" lvl="0" marL="11430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565" name="Google Shape;565;p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Módulo 1 · </a:t>
            </a:r>
            <a:r>
              <a:rPr lang="es-MX" sz="2800">
                <a:solidFill>
                  <a:srgbClr val="007BB9"/>
                </a:solidFill>
              </a:rPr>
              <a:t>Fundamentos de word.</a:t>
            </a:r>
            <a:br>
              <a:rPr lang="es-MX" sz="2800">
                <a:solidFill>
                  <a:srgbClr val="007BB9"/>
                </a:solidFill>
              </a:rPr>
            </a:br>
            <a:br>
              <a:rPr lang="es-MX" sz="2800">
                <a:solidFill>
                  <a:srgbClr val="007BB9"/>
                </a:solidFill>
              </a:rPr>
            </a:br>
            <a:br>
              <a:rPr lang="es-MX" sz="2000">
                <a:solidFill>
                  <a:srgbClr val="007BB9"/>
                </a:solidFill>
              </a:rPr>
            </a:br>
            <a:endParaRPr sz="2800"/>
          </a:p>
        </p:txBody>
      </p:sp>
      <p:grpSp>
        <p:nvGrpSpPr>
          <p:cNvPr id="571" name="Google Shape;571;p17"/>
          <p:cNvGrpSpPr/>
          <p:nvPr/>
        </p:nvGrpSpPr>
        <p:grpSpPr>
          <a:xfrm>
            <a:off x="7592343" y="3394855"/>
            <a:ext cx="1407493" cy="1561147"/>
            <a:chOff x="2152750" y="190500"/>
            <a:chExt cx="4293756" cy="4762499"/>
          </a:xfrm>
        </p:grpSpPr>
        <p:sp>
          <p:nvSpPr>
            <p:cNvPr id="572" name="Google Shape;572;p17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17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17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17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17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17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7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17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17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17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17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7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7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17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17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17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17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17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17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17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17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17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17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17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17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17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17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7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7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7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7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7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7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17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17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17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7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7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17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27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7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7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7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17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17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17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27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17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17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17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17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17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17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17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17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17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17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17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17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17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17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17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17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17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17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17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17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17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17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17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17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17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17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17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17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23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6" name="Google Shape;646;p17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647" name="Google Shape;647;p17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17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17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17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17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17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17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17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17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6" name="Google Shape;656;p17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657" name="Google Shape;657;p1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1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1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1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1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62" name="Google Shape;662;p17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17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17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17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17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17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17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17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17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17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17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17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17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17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7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17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17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17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0" name="Google Shape;680;p17"/>
          <p:cNvSpPr txBox="1"/>
          <p:nvPr>
            <p:ph idx="1" type="body"/>
          </p:nvPr>
        </p:nvSpPr>
        <p:spPr>
          <a:xfrm>
            <a:off x="457200" y="1428750"/>
            <a:ext cx="8100000" cy="3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MX" sz="1900"/>
              <a:t>Paso 2: Crea tu primer documento.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▸"/>
            </a:pPr>
            <a:r>
              <a:rPr lang="es-MX" sz="1900"/>
              <a:t>Haz clic en Archivo → Nuevo → Documento en blanco.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▸"/>
            </a:pPr>
            <a:r>
              <a:rPr lang="es-MX" sz="1900"/>
              <a:t>Escribe un título y guarda con Ctrl + G.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▸"/>
            </a:pPr>
            <a:r>
              <a:rPr lang="es-MX" sz="1900"/>
              <a:t>Paso 3: Edición básica del texto.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▸"/>
            </a:pPr>
            <a:r>
              <a:rPr lang="es-MX" sz="1900"/>
              <a:t>Escribe tres líneas de texto.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▸"/>
            </a:pPr>
            <a:r>
              <a:rPr lang="es-MX" sz="1900"/>
              <a:t>Usa Ctrl + C / Ctrl + V para copiar y pegar.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▸"/>
            </a:pPr>
            <a:r>
              <a:rPr lang="es-MX" sz="1900"/>
              <a:t>Prueba Ctrl + Z (deshacer) y Ctrl + Y (rehacer).</a:t>
            </a:r>
            <a:endParaRPr sz="1900"/>
          </a:p>
          <a:p>
            <a:pPr indent="-2286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/>
          </a:p>
          <a:p>
            <a:pPr indent="-2286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81" name="Google Shape;681;p1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8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Módulo 1 · </a:t>
            </a:r>
            <a:r>
              <a:rPr lang="es-MX" sz="2800">
                <a:solidFill>
                  <a:srgbClr val="007BB9"/>
                </a:solidFill>
              </a:rPr>
              <a:t>Fundamentos de word.</a:t>
            </a:r>
            <a:br>
              <a:rPr lang="es-MX" sz="2800">
                <a:solidFill>
                  <a:srgbClr val="007BB9"/>
                </a:solidFill>
              </a:rPr>
            </a:br>
            <a:br>
              <a:rPr lang="es-MX" sz="2800">
                <a:solidFill>
                  <a:srgbClr val="007BB9"/>
                </a:solidFill>
              </a:rPr>
            </a:br>
            <a:br>
              <a:rPr lang="es-MX" sz="2000">
                <a:solidFill>
                  <a:srgbClr val="007BB9"/>
                </a:solidFill>
              </a:rPr>
            </a:br>
            <a:endParaRPr sz="2800"/>
          </a:p>
        </p:txBody>
      </p:sp>
      <p:grpSp>
        <p:nvGrpSpPr>
          <p:cNvPr id="687" name="Google Shape;687;p18"/>
          <p:cNvGrpSpPr/>
          <p:nvPr/>
        </p:nvGrpSpPr>
        <p:grpSpPr>
          <a:xfrm>
            <a:off x="7661513" y="3623747"/>
            <a:ext cx="1444420" cy="1425416"/>
            <a:chOff x="2152750" y="190500"/>
            <a:chExt cx="4293756" cy="4762499"/>
          </a:xfrm>
        </p:grpSpPr>
        <p:sp>
          <p:nvSpPr>
            <p:cNvPr id="688" name="Google Shape;688;p18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18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18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18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18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18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18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18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18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18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18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18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18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18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18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18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18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18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18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18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18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18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18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18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18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18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18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18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18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8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18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18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18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18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18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18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18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18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18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27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18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18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18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18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18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18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18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27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18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18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18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18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18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18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18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18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18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18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18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18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18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18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18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18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18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18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18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18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18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18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18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18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18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18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18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18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23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62" name="Google Shape;762;p18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763" name="Google Shape;763;p18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18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18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18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18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18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18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18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18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2" name="Google Shape;772;p18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773" name="Google Shape;773;p1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1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1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1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1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8" name="Google Shape;778;p18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18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18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18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18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18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18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18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18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18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6" name="Google Shape;796;p18"/>
          <p:cNvSpPr txBox="1"/>
          <p:nvPr>
            <p:ph idx="1" type="body"/>
          </p:nvPr>
        </p:nvSpPr>
        <p:spPr>
          <a:xfrm>
            <a:off x="225523" y="2096175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💡 Consejo: Guarda siempre en OneDrive para no perder tu trabajo.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Práctica: Crea un documento llamado 'Mi primer documento de Word' con tres párrafos y guárdalo.</a:t>
            </a:r>
            <a:endParaRPr/>
          </a:p>
        </p:txBody>
      </p:sp>
      <p:sp>
        <p:nvSpPr>
          <p:cNvPr id="797" name="Google Shape;797;p1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Módulo 2 · </a:t>
            </a:r>
            <a:r>
              <a:rPr lang="es-MX" sz="2800">
                <a:solidFill>
                  <a:srgbClr val="007BB9"/>
                </a:solidFill>
              </a:rPr>
              <a:t>Formato, estilo y </a:t>
            </a:r>
            <a:endParaRPr sz="2800">
              <a:solidFill>
                <a:srgbClr val="007BB9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>
                <a:solidFill>
                  <a:srgbClr val="007BB9"/>
                </a:solidFill>
              </a:rPr>
              <a:t>organización.</a:t>
            </a:r>
            <a:br>
              <a:rPr lang="es-MX" sz="2800">
                <a:solidFill>
                  <a:srgbClr val="007BB9"/>
                </a:solidFill>
              </a:rPr>
            </a:br>
            <a:endParaRPr sz="2800"/>
          </a:p>
        </p:txBody>
      </p:sp>
      <p:sp>
        <p:nvSpPr>
          <p:cNvPr id="803" name="Google Shape;803;p5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Objetivo: Aplicar formato profesional al texto.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Paso 1: Formato de texto.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- Cambia tipo, tamaño y color de fuente.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- Usa negrita, cursiva y subrayado para resaltar información.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804" name="Google Shape;804;p5"/>
          <p:cNvGrpSpPr/>
          <p:nvPr/>
        </p:nvGrpSpPr>
        <p:grpSpPr>
          <a:xfrm>
            <a:off x="6219348" y="1816995"/>
            <a:ext cx="1641693" cy="1754492"/>
            <a:chOff x="1926580" y="602477"/>
            <a:chExt cx="4456273" cy="4762466"/>
          </a:xfrm>
        </p:grpSpPr>
        <p:sp>
          <p:nvSpPr>
            <p:cNvPr id="805" name="Google Shape;805;p5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5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5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5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5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5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5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5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5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5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5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5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5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5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5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5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5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5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5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5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5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5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5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5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5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5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5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5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5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5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5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5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5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5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5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5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5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5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5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5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5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5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5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5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5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5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5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5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5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5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5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5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5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5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5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5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5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5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5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5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5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5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5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5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5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5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5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5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5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5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5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5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5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5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5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5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5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5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5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5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5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5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5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5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5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5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5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5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5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5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5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5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5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5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10075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5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5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5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5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5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5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5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5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5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5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5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5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5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5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5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5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5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5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5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5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5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5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5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5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5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5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5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5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5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5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5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5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5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5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5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5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5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5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5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5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5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5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5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5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5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5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5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5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5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5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5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5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1" name="Google Shape;951;p5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952" name="Google Shape;952;p5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5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5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5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6" name="Google Shape;956;p5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57" name="Google Shape;957;p5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5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9" name="Google Shape;959;p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9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3200"/>
              <a:t>Módulo 2 · </a:t>
            </a:r>
            <a:r>
              <a:rPr lang="es-MX" sz="3200">
                <a:solidFill>
                  <a:srgbClr val="007BB9"/>
                </a:solidFill>
              </a:rPr>
              <a:t>Formato, estilo y organización.</a:t>
            </a:r>
            <a:br>
              <a:rPr lang="es-MX" sz="3200">
                <a:solidFill>
                  <a:srgbClr val="007BB9"/>
                </a:solidFill>
              </a:rPr>
            </a:br>
            <a:endParaRPr sz="3200"/>
          </a:p>
        </p:txBody>
      </p:sp>
      <p:sp>
        <p:nvSpPr>
          <p:cNvPr id="965" name="Google Shape;965;p19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Paso 2: Formato de párrafo.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- Ajusta alineación, sangría y espaciado.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- Usa 'Mostrar todo ¶' para ver la estructura del documento.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966" name="Google Shape;966;p19"/>
          <p:cNvGrpSpPr/>
          <p:nvPr/>
        </p:nvGrpSpPr>
        <p:grpSpPr>
          <a:xfrm>
            <a:off x="6159849" y="1135126"/>
            <a:ext cx="1641693" cy="1754492"/>
            <a:chOff x="1926580" y="602477"/>
            <a:chExt cx="4456273" cy="4762466"/>
          </a:xfrm>
        </p:grpSpPr>
        <p:sp>
          <p:nvSpPr>
            <p:cNvPr id="967" name="Google Shape;967;p19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19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19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19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19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19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19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19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19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19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19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19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19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19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19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19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19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19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19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19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19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19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19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19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19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19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19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19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19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19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19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19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19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19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19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19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19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19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19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19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19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19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19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19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19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19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19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19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19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19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19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19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19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19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19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19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19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19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19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19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19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19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19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19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19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19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19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19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19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19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19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19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19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19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19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19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19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19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19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19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19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19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19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19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19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19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19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19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10075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19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19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19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19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19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19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19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19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19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19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19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19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19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19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19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19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19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19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19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19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19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19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19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19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19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19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19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19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19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19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19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19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19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19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19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19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19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19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19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19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19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19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19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19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19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19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19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19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19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19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19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19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3" name="Google Shape;1113;p19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1114" name="Google Shape;1114;p19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5" name="Google Shape;1115;p19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" name="Google Shape;1116;p19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7" name="Google Shape;1117;p19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8" name="Google Shape;1118;p19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19" name="Google Shape;1119;p19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19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1" name="Google Shape;1121;p1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20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Módulo 2 · </a:t>
            </a:r>
            <a:r>
              <a:rPr lang="es-MX" sz="2800">
                <a:solidFill>
                  <a:srgbClr val="007BB9"/>
                </a:solidFill>
              </a:rPr>
              <a:t>Formato, estilo y organización.</a:t>
            </a:r>
            <a:br>
              <a:rPr lang="es-MX" sz="2800">
                <a:solidFill>
                  <a:srgbClr val="007BB9"/>
                </a:solidFill>
              </a:rPr>
            </a:br>
            <a:endParaRPr sz="2800"/>
          </a:p>
        </p:txBody>
      </p:sp>
      <p:sp>
        <p:nvSpPr>
          <p:cNvPr id="1127" name="Google Shape;1127;p20"/>
          <p:cNvSpPr txBox="1"/>
          <p:nvPr>
            <p:ph idx="1" type="body"/>
          </p:nvPr>
        </p:nvSpPr>
        <p:spPr>
          <a:xfrm>
            <a:off x="457200" y="1614100"/>
            <a:ext cx="5640900" cy="30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Paso 3: Estilos y listas.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- Aplica estilos predefinidos (Título 1, Título 2...).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- Crea listas con viñetas o numeradas y organiza subniveles.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Práctica: Formatea un texto aplicando estilos y listas numeradas correctamente.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1128" name="Google Shape;1128;p20"/>
          <p:cNvGrpSpPr/>
          <p:nvPr/>
        </p:nvGrpSpPr>
        <p:grpSpPr>
          <a:xfrm>
            <a:off x="7038198" y="1261305"/>
            <a:ext cx="1641693" cy="1754492"/>
            <a:chOff x="1926580" y="602477"/>
            <a:chExt cx="4456273" cy="4762466"/>
          </a:xfrm>
        </p:grpSpPr>
        <p:sp>
          <p:nvSpPr>
            <p:cNvPr id="1129" name="Google Shape;1129;p20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20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20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20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20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20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20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20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20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20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20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20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20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20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20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20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20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20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20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20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20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20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20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20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20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20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20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20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20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20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20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20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20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20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20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20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20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20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20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20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20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20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20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20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20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20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20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20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20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20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20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20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20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20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20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20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20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20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20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20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20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20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20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20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20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20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20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20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20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20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20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20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20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20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20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20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20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20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20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20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20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20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20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20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20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20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20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20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20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20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20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20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20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20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10075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20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20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20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20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20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20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20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20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20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20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20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20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20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20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20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20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20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20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20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20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20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20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20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20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20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20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20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20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20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20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20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20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20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20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20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20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20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20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20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20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20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20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20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20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20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20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20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20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20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20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20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20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75" name="Google Shape;1275;p20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1276" name="Google Shape;1276;p20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7" name="Google Shape;1277;p20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p20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20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p20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81" name="Google Shape;1281;p20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20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3" name="Google Shape;1283;p2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Módulo 3 ·Herramientas esenciales</a:t>
            </a:r>
            <a:r>
              <a:rPr lang="es-MX" sz="2800">
                <a:solidFill>
                  <a:srgbClr val="007BB9"/>
                </a:solidFill>
              </a:rPr>
              <a:t>.</a:t>
            </a:r>
            <a:br>
              <a:rPr lang="es-MX" sz="4000">
                <a:solidFill>
                  <a:srgbClr val="007BB9"/>
                </a:solidFill>
              </a:rPr>
            </a:br>
            <a:br>
              <a:rPr lang="es-MX" sz="4000">
                <a:solidFill>
                  <a:srgbClr val="007BB9"/>
                </a:solidFill>
              </a:rPr>
            </a:br>
            <a:endParaRPr sz="4000"/>
          </a:p>
        </p:txBody>
      </p:sp>
      <p:sp>
        <p:nvSpPr>
          <p:cNvPr id="1289" name="Google Shape;1289;p6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Objetivo: Insertar elementos visuales y estructurar información.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Paso 1: Imágenes.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Inserta una imagen desde tu PC (Insertar → Imágenes).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Ajusta tamaño y posición. Usa 'Ajustar texto &gt; Cuadrado' para moverla.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1800"/>
          </a:p>
        </p:txBody>
      </p:sp>
      <p:grpSp>
        <p:nvGrpSpPr>
          <p:cNvPr id="1290" name="Google Shape;1290;p6"/>
          <p:cNvGrpSpPr/>
          <p:nvPr/>
        </p:nvGrpSpPr>
        <p:grpSpPr>
          <a:xfrm>
            <a:off x="6678287" y="3123695"/>
            <a:ext cx="1782593" cy="1812070"/>
            <a:chOff x="2011725" y="44285"/>
            <a:chExt cx="4684870" cy="4762340"/>
          </a:xfrm>
        </p:grpSpPr>
        <p:grpSp>
          <p:nvGrpSpPr>
            <p:cNvPr id="1291" name="Google Shape;1291;p6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1292" name="Google Shape;1292;p6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6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294;p6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6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6" name="Google Shape;1296;p6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7" name="Google Shape;1297;p6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8" name="Google Shape;1298;p6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6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6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6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6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6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6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6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6" name="Google Shape;1306;p6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7" name="Google Shape;1307;p6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8" name="Google Shape;1308;p6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6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6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6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6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6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6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5" name="Google Shape;1315;p6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6" name="Google Shape;1316;p6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6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6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9" name="Google Shape;1319;p6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320;p6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6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6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6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6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6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6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6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6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6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6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6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6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6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6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6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6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6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6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6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6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6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6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6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6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5" name="Google Shape;1345;p6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6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6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8" name="Google Shape;1348;p6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9" name="Google Shape;1349;p6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0" name="Google Shape;1350;p6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1" name="Google Shape;1351;p6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2" name="Google Shape;1352;p6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3" name="Google Shape;1353;p6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4" name="Google Shape;1354;p6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5" name="Google Shape;1355;p6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6" name="Google Shape;1356;p6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7" name="Google Shape;1357;p6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8" name="Google Shape;1358;p6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9" name="Google Shape;1359;p6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360;p6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1" name="Google Shape;1361;p6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2" name="Google Shape;1362;p6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3" name="Google Shape;1363;p6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4" name="Google Shape;1364;p6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5" name="Google Shape;1365;p6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6" name="Google Shape;1366;p6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7" name="Google Shape;1367;p6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8" name="Google Shape;1368;p6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9" name="Google Shape;1369;p6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0" name="Google Shape;1370;p6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1" name="Google Shape;1371;p6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2" name="Google Shape;1372;p6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3" name="Google Shape;1373;p6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4" name="Google Shape;1374;p6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6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6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6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8" name="Google Shape;1378;p6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9" name="Google Shape;1379;p6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6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6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6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6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6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6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6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6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6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6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0" name="Google Shape;1390;p6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1" name="Google Shape;1391;p6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2" name="Google Shape;1392;p6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3" name="Google Shape;1393;p6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4" name="Google Shape;1394;p6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5" name="Google Shape;1395;p6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6" name="Google Shape;1396;p6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7" name="Google Shape;1397;p6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8" name="Google Shape;1398;p6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9" name="Google Shape;1399;p6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6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6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6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6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6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6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6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6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6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6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6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6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6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6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6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6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6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6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6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6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6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6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6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6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6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6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6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6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6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6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6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6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6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6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6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6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6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6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6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6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6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6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6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6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6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6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6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6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6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6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6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6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6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6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6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6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6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6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6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6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6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6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6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6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6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6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6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6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6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6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6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1471;p6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6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6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6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6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6" name="Google Shape;1476;p6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1477;p6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8" name="Google Shape;1478;p6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1479;p6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6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1481;p6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6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6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6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6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6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1487;p6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1488;p6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9" name="Google Shape;1489;p6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1490;p6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1491;p6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2" name="Google Shape;1492;p6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3" name="Google Shape;1493;p6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4" name="Google Shape;1494;p6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5" name="Google Shape;1495;p6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6" name="Google Shape;1496;p6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6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1498;p6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9" name="Google Shape;1499;p6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0" name="Google Shape;1500;p6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1501;p6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6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6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6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6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6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6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6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6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6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6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6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6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6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6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6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6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6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6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6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6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6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6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6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6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6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6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6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9" name="Google Shape;1529;p6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6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6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6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3" name="Google Shape;1533;p6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4" name="Google Shape;1534;p6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5" name="Google Shape;1535;p6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6" name="Google Shape;1536;p6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7" name="Google Shape;1537;p6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6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6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40" name="Google Shape;1540;p6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1541" name="Google Shape;1541;p6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2" name="Google Shape;1542;p6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3" name="Google Shape;1543;p6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4" name="Google Shape;1544;p6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5" name="Google Shape;1545;p6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46" name="Google Shape;1546;p6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1547" name="Google Shape;1547;p6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8" name="Google Shape;1548;p6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9" name="Google Shape;1549;p6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0" name="Google Shape;1550;p6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1" name="Google Shape;1551;p6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52" name="Google Shape;1552;p6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6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54" name="Google Shape;1554;p6"/>
            <p:cNvGrpSpPr/>
            <p:nvPr/>
          </p:nvGrpSpPr>
          <p:grpSpPr>
            <a:xfrm flipH="1">
              <a:off x="2446567" y="1414371"/>
              <a:ext cx="298963" cy="226660"/>
              <a:chOff x="6621095" y="1452181"/>
              <a:chExt cx="330894" cy="250785"/>
            </a:xfrm>
          </p:grpSpPr>
          <p:sp>
            <p:nvSpPr>
              <p:cNvPr id="1555" name="Google Shape;1555;p6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6" name="Google Shape;1556;p6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7" name="Google Shape;1557;p6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8" name="Google Shape;1558;p6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9" name="Google Shape;1559;p6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60" name="Google Shape;1560;p6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1" name="Google Shape;1561;p6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2" name="Google Shape;1562;p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2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Módulo 3 ·Herramientas esenciales</a:t>
            </a:r>
            <a:r>
              <a:rPr lang="es-MX" sz="2800">
                <a:solidFill>
                  <a:srgbClr val="007BB9"/>
                </a:solidFill>
              </a:rPr>
              <a:t>.</a:t>
            </a:r>
            <a:endParaRPr sz="4000"/>
          </a:p>
        </p:txBody>
      </p:sp>
      <p:sp>
        <p:nvSpPr>
          <p:cNvPr id="1568" name="Google Shape;1568;p21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Paso 2: Tablas.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Crea una tabla (Insertar → Tabla) e ingresa datos.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Cambia el color del borde y aplica un diseño de tabla.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Combina y divide celdas.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1800"/>
          </a:p>
        </p:txBody>
      </p:sp>
      <p:grpSp>
        <p:nvGrpSpPr>
          <p:cNvPr id="1569" name="Google Shape;1569;p21"/>
          <p:cNvGrpSpPr/>
          <p:nvPr/>
        </p:nvGrpSpPr>
        <p:grpSpPr>
          <a:xfrm>
            <a:off x="6678287" y="3123695"/>
            <a:ext cx="1782593" cy="1812070"/>
            <a:chOff x="2011725" y="44285"/>
            <a:chExt cx="4684870" cy="4762340"/>
          </a:xfrm>
        </p:grpSpPr>
        <p:grpSp>
          <p:nvGrpSpPr>
            <p:cNvPr id="1570" name="Google Shape;1570;p21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1571" name="Google Shape;1571;p21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2" name="Google Shape;1572;p21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3" name="Google Shape;1573;p21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4" name="Google Shape;1574;p21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5" name="Google Shape;1575;p21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6" name="Google Shape;1576;p21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7" name="Google Shape;1577;p21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578;p21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9" name="Google Shape;1579;p21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0" name="Google Shape;1580;p21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1" name="Google Shape;1581;p21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2" name="Google Shape;1582;p21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3" name="Google Shape;1583;p21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4" name="Google Shape;1584;p21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5" name="Google Shape;1585;p21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6" name="Google Shape;1586;p21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7" name="Google Shape;1587;p21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8" name="Google Shape;1588;p21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9" name="Google Shape;1589;p21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0" name="Google Shape;1590;p21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1" name="Google Shape;1591;p21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2" name="Google Shape;1592;p21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3" name="Google Shape;1593;p21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4" name="Google Shape;1594;p21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5" name="Google Shape;1595;p21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6" name="Google Shape;1596;p21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7" name="Google Shape;1597;p21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8" name="Google Shape;1598;p21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9" name="Google Shape;1599;p21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0" name="Google Shape;1600;p21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1" name="Google Shape;1601;p21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2" name="Google Shape;1602;p21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3" name="Google Shape;1603;p21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4" name="Google Shape;1604;p21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5" name="Google Shape;1605;p21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6" name="Google Shape;1606;p21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7" name="Google Shape;1607;p21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8" name="Google Shape;1608;p21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9" name="Google Shape;1609;p21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0" name="Google Shape;1610;p21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1" name="Google Shape;1611;p21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2" name="Google Shape;1612;p21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3" name="Google Shape;1613;p21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4" name="Google Shape;1614;p21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5" name="Google Shape;1615;p21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6" name="Google Shape;1616;p21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7" name="Google Shape;1617;p21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8" name="Google Shape;1618;p21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9" name="Google Shape;1619;p21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0" name="Google Shape;1620;p21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1" name="Google Shape;1621;p21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2" name="Google Shape;1622;p21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3" name="Google Shape;1623;p21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4" name="Google Shape;1624;p21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5" name="Google Shape;1625;p21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6" name="Google Shape;1626;p21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7" name="Google Shape;1627;p21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8" name="Google Shape;1628;p21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9" name="Google Shape;1629;p21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0" name="Google Shape;1630;p21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1" name="Google Shape;1631;p21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2" name="Google Shape;1632;p21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3" name="Google Shape;1633;p21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4" name="Google Shape;1634;p21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5" name="Google Shape;1635;p21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6" name="Google Shape;1636;p21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7" name="Google Shape;1637;p21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8" name="Google Shape;1638;p21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9" name="Google Shape;1639;p21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21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21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21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21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4" name="Google Shape;1644;p21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5" name="Google Shape;1645;p21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6" name="Google Shape;1646;p21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7" name="Google Shape;1647;p21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8" name="Google Shape;1648;p21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9" name="Google Shape;1649;p21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21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21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2" name="Google Shape;1652;p21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3" name="Google Shape;1653;p21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4" name="Google Shape;1654;p21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5" name="Google Shape;1655;p21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6" name="Google Shape;1656;p21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7" name="Google Shape;1657;p21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8" name="Google Shape;1658;p21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9" name="Google Shape;1659;p21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0" name="Google Shape;1660;p21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1" name="Google Shape;1661;p21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2" name="Google Shape;1662;p21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3" name="Google Shape;1663;p21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4" name="Google Shape;1664;p21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5" name="Google Shape;1665;p21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6" name="Google Shape;1666;p21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7" name="Google Shape;1667;p21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8" name="Google Shape;1668;p21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9" name="Google Shape;1669;p21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0" name="Google Shape;1670;p21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1" name="Google Shape;1671;p21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2" name="Google Shape;1672;p21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3" name="Google Shape;1673;p21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4" name="Google Shape;1674;p21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5" name="Google Shape;1675;p21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6" name="Google Shape;1676;p21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7" name="Google Shape;1677;p21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78" name="Google Shape;1678;p21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21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21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21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21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21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21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21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21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21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21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21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21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21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21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21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21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21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21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21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21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21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21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21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21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21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21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21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21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21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21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21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21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21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21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21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21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21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21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3" name="Google Shape;1753;p21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4" name="Google Shape;1754;p21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21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6" name="Google Shape;1756;p21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7" name="Google Shape;1757;p21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8" name="Google Shape;1758;p21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9" name="Google Shape;1759;p21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0" name="Google Shape;1760;p21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1" name="Google Shape;1761;p21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2" name="Google Shape;1762;p21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3" name="Google Shape;1763;p21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4" name="Google Shape;1764;p21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5" name="Google Shape;1765;p21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6" name="Google Shape;1766;p21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7" name="Google Shape;1767;p21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8" name="Google Shape;1768;p21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9" name="Google Shape;1769;p21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0" name="Google Shape;1770;p21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21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21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3" name="Google Shape;1773;p21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4" name="Google Shape;1774;p21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5" name="Google Shape;1775;p21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21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7" name="Google Shape;1777;p21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8" name="Google Shape;1778;p21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9" name="Google Shape;1779;p21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0" name="Google Shape;1780;p21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1" name="Google Shape;1781;p21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2" name="Google Shape;1782;p21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21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4" name="Google Shape;1784;p21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21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6" name="Google Shape;1786;p21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7" name="Google Shape;1787;p21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8" name="Google Shape;1788;p21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9" name="Google Shape;1789;p21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0" name="Google Shape;1790;p21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1" name="Google Shape;1791;p21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2" name="Google Shape;1792;p21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3" name="Google Shape;1793;p21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4" name="Google Shape;1794;p21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5" name="Google Shape;1795;p21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6" name="Google Shape;1796;p21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7" name="Google Shape;1797;p21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8" name="Google Shape;1798;p21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9" name="Google Shape;1799;p21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0" name="Google Shape;1800;p21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1" name="Google Shape;1801;p21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2" name="Google Shape;1802;p21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3" name="Google Shape;1803;p21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4" name="Google Shape;1804;p21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5" name="Google Shape;1805;p21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6" name="Google Shape;1806;p21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7" name="Google Shape;1807;p21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8" name="Google Shape;1808;p21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9" name="Google Shape;1809;p21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0" name="Google Shape;1810;p21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1" name="Google Shape;1811;p21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2" name="Google Shape;1812;p21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3" name="Google Shape;1813;p21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4" name="Google Shape;1814;p21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5" name="Google Shape;1815;p21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6" name="Google Shape;1816;p21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7" name="Google Shape;1817;p21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8" name="Google Shape;1818;p21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19" name="Google Shape;1819;p21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1820" name="Google Shape;1820;p2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1" name="Google Shape;1821;p2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2" name="Google Shape;1822;p2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3" name="Google Shape;1823;p2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4" name="Google Shape;1824;p2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5" name="Google Shape;1825;p21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1826" name="Google Shape;1826;p2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7" name="Google Shape;1827;p2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8" name="Google Shape;1828;p2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9" name="Google Shape;1829;p2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0" name="Google Shape;1830;p2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31" name="Google Shape;1831;p21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21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33" name="Google Shape;1833;p21"/>
            <p:cNvGrpSpPr/>
            <p:nvPr/>
          </p:nvGrpSpPr>
          <p:grpSpPr>
            <a:xfrm flipH="1">
              <a:off x="2446567" y="1414371"/>
              <a:ext cx="298963" cy="226660"/>
              <a:chOff x="6621095" y="1452181"/>
              <a:chExt cx="330894" cy="250785"/>
            </a:xfrm>
          </p:grpSpPr>
          <p:sp>
            <p:nvSpPr>
              <p:cNvPr id="1834" name="Google Shape;1834;p2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5" name="Google Shape;1835;p2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6" name="Google Shape;1836;p2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7" name="Google Shape;1837;p2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8" name="Google Shape;1838;p2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39" name="Google Shape;1839;p21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21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1" name="Google Shape;1841;p2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22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Módulo 3 ·Herramientas esenciales</a:t>
            </a:r>
            <a:r>
              <a:rPr lang="es-MX" sz="2800">
                <a:solidFill>
                  <a:srgbClr val="007BB9"/>
                </a:solidFill>
              </a:rPr>
              <a:t>.</a:t>
            </a:r>
            <a:endParaRPr sz="4000"/>
          </a:p>
        </p:txBody>
      </p:sp>
      <p:sp>
        <p:nvSpPr>
          <p:cNvPr id="1847" name="Google Shape;1847;p22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Paso 3: Encabezado y pie de página.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Inserta encabezado con el nombre del documento.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Agrega pie de página con numeración.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Práctica: Crea una tabla con tres filas e inserta una imagen con formato cuadrado.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1800"/>
          </a:p>
        </p:txBody>
      </p:sp>
      <p:grpSp>
        <p:nvGrpSpPr>
          <p:cNvPr id="1848" name="Google Shape;1848;p22"/>
          <p:cNvGrpSpPr/>
          <p:nvPr/>
        </p:nvGrpSpPr>
        <p:grpSpPr>
          <a:xfrm>
            <a:off x="7361407" y="1134708"/>
            <a:ext cx="1782593" cy="1812070"/>
            <a:chOff x="2011725" y="44285"/>
            <a:chExt cx="4684870" cy="4762340"/>
          </a:xfrm>
        </p:grpSpPr>
        <p:grpSp>
          <p:nvGrpSpPr>
            <p:cNvPr id="1849" name="Google Shape;1849;p22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1850" name="Google Shape;1850;p22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1" name="Google Shape;1851;p22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2" name="Google Shape;1852;p22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3" name="Google Shape;1853;p22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4" name="Google Shape;1854;p22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5" name="Google Shape;1855;p22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6" name="Google Shape;1856;p22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7" name="Google Shape;1857;p22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8" name="Google Shape;1858;p22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9" name="Google Shape;1859;p22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0" name="Google Shape;1860;p22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1" name="Google Shape;1861;p22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2" name="Google Shape;1862;p22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3" name="Google Shape;1863;p22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4" name="Google Shape;1864;p22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5" name="Google Shape;1865;p22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6" name="Google Shape;1866;p22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7" name="Google Shape;1867;p22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8" name="Google Shape;1868;p22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9" name="Google Shape;1869;p22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0" name="Google Shape;1870;p22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1" name="Google Shape;1871;p22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2" name="Google Shape;1872;p22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3" name="Google Shape;1873;p22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4" name="Google Shape;1874;p22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5" name="Google Shape;1875;p22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6" name="Google Shape;1876;p22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7" name="Google Shape;1877;p22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8" name="Google Shape;1878;p22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9" name="Google Shape;1879;p22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0" name="Google Shape;1880;p22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1" name="Google Shape;1881;p22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2" name="Google Shape;1882;p22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3" name="Google Shape;1883;p22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4" name="Google Shape;1884;p22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5" name="Google Shape;1885;p22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6" name="Google Shape;1886;p22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7" name="Google Shape;1887;p22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8" name="Google Shape;1888;p22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9" name="Google Shape;1889;p22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0" name="Google Shape;1890;p22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1" name="Google Shape;1891;p22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2" name="Google Shape;1892;p22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3" name="Google Shape;1893;p22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4" name="Google Shape;1894;p22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5" name="Google Shape;1895;p22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6" name="Google Shape;1896;p22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7" name="Google Shape;1897;p22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8" name="Google Shape;1898;p22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9" name="Google Shape;1899;p22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0" name="Google Shape;1900;p22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1" name="Google Shape;1901;p22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2" name="Google Shape;1902;p22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3" name="Google Shape;1903;p22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4" name="Google Shape;1904;p22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5" name="Google Shape;1905;p22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6" name="Google Shape;1906;p22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7" name="Google Shape;1907;p22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8" name="Google Shape;1908;p22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9" name="Google Shape;1909;p22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0" name="Google Shape;1910;p22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1" name="Google Shape;1911;p22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2" name="Google Shape;1912;p22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3" name="Google Shape;1913;p22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4" name="Google Shape;1914;p22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5" name="Google Shape;1915;p22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6" name="Google Shape;1916;p22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7" name="Google Shape;1917;p22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8" name="Google Shape;1918;p22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22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22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22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22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22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4" name="Google Shape;1924;p22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5" name="Google Shape;1925;p22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6" name="Google Shape;1926;p22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7" name="Google Shape;1927;p22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8" name="Google Shape;1928;p22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929;p22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22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1" name="Google Shape;1931;p22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2" name="Google Shape;1932;p22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3" name="Google Shape;1933;p22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4" name="Google Shape;1934;p22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5" name="Google Shape;1935;p22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6" name="Google Shape;1936;p22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7" name="Google Shape;1937;p22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8" name="Google Shape;1938;p22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9" name="Google Shape;1939;p22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0" name="Google Shape;1940;p22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1" name="Google Shape;1941;p22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2" name="Google Shape;1942;p22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3" name="Google Shape;1943;p22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4" name="Google Shape;1944;p22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5" name="Google Shape;1945;p22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6" name="Google Shape;1946;p22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7" name="Google Shape;1947;p22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8" name="Google Shape;1948;p22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9" name="Google Shape;1949;p22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0" name="Google Shape;1950;p22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1" name="Google Shape;1951;p22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2" name="Google Shape;1952;p22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3" name="Google Shape;1953;p22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4" name="Google Shape;1954;p22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5" name="Google Shape;1955;p22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6" name="Google Shape;1956;p22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57" name="Google Shape;1957;p22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8" name="Google Shape;1958;p22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9" name="Google Shape;1959;p22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0" name="Google Shape;1960;p22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1" name="Google Shape;1961;p22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2" name="Google Shape;1962;p22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3" name="Google Shape;1963;p22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4" name="Google Shape;1964;p22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5" name="Google Shape;1965;p22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6" name="Google Shape;1966;p22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7" name="Google Shape;1967;p22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8" name="Google Shape;1968;p22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9" name="Google Shape;1969;p22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0" name="Google Shape;1970;p22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1" name="Google Shape;1971;p22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p22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3" name="Google Shape;1973;p22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4" name="Google Shape;1974;p22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5" name="Google Shape;1975;p22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6" name="Google Shape;1976;p22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7" name="Google Shape;1977;p22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8" name="Google Shape;1978;p22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9" name="Google Shape;1979;p22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0" name="Google Shape;1980;p22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1981;p22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1982;p22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3" name="Google Shape;1983;p22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4" name="Google Shape;1984;p22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5" name="Google Shape;1985;p22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6" name="Google Shape;1986;p22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7" name="Google Shape;1987;p22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8" name="Google Shape;1988;p22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9" name="Google Shape;1989;p22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0" name="Google Shape;1990;p22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1" name="Google Shape;1991;p22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2" name="Google Shape;1992;p22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3" name="Google Shape;1993;p22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4" name="Google Shape;1994;p22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5" name="Google Shape;1995;p22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6" name="Google Shape;1996;p22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7" name="Google Shape;1997;p22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8" name="Google Shape;1998;p22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9" name="Google Shape;1999;p22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22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1" name="Google Shape;2001;p22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2" name="Google Shape;2002;p22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3" name="Google Shape;2003;p22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4" name="Google Shape;2004;p22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5" name="Google Shape;2005;p22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6" name="Google Shape;2006;p22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7" name="Google Shape;2007;p22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8" name="Google Shape;2008;p22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9" name="Google Shape;2009;p22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0" name="Google Shape;2010;p22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1" name="Google Shape;2011;p22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2" name="Google Shape;2012;p22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3" name="Google Shape;2013;p22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4" name="Google Shape;2014;p22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5" name="Google Shape;2015;p22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6" name="Google Shape;2016;p22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7" name="Google Shape;2017;p22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8" name="Google Shape;2018;p22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9" name="Google Shape;2019;p22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0" name="Google Shape;2020;p22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1" name="Google Shape;2021;p22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2" name="Google Shape;2022;p22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3" name="Google Shape;2023;p22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4" name="Google Shape;2024;p22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5" name="Google Shape;2025;p22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6" name="Google Shape;2026;p22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7" name="Google Shape;2027;p22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8" name="Google Shape;2028;p22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9" name="Google Shape;2029;p22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0" name="Google Shape;2030;p22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1" name="Google Shape;2031;p22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2" name="Google Shape;2032;p22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3" name="Google Shape;2033;p22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4" name="Google Shape;2034;p22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5" name="Google Shape;2035;p22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6" name="Google Shape;2036;p22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7" name="Google Shape;2037;p22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8" name="Google Shape;2038;p22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9" name="Google Shape;2039;p22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0" name="Google Shape;2040;p22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1" name="Google Shape;2041;p22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042;p22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3" name="Google Shape;2043;p22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4" name="Google Shape;2044;p22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5" name="Google Shape;2045;p22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6" name="Google Shape;2046;p22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7" name="Google Shape;2047;p22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8" name="Google Shape;2048;p22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9" name="Google Shape;2049;p22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0" name="Google Shape;2050;p22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1" name="Google Shape;2051;p22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2" name="Google Shape;2052;p22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3" name="Google Shape;2053;p22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4" name="Google Shape;2054;p22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5" name="Google Shape;2055;p22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6" name="Google Shape;2056;p22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7" name="Google Shape;2057;p22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8" name="Google Shape;2058;p22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9" name="Google Shape;2059;p22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0" name="Google Shape;2060;p22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1" name="Google Shape;2061;p22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2" name="Google Shape;2062;p22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3" name="Google Shape;2063;p22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4" name="Google Shape;2064;p22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5" name="Google Shape;2065;p22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6" name="Google Shape;2066;p22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7" name="Google Shape;2067;p22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8" name="Google Shape;2068;p22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9" name="Google Shape;2069;p22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0" name="Google Shape;2070;p22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1" name="Google Shape;2071;p22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2" name="Google Shape;2072;p22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3" name="Google Shape;2073;p22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4" name="Google Shape;2074;p22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5" name="Google Shape;2075;p22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6" name="Google Shape;2076;p22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7" name="Google Shape;2077;p22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8" name="Google Shape;2078;p22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9" name="Google Shape;2079;p22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0" name="Google Shape;2080;p22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1" name="Google Shape;2081;p22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2" name="Google Shape;2082;p22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3" name="Google Shape;2083;p22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84;p22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5" name="Google Shape;2085;p22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6" name="Google Shape;2086;p22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7" name="Google Shape;2087;p22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8" name="Google Shape;2088;p22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9" name="Google Shape;2089;p22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0" name="Google Shape;2090;p22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1" name="Google Shape;2091;p22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2" name="Google Shape;2092;p22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3" name="Google Shape;2093;p22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4" name="Google Shape;2094;p22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5" name="Google Shape;2095;p22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6" name="Google Shape;2096;p22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7" name="Google Shape;2097;p22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98" name="Google Shape;2098;p22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2099" name="Google Shape;2099;p22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0" name="Google Shape;2100;p22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1" name="Google Shape;2101;p22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2" name="Google Shape;2102;p22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3" name="Google Shape;2103;p22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4" name="Google Shape;2104;p22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2105" name="Google Shape;2105;p22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6" name="Google Shape;2106;p22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7" name="Google Shape;2107;p22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8" name="Google Shape;2108;p22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9" name="Google Shape;2109;p22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10" name="Google Shape;2110;p22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1" name="Google Shape;2111;p22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12" name="Google Shape;2112;p22"/>
            <p:cNvGrpSpPr/>
            <p:nvPr/>
          </p:nvGrpSpPr>
          <p:grpSpPr>
            <a:xfrm flipH="1">
              <a:off x="2446567" y="1414371"/>
              <a:ext cx="298963" cy="226660"/>
              <a:chOff x="6621095" y="1452181"/>
              <a:chExt cx="330894" cy="250785"/>
            </a:xfrm>
          </p:grpSpPr>
          <p:sp>
            <p:nvSpPr>
              <p:cNvPr id="2113" name="Google Shape;2113;p22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4" name="Google Shape;2114;p22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5" name="Google Shape;2115;p22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6" name="Google Shape;2116;p22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7" name="Google Shape;2117;p22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18" name="Google Shape;2118;p22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22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0" name="Google Shape;2120;p2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Módulo 4 ·Diseño e impresión</a:t>
            </a:r>
            <a:r>
              <a:rPr lang="es-MX" sz="2800">
                <a:solidFill>
                  <a:srgbClr val="007BB9"/>
                </a:solidFill>
              </a:rPr>
              <a:t>.</a:t>
            </a:r>
            <a:endParaRPr sz="2800"/>
          </a:p>
        </p:txBody>
      </p:sp>
      <p:sp>
        <p:nvSpPr>
          <p:cNvPr id="2126" name="Google Shape;2126;p7"/>
          <p:cNvSpPr txBox="1"/>
          <p:nvPr>
            <p:ph idx="1" type="body"/>
          </p:nvPr>
        </p:nvSpPr>
        <p:spPr>
          <a:xfrm>
            <a:off x="457200" y="1243400"/>
            <a:ext cx="7234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Objetivo: Configurar diseño y preparar documentos para exportar o imprimir.</a:t>
            </a:r>
            <a:endParaRPr sz="1800"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Paso 1: Configuración de página.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En Disposición, ajusta márgenes, orientación y tamaño de papel.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Paso 2: Saltos de página y secciones.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Inserta saltos con Ctrl + Enter para dividir capítulos.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Crea secciones para cambiar encabezados o numeración.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2286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1800"/>
          </a:p>
        </p:txBody>
      </p:sp>
      <p:grpSp>
        <p:nvGrpSpPr>
          <p:cNvPr id="2127" name="Google Shape;2127;p7"/>
          <p:cNvGrpSpPr/>
          <p:nvPr/>
        </p:nvGrpSpPr>
        <p:grpSpPr>
          <a:xfrm>
            <a:off x="7460470" y="2841566"/>
            <a:ext cx="1407493" cy="1561147"/>
            <a:chOff x="2152750" y="190500"/>
            <a:chExt cx="4293756" cy="4762499"/>
          </a:xfrm>
        </p:grpSpPr>
        <p:sp>
          <p:nvSpPr>
            <p:cNvPr id="2128" name="Google Shape;2128;p7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9" name="Google Shape;2129;p7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0" name="Google Shape;2130;p7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1" name="Google Shape;2131;p7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2" name="Google Shape;2132;p7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3" name="Google Shape;2133;p7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4" name="Google Shape;2134;p7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5" name="Google Shape;2135;p7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6" name="Google Shape;2136;p7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7" name="Google Shape;2137;p7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8" name="Google Shape;2138;p7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9" name="Google Shape;2139;p7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0" name="Google Shape;2140;p7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1" name="Google Shape;2141;p7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2" name="Google Shape;2142;p7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3" name="Google Shape;2143;p7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4" name="Google Shape;2144;p7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5" name="Google Shape;2145;p7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6" name="Google Shape;2146;p7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7" name="Google Shape;2147;p7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8" name="Google Shape;2148;p7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9" name="Google Shape;2149;p7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0" name="Google Shape;2150;p7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1" name="Google Shape;2151;p7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2" name="Google Shape;2152;p7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3" name="Google Shape;2153;p7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4" name="Google Shape;2154;p7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5" name="Google Shape;2155;p7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6" name="Google Shape;2156;p7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7" name="Google Shape;2157;p7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8" name="Google Shape;2158;p7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9" name="Google Shape;2159;p7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0" name="Google Shape;2160;p7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1" name="Google Shape;2161;p7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2" name="Google Shape;2162;p7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3" name="Google Shape;2163;p7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4" name="Google Shape;2164;p7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5" name="Google Shape;2165;p7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6" name="Google Shape;2166;p7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27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7" name="Google Shape;2167;p7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8" name="Google Shape;2168;p7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9" name="Google Shape;2169;p7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0" name="Google Shape;2170;p7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1" name="Google Shape;2171;p7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2" name="Google Shape;2172;p7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3" name="Google Shape;2173;p7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27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4" name="Google Shape;2174;p7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5" name="Google Shape;2175;p7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6" name="Google Shape;2176;p7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7" name="Google Shape;2177;p7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8" name="Google Shape;2178;p7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9" name="Google Shape;2179;p7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0" name="Google Shape;2180;p7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1" name="Google Shape;2181;p7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2" name="Google Shape;2182;p7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3" name="Google Shape;2183;p7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4" name="Google Shape;2184;p7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5" name="Google Shape;2185;p7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6" name="Google Shape;2186;p7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7" name="Google Shape;2187;p7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8" name="Google Shape;2188;p7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9" name="Google Shape;2189;p7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0" name="Google Shape;2190;p7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1" name="Google Shape;2191;p7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2" name="Google Shape;2192;p7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3" name="Google Shape;2193;p7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4" name="Google Shape;2194;p7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5" name="Google Shape;2195;p7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6" name="Google Shape;2196;p7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7" name="Google Shape;2197;p7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8" name="Google Shape;2198;p7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9" name="Google Shape;2199;p7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0" name="Google Shape;2200;p7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1" name="Google Shape;2201;p7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23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02" name="Google Shape;2202;p7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2203" name="Google Shape;2203;p7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4" name="Google Shape;2204;p7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5" name="Google Shape;2205;p7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6" name="Google Shape;2206;p7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7" name="Google Shape;2207;p7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8" name="Google Shape;2208;p7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9" name="Google Shape;2209;p7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0" name="Google Shape;2210;p7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1" name="Google Shape;2211;p7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2" name="Google Shape;2212;p7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2213" name="Google Shape;2213;p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4" name="Google Shape;2214;p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5" name="Google Shape;2215;p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6" name="Google Shape;2216;p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7" name="Google Shape;2217;p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18" name="Google Shape;2218;p7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9" name="Google Shape;2219;p7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0" name="Google Shape;2220;p7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1" name="Google Shape;2221;p7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2" name="Google Shape;2222;p7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3" name="Google Shape;2223;p7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4" name="Google Shape;2224;p7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5" name="Google Shape;2225;p7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6" name="Google Shape;2226;p7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7" name="Google Shape;2227;p7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8" name="Google Shape;2228;p7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9" name="Google Shape;2229;p7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0" name="Google Shape;2230;p7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1" name="Google Shape;2231;p7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2" name="Google Shape;2232;p7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3" name="Google Shape;2233;p7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4" name="Google Shape;2234;p7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5" name="Google Shape;2235;p7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6" name="Google Shape;2236;p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0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p2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Módulo 4 ·Diseño e impresión</a:t>
            </a:r>
            <a:r>
              <a:rPr lang="es-MX" sz="2800">
                <a:solidFill>
                  <a:srgbClr val="007BB9"/>
                </a:solidFill>
              </a:rPr>
              <a:t>.</a:t>
            </a:r>
            <a:endParaRPr sz="2800"/>
          </a:p>
        </p:txBody>
      </p:sp>
      <p:sp>
        <p:nvSpPr>
          <p:cNvPr id="2242" name="Google Shape;2242;p23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Paso 3: Preparación para impresión.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Revisa en Vista previa de impresión.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- Exporta a PDF (Archivo → Guardar como → PDF).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▸"/>
            </a:pPr>
            <a:r>
              <a:rPr lang="es-MX" sz="1800"/>
              <a:t>Práctica: Diseña un documento con portada, cuerpo y numeración distinta por sección.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228600" lvl="0" marL="457200" rtl="0" algn="l">
              <a:lnSpc>
                <a:spcPct val="110000"/>
              </a:lnSpc>
              <a:spcBef>
                <a:spcPts val="16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1800"/>
          </a:p>
        </p:txBody>
      </p:sp>
      <p:grpSp>
        <p:nvGrpSpPr>
          <p:cNvPr id="2243" name="Google Shape;2243;p23"/>
          <p:cNvGrpSpPr/>
          <p:nvPr/>
        </p:nvGrpSpPr>
        <p:grpSpPr>
          <a:xfrm>
            <a:off x="7344620" y="1375051"/>
            <a:ext cx="1407494" cy="1561150"/>
            <a:chOff x="2152750" y="190500"/>
            <a:chExt cx="4293756" cy="4762499"/>
          </a:xfrm>
        </p:grpSpPr>
        <p:sp>
          <p:nvSpPr>
            <p:cNvPr id="2244" name="Google Shape;2244;p23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5" name="Google Shape;2245;p23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6" name="Google Shape;2246;p23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7" name="Google Shape;2247;p23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8" name="Google Shape;2248;p23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9" name="Google Shape;2249;p23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0" name="Google Shape;2250;p23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1" name="Google Shape;2251;p23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2" name="Google Shape;2252;p23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3" name="Google Shape;2253;p23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4" name="Google Shape;2254;p23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5" name="Google Shape;2255;p23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6" name="Google Shape;2256;p23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7" name="Google Shape;2257;p23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8" name="Google Shape;2258;p23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9" name="Google Shape;2259;p23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0" name="Google Shape;2260;p23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1" name="Google Shape;2261;p23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2" name="Google Shape;2262;p23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3" name="Google Shape;2263;p23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4" name="Google Shape;2264;p23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5" name="Google Shape;2265;p23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6" name="Google Shape;2266;p23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7" name="Google Shape;2267;p23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8" name="Google Shape;2268;p23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9" name="Google Shape;2269;p23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0" name="Google Shape;2270;p23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1" name="Google Shape;2271;p23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2" name="Google Shape;2272;p23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3" name="Google Shape;2273;p23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4" name="Google Shape;2274;p23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5" name="Google Shape;2275;p23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6" name="Google Shape;2276;p23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7" name="Google Shape;2277;p23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8" name="Google Shape;2278;p23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9" name="Google Shape;2279;p23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0" name="Google Shape;2280;p23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1" name="Google Shape;2281;p23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2" name="Google Shape;2282;p23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27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3" name="Google Shape;2283;p23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4" name="Google Shape;2284;p23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5" name="Google Shape;2285;p23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6" name="Google Shape;2286;p23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7" name="Google Shape;2287;p23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8" name="Google Shape;2288;p23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9" name="Google Shape;2289;p23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27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0" name="Google Shape;2290;p23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1" name="Google Shape;2291;p23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2" name="Google Shape;2292;p23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3" name="Google Shape;2293;p23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4" name="Google Shape;2294;p23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5" name="Google Shape;2295;p23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6" name="Google Shape;2296;p23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7" name="Google Shape;2297;p23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8" name="Google Shape;2298;p23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9" name="Google Shape;2299;p23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0" name="Google Shape;2300;p23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1" name="Google Shape;2301;p23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2" name="Google Shape;2302;p23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3" name="Google Shape;2303;p23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4" name="Google Shape;2304;p23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5" name="Google Shape;2305;p23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6" name="Google Shape;2306;p23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7" name="Google Shape;2307;p23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8" name="Google Shape;2308;p23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9" name="Google Shape;2309;p23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0" name="Google Shape;2310;p23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1" name="Google Shape;2311;p23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2" name="Google Shape;2312;p23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3" name="Google Shape;2313;p23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4" name="Google Shape;2314;p23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5" name="Google Shape;2315;p23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6" name="Google Shape;2316;p23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7" name="Google Shape;2317;p23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23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18" name="Google Shape;2318;p23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2319" name="Google Shape;2319;p23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0" name="Google Shape;2320;p23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1" name="Google Shape;2321;p23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2" name="Google Shape;2322;p23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3" name="Google Shape;2323;p23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4" name="Google Shape;2324;p23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5" name="Google Shape;2325;p23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6" name="Google Shape;2326;p23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7" name="Google Shape;2327;p23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28" name="Google Shape;2328;p23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2329" name="Google Shape;2329;p23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0" name="Google Shape;2330;p23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1" name="Google Shape;2331;p23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2" name="Google Shape;2332;p23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3" name="Google Shape;2333;p23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34" name="Google Shape;2334;p23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5" name="Google Shape;2335;p23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6" name="Google Shape;2336;p23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7" name="Google Shape;2337;p23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8" name="Google Shape;2338;p23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9" name="Google Shape;2339;p23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0" name="Google Shape;2340;p23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1" name="Google Shape;2341;p23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2" name="Google Shape;2342;p23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3" name="Google Shape;2343;p23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4" name="Google Shape;2344;p23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5" name="Google Shape;2345;p23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6" name="Google Shape;2346;p23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7" name="Google Shape;2347;p23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8" name="Google Shape;2348;p23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9" name="Google Shape;2349;p23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0" name="Google Shape;2350;p23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1" name="Google Shape;2351;p23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2" name="Google Shape;2352;p2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6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" name="Google Shape;2357;p24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Errores comunes y buenas prácticas</a:t>
            </a:r>
            <a:endParaRPr sz="2800"/>
          </a:p>
        </p:txBody>
      </p:sp>
      <p:sp>
        <p:nvSpPr>
          <p:cNvPr id="2358" name="Google Shape;2358;p24"/>
          <p:cNvSpPr txBox="1"/>
          <p:nvPr>
            <p:ph idx="1" type="body"/>
          </p:nvPr>
        </p:nvSpPr>
        <p:spPr>
          <a:xfrm>
            <a:off x="457200" y="1475100"/>
            <a:ext cx="8053500" cy="3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▸"/>
            </a:pPr>
            <a:r>
              <a:rPr lang="es-MX" sz="1400"/>
              <a:t>🚫 Errores frecuentes:</a:t>
            </a:r>
            <a:endParaRPr sz="1600"/>
          </a:p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▸"/>
            </a:pPr>
            <a:r>
              <a:rPr lang="es-MX" sz="1400"/>
              <a:t>- No aplicar estilos (documentos desordenados).</a:t>
            </a:r>
            <a:endParaRPr sz="1600"/>
          </a:p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▸"/>
            </a:pPr>
            <a:r>
              <a:rPr lang="es-MX" sz="1400"/>
              <a:t>- Usar espacios o tabuladores para alinear texto.</a:t>
            </a:r>
            <a:endParaRPr sz="1600"/>
          </a:p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▸"/>
            </a:pPr>
            <a:r>
              <a:rPr lang="es-MX" sz="1400"/>
              <a:t>- No guardar en OneDrive.</a:t>
            </a:r>
            <a:endParaRPr sz="1600"/>
          </a:p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▸"/>
            </a:pPr>
            <a:r>
              <a:rPr lang="es-MX" sz="1400"/>
              <a:t>✅ Buenas prácticas:</a:t>
            </a:r>
            <a:endParaRPr sz="1600"/>
          </a:p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▸"/>
            </a:pPr>
            <a:r>
              <a:rPr lang="es-MX" sz="1400"/>
              <a:t>- Usa estilos para títulos y subtítulos.</a:t>
            </a:r>
            <a:endParaRPr sz="1600"/>
          </a:p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▸"/>
            </a:pPr>
            <a:r>
              <a:rPr lang="es-MX" sz="1400"/>
              <a:t>- Guarda frecuentemente (Ctrl + G).</a:t>
            </a:r>
            <a:endParaRPr sz="1600"/>
          </a:p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▸"/>
            </a:pPr>
            <a:r>
              <a:rPr lang="es-MX" sz="1400"/>
              <a:t>- Mantén coherencia en fuentes y tamaños.</a:t>
            </a:r>
            <a:endParaRPr sz="1600"/>
          </a:p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▸"/>
            </a:pPr>
            <a:r>
              <a:rPr lang="es-MX" sz="1400"/>
              <a:t>- Verifica la vista previa antes de imprimir.</a:t>
            </a:r>
            <a:endParaRPr sz="1600"/>
          </a:p>
          <a:p>
            <a:pPr indent="0" lvl="0" marL="1143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-2286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1400"/>
          </a:p>
        </p:txBody>
      </p:sp>
      <p:grpSp>
        <p:nvGrpSpPr>
          <p:cNvPr id="2359" name="Google Shape;2359;p24"/>
          <p:cNvGrpSpPr/>
          <p:nvPr/>
        </p:nvGrpSpPr>
        <p:grpSpPr>
          <a:xfrm>
            <a:off x="7344620" y="1375051"/>
            <a:ext cx="1407494" cy="1561150"/>
            <a:chOff x="2152750" y="190500"/>
            <a:chExt cx="4293756" cy="4762499"/>
          </a:xfrm>
        </p:grpSpPr>
        <p:sp>
          <p:nvSpPr>
            <p:cNvPr id="2360" name="Google Shape;2360;p24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1" name="Google Shape;2361;p24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2" name="Google Shape;2362;p24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3" name="Google Shape;2363;p24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4" name="Google Shape;2364;p24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5" name="Google Shape;2365;p24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6" name="Google Shape;2366;p24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7" name="Google Shape;2367;p24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8" name="Google Shape;2368;p24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9" name="Google Shape;2369;p24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0" name="Google Shape;2370;p24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1" name="Google Shape;2371;p24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2" name="Google Shape;2372;p24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3" name="Google Shape;2373;p24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4" name="Google Shape;2374;p24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5" name="Google Shape;2375;p24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6" name="Google Shape;2376;p24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7" name="Google Shape;2377;p24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8" name="Google Shape;2378;p24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9" name="Google Shape;2379;p24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0" name="Google Shape;2380;p24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1" name="Google Shape;2381;p24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2" name="Google Shape;2382;p24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3" name="Google Shape;2383;p24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4" name="Google Shape;2384;p24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5" name="Google Shape;2385;p24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6" name="Google Shape;2386;p24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7" name="Google Shape;2387;p24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8" name="Google Shape;2388;p24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9" name="Google Shape;2389;p24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0" name="Google Shape;2390;p24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1" name="Google Shape;2391;p24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2" name="Google Shape;2392;p24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3" name="Google Shape;2393;p24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4" name="Google Shape;2394;p24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5" name="Google Shape;2395;p24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6" name="Google Shape;2396;p24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7" name="Google Shape;2397;p24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8" name="Google Shape;2398;p24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27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9" name="Google Shape;2399;p24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0" name="Google Shape;2400;p24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1" name="Google Shape;2401;p24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2" name="Google Shape;2402;p24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3" name="Google Shape;2403;p24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4" name="Google Shape;2404;p24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5" name="Google Shape;2405;p24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27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6" name="Google Shape;2406;p24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7" name="Google Shape;2407;p24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8" name="Google Shape;2408;p24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9" name="Google Shape;2409;p24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0" name="Google Shape;2410;p24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1" name="Google Shape;2411;p24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2" name="Google Shape;2412;p24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3" name="Google Shape;2413;p24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4" name="Google Shape;2414;p24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5" name="Google Shape;2415;p24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6" name="Google Shape;2416;p24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7" name="Google Shape;2417;p24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8" name="Google Shape;2418;p24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9" name="Google Shape;2419;p24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0" name="Google Shape;2420;p24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1" name="Google Shape;2421;p24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2" name="Google Shape;2422;p24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3" name="Google Shape;2423;p24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4" name="Google Shape;2424;p24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5" name="Google Shape;2425;p24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6" name="Google Shape;2426;p24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7" name="Google Shape;2427;p24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8" name="Google Shape;2428;p24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9" name="Google Shape;2429;p24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0" name="Google Shape;2430;p24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1" name="Google Shape;2431;p24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2" name="Google Shape;2432;p24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3" name="Google Shape;2433;p24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23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34" name="Google Shape;2434;p24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2435" name="Google Shape;2435;p24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6" name="Google Shape;2436;p24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7" name="Google Shape;2437;p24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8" name="Google Shape;2438;p24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9" name="Google Shape;2439;p24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0" name="Google Shape;2440;p24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1" name="Google Shape;2441;p24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2" name="Google Shape;2442;p24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3" name="Google Shape;2443;p24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44" name="Google Shape;2444;p24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2445" name="Google Shape;2445;p24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6" name="Google Shape;2446;p24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7" name="Google Shape;2447;p24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8" name="Google Shape;2448;p24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9" name="Google Shape;2449;p24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50" name="Google Shape;2450;p24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1" name="Google Shape;2451;p24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2" name="Google Shape;2452;p24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3" name="Google Shape;2453;p24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4" name="Google Shape;2454;p24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5" name="Google Shape;2455;p24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6" name="Google Shape;2456;p24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7" name="Google Shape;2457;p24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8" name="Google Shape;2458;p24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9" name="Google Shape;2459;p24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0" name="Google Shape;2460;p24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1" name="Google Shape;2461;p24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2" name="Google Shape;2462;p24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3" name="Google Shape;2463;p24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4" name="Google Shape;2464;p24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5" name="Google Shape;2465;p24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6" name="Google Shape;2466;p24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7" name="Google Shape;2467;p24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8" name="Google Shape;2468;p2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2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p1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MX" sz="2800"/>
              <a:t>Conclusión</a:t>
            </a:r>
            <a:endParaRPr sz="2800"/>
          </a:p>
        </p:txBody>
      </p:sp>
      <p:sp>
        <p:nvSpPr>
          <p:cNvPr id="2474" name="Google Shape;2474;p11"/>
          <p:cNvSpPr txBox="1"/>
          <p:nvPr>
            <p:ph idx="1" type="body"/>
          </p:nvPr>
        </p:nvSpPr>
        <p:spPr>
          <a:xfrm>
            <a:off x="457200" y="1688300"/>
            <a:ext cx="8231100" cy="29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MX"/>
              <a:t>Este curso introduce a los participantes en el uso fundamental de Microsoft Word, enseñando paso a paso cómo crear, formatear y estructurar documentos profesionales.</a:t>
            </a:r>
            <a:br>
              <a:rPr lang="es-MX"/>
            </a:br>
            <a:r>
              <a:rPr lang="es-MX"/>
              <a:t>A través de módulos prácticos y actividades guiadas, los estudiantes aprenderán a aplicar estilos, insertar imágenes y tablas, y configurar correctamente la página para impresión o exportación a PDF.</a:t>
            </a:r>
            <a:br>
              <a:rPr lang="es-MX"/>
            </a:br>
            <a:r>
              <a:rPr lang="es-MX"/>
              <a:t>Ideal para quienes buscan fortalecer sus competencias digitales y mejorar su productividad en el entorno laboral.</a:t>
            </a:r>
            <a:endParaRPr/>
          </a:p>
        </p:txBody>
      </p:sp>
      <p:sp>
        <p:nvSpPr>
          <p:cNvPr id="2475" name="Google Shape;2475;p1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DMS</dc:creator>
</cp:coreProperties>
</file>