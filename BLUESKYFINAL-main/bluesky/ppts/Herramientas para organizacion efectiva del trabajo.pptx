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Raleway Thin"/>
      <p:regular r:id="rId17"/>
      <p:bold r:id="rId18"/>
      <p:italic r:id="rId19"/>
      <p:boldItalic r:id="rId20"/>
    </p:embeddedFont>
    <p:embeddedFont>
      <p:font typeface="Barlow Ligh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YwJMSeoini4R+qax9M31rkxM5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Thin-boldItalic.fntdata"/><Relationship Id="rId22" Type="http://schemas.openxmlformats.org/officeDocument/2006/relationships/font" Target="fonts/BarlowLight-bold.fntdata"/><Relationship Id="rId21" Type="http://schemas.openxmlformats.org/officeDocument/2006/relationships/font" Target="fonts/BarlowLight-regular.fntdata"/><Relationship Id="rId24" Type="http://schemas.openxmlformats.org/officeDocument/2006/relationships/font" Target="fonts/BarlowLight-boldItalic.fntdata"/><Relationship Id="rId23" Type="http://schemas.openxmlformats.org/officeDocument/2006/relationships/font" Target="fonts/BarlowLigh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alewayThin-regular.fntdata"/><Relationship Id="rId16" Type="http://schemas.openxmlformats.org/officeDocument/2006/relationships/slide" Target="slides/slide12.xml"/><Relationship Id="rId19" Type="http://schemas.openxmlformats.org/officeDocument/2006/relationships/font" Target="fonts/RalewayThin-italic.fntdata"/><Relationship Id="rId18" Type="http://schemas.openxmlformats.org/officeDocument/2006/relationships/font" Target="fonts/RalewayThin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9" name="Google Shape;1789;p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1" name="Google Shape;11;p14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14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5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5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indent="-3556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indent="-3556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indent="-355600" lvl="5" marL="2743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indent="-3556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indent="-3556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indent="-355600" lvl="8" marL="411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19" name="Google Shape;19;p15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6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6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25" name="Google Shape;25;p16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42900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42900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55600" lvl="3" marL="1828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355600" lvl="4" marL="2286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355600" lvl="5" marL="2743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355600" lvl="6" marL="3200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355600" lvl="7" marL="3657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355600" lvl="8" marL="4114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1"/>
          <p:cNvGrpSpPr/>
          <p:nvPr/>
        </p:nvGrpSpPr>
        <p:grpSpPr>
          <a:xfrm>
            <a:off x="6263070" y="2516268"/>
            <a:ext cx="2593929" cy="2402803"/>
            <a:chOff x="5122427" y="668001"/>
            <a:chExt cx="3841143" cy="3893303"/>
          </a:xfrm>
        </p:grpSpPr>
        <p:grpSp>
          <p:nvGrpSpPr>
            <p:cNvPr id="31" name="Google Shape;31;p1"/>
            <p:cNvGrpSpPr/>
            <p:nvPr/>
          </p:nvGrpSpPr>
          <p:grpSpPr>
            <a:xfrm>
              <a:off x="5144045" y="893590"/>
              <a:ext cx="2833667" cy="2964311"/>
              <a:chOff x="3860721" y="1330073"/>
              <a:chExt cx="3544299" cy="3707706"/>
            </a:xfrm>
          </p:grpSpPr>
          <p:sp>
            <p:nvSpPr>
              <p:cNvPr id="32" name="Google Shape;32;p1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1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1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1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1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1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1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1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1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1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1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1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1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1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1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1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1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1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1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1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52;p1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1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1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1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1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1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1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1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1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1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1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1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1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1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1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1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1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1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1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1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1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1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1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1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1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1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1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1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1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1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1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1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1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1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1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1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1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1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1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1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1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1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1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1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1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1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1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1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1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1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1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9" name="Google Shape;139;p1"/>
            <p:cNvSpPr/>
            <p:nvPr/>
          </p:nvSpPr>
          <p:spPr>
            <a:xfrm>
              <a:off x="6986665" y="3342725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7014156" y="3327342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7014156" y="3298709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7976493" y="3396565"/>
              <a:ext cx="664277" cy="383503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7912754" y="3450709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7863331" y="3479190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7813984" y="3507747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7451727" y="3699575"/>
              <a:ext cx="664201" cy="383503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7387988" y="3753643"/>
              <a:ext cx="592922" cy="342381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7338565" y="3782200"/>
              <a:ext cx="581727" cy="33583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7289218" y="3810681"/>
              <a:ext cx="496361" cy="286637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7582329" y="3561435"/>
              <a:ext cx="337202" cy="194645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7800200" y="3687162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8018073" y="3812966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687910" y="670084"/>
              <a:ext cx="163899" cy="239625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700339" y="668001"/>
              <a:ext cx="78506" cy="96744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6715688" y="773039"/>
              <a:ext cx="96838" cy="10838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550295" y="816287"/>
              <a:ext cx="182749" cy="260151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6687493" y="808527"/>
              <a:ext cx="141166" cy="186207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712641" y="675415"/>
              <a:ext cx="103849" cy="127932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716857" y="674913"/>
              <a:ext cx="104260" cy="98126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6591681" y="1319278"/>
              <a:ext cx="81988" cy="62539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6592043" y="1339232"/>
              <a:ext cx="81616" cy="42611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6550653" y="1292322"/>
              <a:ext cx="75049" cy="5813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6550998" y="1311512"/>
              <a:ext cx="74752" cy="39022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6578488" y="992358"/>
              <a:ext cx="178709" cy="308230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6627226" y="992967"/>
              <a:ext cx="177917" cy="333745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6560953" y="971949"/>
              <a:ext cx="266059" cy="244904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6774876" y="827227"/>
              <a:ext cx="92463" cy="324160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6792998" y="823141"/>
              <a:ext cx="55907" cy="71103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6683350" y="808424"/>
              <a:ext cx="47823" cy="50210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0" name="Google Shape;170;p1"/>
            <p:cNvGrpSpPr/>
            <p:nvPr/>
          </p:nvGrpSpPr>
          <p:grpSpPr>
            <a:xfrm flipH="1">
              <a:off x="5678143" y="1227582"/>
              <a:ext cx="345795" cy="1043508"/>
              <a:chOff x="5678143" y="1151382"/>
              <a:chExt cx="345795" cy="1043508"/>
            </a:xfrm>
          </p:grpSpPr>
          <p:sp>
            <p:nvSpPr>
              <p:cNvPr id="171" name="Google Shape;171;p1"/>
              <p:cNvSpPr/>
              <p:nvPr/>
            </p:nvSpPr>
            <p:spPr>
              <a:xfrm>
                <a:off x="5678143" y="199524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1"/>
              <p:cNvSpPr/>
              <p:nvPr/>
            </p:nvSpPr>
            <p:spPr>
              <a:xfrm>
                <a:off x="5781662" y="1153715"/>
                <a:ext cx="174078" cy="254926"/>
              </a:xfrm>
              <a:custGeom>
                <a:rect b="b" l="l" r="r" t="t"/>
                <a:pathLst>
                  <a:path extrusionOk="0" h="318657" w="217597">
                    <a:moveTo>
                      <a:pt x="77117" y="10535"/>
                    </a:moveTo>
                    <a:cubicBezTo>
                      <a:pt x="85785" y="-3371"/>
                      <a:pt x="151983" y="-12515"/>
                      <a:pt x="173796" y="43587"/>
                    </a:cubicBezTo>
                    <a:cubicBezTo>
                      <a:pt x="181987" y="64828"/>
                      <a:pt x="180749" y="119216"/>
                      <a:pt x="187702" y="153315"/>
                    </a:cubicBezTo>
                    <a:cubicBezTo>
                      <a:pt x="194655" y="187415"/>
                      <a:pt x="210848" y="206846"/>
                      <a:pt x="216277" y="234563"/>
                    </a:cubicBezTo>
                    <a:cubicBezTo>
                      <a:pt x="221706" y="262281"/>
                      <a:pt x="212658" y="308668"/>
                      <a:pt x="145888" y="316954"/>
                    </a:cubicBezTo>
                    <a:cubicBezTo>
                      <a:pt x="79117" y="325241"/>
                      <a:pt x="27778" y="301715"/>
                      <a:pt x="11966" y="280379"/>
                    </a:cubicBezTo>
                    <a:cubicBezTo>
                      <a:pt x="-3845" y="259043"/>
                      <a:pt x="-4131" y="213704"/>
                      <a:pt x="11966" y="189605"/>
                    </a:cubicBezTo>
                    <a:cubicBezTo>
                      <a:pt x="28063" y="165507"/>
                      <a:pt x="40541" y="145505"/>
                      <a:pt x="40541" y="113405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"/>
              <p:cNvSpPr/>
              <p:nvPr/>
            </p:nvSpPr>
            <p:spPr>
              <a:xfrm>
                <a:off x="5776639" y="1337053"/>
                <a:ext cx="32518" cy="188360"/>
              </a:xfrm>
              <a:custGeom>
                <a:rect b="b" l="l" r="r" t="t"/>
                <a:pathLst>
                  <a:path extrusionOk="0" h="235450" w="40647">
                    <a:moveTo>
                      <a:pt x="4152" y="15917"/>
                    </a:moveTo>
                    <a:cubicBezTo>
                      <a:pt x="4152" y="15917"/>
                      <a:pt x="-11564" y="127074"/>
                      <a:pt x="18154" y="205274"/>
                    </a:cubicBezTo>
                    <a:cubicBezTo>
                      <a:pt x="47872" y="283474"/>
                      <a:pt x="39585" y="184986"/>
                      <a:pt x="39585" y="184986"/>
                    </a:cubicBezTo>
                    <a:lnTo>
                      <a:pt x="32442" y="161554"/>
                    </a:lnTo>
                    <a:cubicBezTo>
                      <a:pt x="32442" y="161554"/>
                      <a:pt x="26536" y="71067"/>
                      <a:pt x="29013" y="48873"/>
                    </a:cubicBezTo>
                    <a:cubicBezTo>
                      <a:pt x="31489" y="26680"/>
                      <a:pt x="30918" y="7630"/>
                      <a:pt x="32442" y="5820"/>
                    </a:cubicBezTo>
                    <a:cubicBezTo>
                      <a:pt x="33966" y="4011"/>
                      <a:pt x="26632" y="486"/>
                      <a:pt x="23488" y="10"/>
                    </a:cubicBezTo>
                    <a:cubicBezTo>
                      <a:pt x="20345" y="-466"/>
                      <a:pt x="4152" y="15917"/>
                      <a:pt x="4152" y="1591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"/>
              <p:cNvSpPr/>
              <p:nvPr/>
            </p:nvSpPr>
            <p:spPr>
              <a:xfrm>
                <a:off x="5795186" y="1151382"/>
                <a:ext cx="83137" cy="102663"/>
              </a:xfrm>
              <a:custGeom>
                <a:rect b="b" l="l" r="r" t="t"/>
                <a:pathLst>
                  <a:path extrusionOk="0" h="128329" w="103921">
                    <a:moveTo>
                      <a:pt x="103921" y="3833"/>
                    </a:moveTo>
                    <a:cubicBezTo>
                      <a:pt x="103921" y="3833"/>
                      <a:pt x="54105" y="-10550"/>
                      <a:pt x="23911" y="16406"/>
                    </a:cubicBezTo>
                    <a:cubicBezTo>
                      <a:pt x="3585" y="35104"/>
                      <a:pt x="-4645" y="63564"/>
                      <a:pt x="2575" y="90225"/>
                    </a:cubicBezTo>
                    <a:cubicBezTo>
                      <a:pt x="6576" y="105941"/>
                      <a:pt x="14672" y="127468"/>
                      <a:pt x="27150" y="128325"/>
                    </a:cubicBezTo>
                    <a:cubicBezTo>
                      <a:pt x="39627" y="129182"/>
                      <a:pt x="103921" y="3833"/>
                      <a:pt x="103921" y="3833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1"/>
              <p:cNvSpPr/>
              <p:nvPr/>
            </p:nvSpPr>
            <p:spPr>
              <a:xfrm>
                <a:off x="5811517" y="1263498"/>
                <a:ext cx="102898" cy="115088"/>
              </a:xfrm>
              <a:custGeom>
                <a:rect b="b" l="l" r="r" t="t"/>
                <a:pathLst>
                  <a:path extrusionOk="0" h="143860" w="128622">
                    <a:moveTo>
                      <a:pt x="102545" y="0"/>
                    </a:moveTo>
                    <a:cubicBezTo>
                      <a:pt x="102545" y="0"/>
                      <a:pt x="99307" y="55531"/>
                      <a:pt x="100355" y="59627"/>
                    </a:cubicBezTo>
                    <a:cubicBezTo>
                      <a:pt x="101402" y="63722"/>
                      <a:pt x="122071" y="67628"/>
                      <a:pt x="127977" y="72485"/>
                    </a:cubicBezTo>
                    <a:cubicBezTo>
                      <a:pt x="133883" y="77343"/>
                      <a:pt x="97783" y="133636"/>
                      <a:pt x="79400" y="142018"/>
                    </a:cubicBezTo>
                    <a:cubicBezTo>
                      <a:pt x="61016" y="150400"/>
                      <a:pt x="4343" y="129064"/>
                      <a:pt x="437" y="100774"/>
                    </a:cubicBezTo>
                    <a:cubicBezTo>
                      <a:pt x="-3182" y="74866"/>
                      <a:pt x="16630" y="54673"/>
                      <a:pt x="24345" y="47625"/>
                    </a:cubicBezTo>
                    <a:cubicBezTo>
                      <a:pt x="29546" y="47282"/>
                      <a:pt x="34765" y="47282"/>
                      <a:pt x="39966" y="47625"/>
                    </a:cubicBezTo>
                    <a:lnTo>
                      <a:pt x="41585" y="20764"/>
                    </a:lnTo>
                    <a:cubicBezTo>
                      <a:pt x="66446" y="11906"/>
                      <a:pt x="102545" y="0"/>
                      <a:pt x="102545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1"/>
              <p:cNvSpPr/>
              <p:nvPr/>
            </p:nvSpPr>
            <p:spPr>
              <a:xfrm>
                <a:off x="5781607" y="1300507"/>
                <a:ext cx="149918" cy="172167"/>
              </a:xfrm>
              <a:custGeom>
                <a:rect b="b" l="l" r="r" t="t"/>
                <a:pathLst>
                  <a:path extrusionOk="0" h="215209" w="187397">
                    <a:moveTo>
                      <a:pt x="147575" y="18193"/>
                    </a:moveTo>
                    <a:cubicBezTo>
                      <a:pt x="163196" y="20669"/>
                      <a:pt x="181008" y="28956"/>
                      <a:pt x="183485" y="37243"/>
                    </a:cubicBezTo>
                    <a:cubicBezTo>
                      <a:pt x="189933" y="68008"/>
                      <a:pt x="188390" y="99917"/>
                      <a:pt x="179008" y="129921"/>
                    </a:cubicBezTo>
                    <a:cubicBezTo>
                      <a:pt x="165482" y="165640"/>
                      <a:pt x="156434" y="188405"/>
                      <a:pt x="148623" y="203835"/>
                    </a:cubicBezTo>
                    <a:cubicBezTo>
                      <a:pt x="148623" y="203835"/>
                      <a:pt x="81091" y="232410"/>
                      <a:pt x="26703" y="198977"/>
                    </a:cubicBezTo>
                    <a:cubicBezTo>
                      <a:pt x="26703" y="198977"/>
                      <a:pt x="22893" y="160877"/>
                      <a:pt x="22703" y="140208"/>
                    </a:cubicBezTo>
                    <a:cubicBezTo>
                      <a:pt x="-27589" y="96393"/>
                      <a:pt x="15368" y="42291"/>
                      <a:pt x="57945" y="286"/>
                    </a:cubicBezTo>
                    <a:cubicBezTo>
                      <a:pt x="63050" y="-95"/>
                      <a:pt x="68175" y="-95"/>
                      <a:pt x="73280" y="286"/>
                    </a:cubicBezTo>
                    <a:cubicBezTo>
                      <a:pt x="73280" y="286"/>
                      <a:pt x="35180" y="45244"/>
                      <a:pt x="61755" y="70771"/>
                    </a:cubicBezTo>
                    <a:cubicBezTo>
                      <a:pt x="118238" y="53721"/>
                      <a:pt x="129478" y="28384"/>
                      <a:pt x="147575" y="18193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1"/>
              <p:cNvSpPr/>
              <p:nvPr/>
            </p:nvSpPr>
            <p:spPr>
              <a:xfrm>
                <a:off x="5808246" y="1159602"/>
                <a:ext cx="110823" cy="136345"/>
              </a:xfrm>
              <a:custGeom>
                <a:rect b="b" l="l" r="r" t="t"/>
                <a:pathLst>
                  <a:path extrusionOk="0" h="170431" w="138529">
                    <a:moveTo>
                      <a:pt x="2908" y="60608"/>
                    </a:moveTo>
                    <a:lnTo>
                      <a:pt x="2908" y="60608"/>
                    </a:lnTo>
                    <a:cubicBezTo>
                      <a:pt x="8528" y="24890"/>
                      <a:pt x="34245" y="-2066"/>
                      <a:pt x="71107" y="125"/>
                    </a:cubicBezTo>
                    <a:cubicBezTo>
                      <a:pt x="110150" y="1972"/>
                      <a:pt x="140297" y="35129"/>
                      <a:pt x="138449" y="74172"/>
                    </a:cubicBezTo>
                    <a:cubicBezTo>
                      <a:pt x="137372" y="96775"/>
                      <a:pt x="125552" y="117511"/>
                      <a:pt x="106635" y="129950"/>
                    </a:cubicBezTo>
                    <a:cubicBezTo>
                      <a:pt x="105369" y="135322"/>
                      <a:pt x="103483" y="140533"/>
                      <a:pt x="101016" y="145476"/>
                    </a:cubicBezTo>
                    <a:cubicBezTo>
                      <a:pt x="87966" y="160716"/>
                      <a:pt x="53391" y="170336"/>
                      <a:pt x="41865" y="170432"/>
                    </a:cubicBezTo>
                    <a:cubicBezTo>
                      <a:pt x="32340" y="170432"/>
                      <a:pt x="23482" y="161383"/>
                      <a:pt x="14243" y="146048"/>
                    </a:cubicBezTo>
                    <a:cubicBezTo>
                      <a:pt x="-5093" y="113663"/>
                      <a:pt x="-140" y="78230"/>
                      <a:pt x="2908" y="60608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1"/>
              <p:cNvSpPr/>
              <p:nvPr/>
            </p:nvSpPr>
            <p:spPr>
              <a:xfrm>
                <a:off x="5812703" y="1158869"/>
                <a:ext cx="110779" cy="104694"/>
              </a:xfrm>
              <a:custGeom>
                <a:rect b="b" l="l" r="r" t="t"/>
                <a:pathLst>
                  <a:path extrusionOk="0" h="130867" w="138474">
                    <a:moveTo>
                      <a:pt x="76867" y="1709"/>
                    </a:moveTo>
                    <a:cubicBezTo>
                      <a:pt x="102679" y="6757"/>
                      <a:pt x="123920" y="13996"/>
                      <a:pt x="130969" y="39332"/>
                    </a:cubicBezTo>
                    <a:cubicBezTo>
                      <a:pt x="135731" y="56858"/>
                      <a:pt x="142018" y="90101"/>
                      <a:pt x="136017" y="104102"/>
                    </a:cubicBezTo>
                    <a:lnTo>
                      <a:pt x="132398" y="114294"/>
                    </a:lnTo>
                    <a:lnTo>
                      <a:pt x="101060" y="130868"/>
                    </a:lnTo>
                    <a:cubicBezTo>
                      <a:pt x="101060" y="130868"/>
                      <a:pt x="86487" y="118676"/>
                      <a:pt x="91059" y="83243"/>
                    </a:cubicBezTo>
                    <a:cubicBezTo>
                      <a:pt x="90850" y="78423"/>
                      <a:pt x="89335" y="73746"/>
                      <a:pt x="86678" y="69717"/>
                    </a:cubicBezTo>
                    <a:cubicBezTo>
                      <a:pt x="84687" y="66364"/>
                      <a:pt x="83211" y="62735"/>
                      <a:pt x="82296" y="58954"/>
                    </a:cubicBezTo>
                    <a:cubicBezTo>
                      <a:pt x="78591" y="49353"/>
                      <a:pt x="71371" y="41514"/>
                      <a:pt x="62103" y="37046"/>
                    </a:cubicBezTo>
                    <a:cubicBezTo>
                      <a:pt x="38767" y="23997"/>
                      <a:pt x="4953" y="35237"/>
                      <a:pt x="0" y="39999"/>
                    </a:cubicBezTo>
                    <a:cubicBezTo>
                      <a:pt x="13221" y="10548"/>
                      <a:pt x="45396" y="-5483"/>
                      <a:pt x="76867" y="1709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1"/>
              <p:cNvSpPr/>
              <p:nvPr/>
            </p:nvSpPr>
            <p:spPr>
              <a:xfrm>
                <a:off x="5898276" y="1323720"/>
                <a:ext cx="74471" cy="246223"/>
              </a:xfrm>
              <a:custGeom>
                <a:rect b="b" l="l" r="r" t="t"/>
                <a:pathLst>
                  <a:path extrusionOk="0" h="307779" w="93089">
                    <a:moveTo>
                      <a:pt x="39367" y="248524"/>
                    </a:moveTo>
                    <a:cubicBezTo>
                      <a:pt x="45177" y="212329"/>
                      <a:pt x="56036" y="188898"/>
                      <a:pt x="50988" y="168990"/>
                    </a:cubicBezTo>
                    <a:cubicBezTo>
                      <a:pt x="39739" y="128738"/>
                      <a:pt x="25013" y="89542"/>
                      <a:pt x="6982" y="51833"/>
                    </a:cubicBezTo>
                    <a:cubicBezTo>
                      <a:pt x="-4448" y="29354"/>
                      <a:pt x="-924" y="13733"/>
                      <a:pt x="10887" y="4779"/>
                    </a:cubicBezTo>
                    <a:cubicBezTo>
                      <a:pt x="24222" y="-4746"/>
                      <a:pt x="36891" y="-840"/>
                      <a:pt x="48987" y="23829"/>
                    </a:cubicBezTo>
                    <a:cubicBezTo>
                      <a:pt x="64132" y="55167"/>
                      <a:pt x="81086" y="87361"/>
                      <a:pt x="89373" y="134034"/>
                    </a:cubicBezTo>
                    <a:cubicBezTo>
                      <a:pt x="94688" y="164228"/>
                      <a:pt x="94298" y="195136"/>
                      <a:pt x="88230" y="225188"/>
                    </a:cubicBezTo>
                    <a:cubicBezTo>
                      <a:pt x="83087" y="257668"/>
                      <a:pt x="72800" y="275956"/>
                      <a:pt x="60513" y="306436"/>
                    </a:cubicBezTo>
                    <a:cubicBezTo>
                      <a:pt x="57084" y="315199"/>
                      <a:pt x="34414" y="279385"/>
                      <a:pt x="39367" y="248524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1"/>
              <p:cNvSpPr/>
              <p:nvPr/>
            </p:nvSpPr>
            <p:spPr>
              <a:xfrm>
                <a:off x="5831068" y="2061801"/>
                <a:ext cx="86995" cy="66513"/>
              </a:xfrm>
              <a:custGeom>
                <a:rect b="b" l="l" r="r" t="t"/>
                <a:pathLst>
                  <a:path extrusionOk="0" h="83141" w="108744">
                    <a:moveTo>
                      <a:pt x="100855" y="2"/>
                    </a:moveTo>
                    <a:cubicBezTo>
                      <a:pt x="87806" y="10575"/>
                      <a:pt x="67423" y="3241"/>
                      <a:pt x="66470" y="4194"/>
                    </a:cubicBezTo>
                    <a:cubicBezTo>
                      <a:pt x="51297" y="17281"/>
                      <a:pt x="35400" y="29492"/>
                      <a:pt x="18845" y="40769"/>
                    </a:cubicBezTo>
                    <a:cubicBezTo>
                      <a:pt x="10654" y="47151"/>
                      <a:pt x="-2014" y="55724"/>
                      <a:pt x="271" y="68106"/>
                    </a:cubicBezTo>
                    <a:cubicBezTo>
                      <a:pt x="4367" y="90109"/>
                      <a:pt x="39610" y="83346"/>
                      <a:pt x="52945" y="76584"/>
                    </a:cubicBezTo>
                    <a:cubicBezTo>
                      <a:pt x="66280" y="69821"/>
                      <a:pt x="77043" y="58677"/>
                      <a:pt x="89616" y="50866"/>
                    </a:cubicBezTo>
                    <a:cubicBezTo>
                      <a:pt x="98665" y="45246"/>
                      <a:pt x="107428" y="42389"/>
                      <a:pt x="108666" y="31054"/>
                    </a:cubicBezTo>
                    <a:cubicBezTo>
                      <a:pt x="109523" y="24196"/>
                      <a:pt x="103142" y="-283"/>
                      <a:pt x="100855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1"/>
              <p:cNvSpPr/>
              <p:nvPr/>
            </p:nvSpPr>
            <p:spPr>
              <a:xfrm>
                <a:off x="5831514" y="2082973"/>
                <a:ext cx="86563" cy="44990"/>
              </a:xfrm>
              <a:custGeom>
                <a:rect b="b" l="l" r="r" t="t"/>
                <a:pathLst>
                  <a:path extrusionOk="0" h="56238" w="108204">
                    <a:moveTo>
                      <a:pt x="107918" y="0"/>
                    </a:moveTo>
                    <a:cubicBezTo>
                      <a:pt x="106204" y="10859"/>
                      <a:pt x="97536" y="13907"/>
                      <a:pt x="88868" y="19050"/>
                    </a:cubicBezTo>
                    <a:cubicBezTo>
                      <a:pt x="76105" y="26956"/>
                      <a:pt x="64865" y="38100"/>
                      <a:pt x="51530" y="45149"/>
                    </a:cubicBezTo>
                    <a:cubicBezTo>
                      <a:pt x="38195" y="52197"/>
                      <a:pt x="8573" y="57531"/>
                      <a:pt x="0" y="41815"/>
                    </a:cubicBezTo>
                    <a:cubicBezTo>
                      <a:pt x="4667" y="63056"/>
                      <a:pt x="39338" y="56388"/>
                      <a:pt x="52483" y="49721"/>
                    </a:cubicBezTo>
                    <a:cubicBezTo>
                      <a:pt x="65627" y="43053"/>
                      <a:pt x="76581" y="31814"/>
                      <a:pt x="89154" y="24003"/>
                    </a:cubicBezTo>
                    <a:cubicBezTo>
                      <a:pt x="98203" y="18383"/>
                      <a:pt x="106966" y="15526"/>
                      <a:pt x="108204" y="4191"/>
                    </a:cubicBezTo>
                    <a:cubicBezTo>
                      <a:pt x="108214" y="2791"/>
                      <a:pt x="108118" y="1391"/>
                      <a:pt x="107918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1"/>
              <p:cNvSpPr/>
              <p:nvPr/>
            </p:nvSpPr>
            <p:spPr>
              <a:xfrm>
                <a:off x="5764925" y="2047104"/>
                <a:ext cx="79862" cy="61873"/>
              </a:xfrm>
              <a:custGeom>
                <a:rect b="b" l="l" r="r" t="t"/>
                <a:pathLst>
                  <a:path extrusionOk="0" h="77341" w="99827">
                    <a:moveTo>
                      <a:pt x="91860" y="1"/>
                    </a:moveTo>
                    <a:cubicBezTo>
                      <a:pt x="79954" y="9526"/>
                      <a:pt x="61856" y="4288"/>
                      <a:pt x="60999" y="5240"/>
                    </a:cubicBezTo>
                    <a:cubicBezTo>
                      <a:pt x="47045" y="17146"/>
                      <a:pt x="32453" y="28281"/>
                      <a:pt x="17279" y="38578"/>
                    </a:cubicBezTo>
                    <a:cubicBezTo>
                      <a:pt x="9754" y="44388"/>
                      <a:pt x="-1771" y="52294"/>
                      <a:pt x="229" y="63533"/>
                    </a:cubicBezTo>
                    <a:cubicBezTo>
                      <a:pt x="4040" y="83726"/>
                      <a:pt x="36329" y="77535"/>
                      <a:pt x="48521" y="71344"/>
                    </a:cubicBezTo>
                    <a:cubicBezTo>
                      <a:pt x="60713" y="65152"/>
                      <a:pt x="70619" y="54961"/>
                      <a:pt x="82145" y="47817"/>
                    </a:cubicBezTo>
                    <a:cubicBezTo>
                      <a:pt x="90336" y="42673"/>
                      <a:pt x="98433" y="40006"/>
                      <a:pt x="99766" y="29624"/>
                    </a:cubicBezTo>
                    <a:cubicBezTo>
                      <a:pt x="100528" y="23338"/>
                      <a:pt x="94051" y="-189"/>
                      <a:pt x="91860" y="1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1"/>
              <p:cNvSpPr/>
              <p:nvPr/>
            </p:nvSpPr>
            <p:spPr>
              <a:xfrm>
                <a:off x="5764880" y="2067438"/>
                <a:ext cx="79629" cy="41383"/>
              </a:xfrm>
              <a:custGeom>
                <a:rect b="b" l="l" r="r" t="t"/>
                <a:pathLst>
                  <a:path extrusionOk="0" h="51729" w="99536">
                    <a:moveTo>
                      <a:pt x="99536" y="0"/>
                    </a:moveTo>
                    <a:cubicBezTo>
                      <a:pt x="97917" y="10001"/>
                      <a:pt x="90011" y="12668"/>
                      <a:pt x="81820" y="17812"/>
                    </a:cubicBezTo>
                    <a:cubicBezTo>
                      <a:pt x="70104" y="25051"/>
                      <a:pt x="59817" y="35528"/>
                      <a:pt x="47625" y="41720"/>
                    </a:cubicBezTo>
                    <a:cubicBezTo>
                      <a:pt x="35433" y="47911"/>
                      <a:pt x="8287" y="53054"/>
                      <a:pt x="0" y="38671"/>
                    </a:cubicBezTo>
                    <a:cubicBezTo>
                      <a:pt x="4286" y="57721"/>
                      <a:pt x="36004" y="52006"/>
                      <a:pt x="47625" y="45911"/>
                    </a:cubicBezTo>
                    <a:cubicBezTo>
                      <a:pt x="59246" y="39814"/>
                      <a:pt x="69723" y="29528"/>
                      <a:pt x="81248" y="22384"/>
                    </a:cubicBezTo>
                    <a:cubicBezTo>
                      <a:pt x="89440" y="17240"/>
                      <a:pt x="97536" y="14573"/>
                      <a:pt x="98870" y="4191"/>
                    </a:cubicBezTo>
                    <a:cubicBezTo>
                      <a:pt x="99222" y="2819"/>
                      <a:pt x="99441" y="1419"/>
                      <a:pt x="9953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1"/>
              <p:cNvSpPr/>
              <p:nvPr/>
            </p:nvSpPr>
            <p:spPr>
              <a:xfrm>
                <a:off x="5777722" y="1472916"/>
                <a:ext cx="170454" cy="595560"/>
              </a:xfrm>
              <a:custGeom>
                <a:rect b="b" l="l" r="r" t="t"/>
                <a:pathLst>
                  <a:path extrusionOk="0" h="744450" w="213068">
                    <a:moveTo>
                      <a:pt x="5465" y="110490"/>
                    </a:moveTo>
                    <a:cubicBezTo>
                      <a:pt x="11276" y="65437"/>
                      <a:pt x="27849" y="0"/>
                      <a:pt x="27849" y="0"/>
                    </a:cubicBezTo>
                    <a:cubicBezTo>
                      <a:pt x="43546" y="7372"/>
                      <a:pt x="60529" y="11611"/>
                      <a:pt x="77855" y="12478"/>
                    </a:cubicBezTo>
                    <a:cubicBezTo>
                      <a:pt x="103211" y="12316"/>
                      <a:pt x="128490" y="9830"/>
                      <a:pt x="153388" y="5048"/>
                    </a:cubicBezTo>
                    <a:cubicBezTo>
                      <a:pt x="161532" y="19269"/>
                      <a:pt x="170429" y="33033"/>
                      <a:pt x="180059" y="46291"/>
                    </a:cubicBezTo>
                    <a:cubicBezTo>
                      <a:pt x="193012" y="64294"/>
                      <a:pt x="218159" y="103441"/>
                      <a:pt x="212158" y="172879"/>
                    </a:cubicBezTo>
                    <a:cubicBezTo>
                      <a:pt x="208253" y="217932"/>
                      <a:pt x="182916" y="409480"/>
                      <a:pt x="182916" y="409480"/>
                    </a:cubicBezTo>
                    <a:cubicBezTo>
                      <a:pt x="192755" y="441693"/>
                      <a:pt x="197985" y="475145"/>
                      <a:pt x="198442" y="508826"/>
                    </a:cubicBezTo>
                    <a:cubicBezTo>
                      <a:pt x="196156" y="548821"/>
                      <a:pt x="190869" y="588588"/>
                      <a:pt x="182630" y="627793"/>
                    </a:cubicBezTo>
                    <a:lnTo>
                      <a:pt x="167581" y="736568"/>
                    </a:lnTo>
                    <a:cubicBezTo>
                      <a:pt x="167581" y="736568"/>
                      <a:pt x="147483" y="751046"/>
                      <a:pt x="133195" y="740759"/>
                    </a:cubicBezTo>
                    <a:lnTo>
                      <a:pt x="135005" y="634365"/>
                    </a:lnTo>
                    <a:cubicBezTo>
                      <a:pt x="133291" y="608362"/>
                      <a:pt x="130719" y="569976"/>
                      <a:pt x="129004" y="545402"/>
                    </a:cubicBezTo>
                    <a:cubicBezTo>
                      <a:pt x="126337" y="505492"/>
                      <a:pt x="119479" y="442055"/>
                      <a:pt x="117098" y="426148"/>
                    </a:cubicBezTo>
                    <a:cubicBezTo>
                      <a:pt x="114717" y="410242"/>
                      <a:pt x="109954" y="382619"/>
                      <a:pt x="107573" y="351568"/>
                    </a:cubicBezTo>
                    <a:cubicBezTo>
                      <a:pt x="105192" y="320516"/>
                      <a:pt x="93476" y="162973"/>
                      <a:pt x="93476" y="162973"/>
                    </a:cubicBezTo>
                    <a:lnTo>
                      <a:pt x="91857" y="192500"/>
                    </a:lnTo>
                    <a:cubicBezTo>
                      <a:pt x="91857" y="192500"/>
                      <a:pt x="90238" y="240125"/>
                      <a:pt x="83380" y="299561"/>
                    </a:cubicBezTo>
                    <a:cubicBezTo>
                      <a:pt x="76522" y="358997"/>
                      <a:pt x="73855" y="385286"/>
                      <a:pt x="73855" y="385286"/>
                    </a:cubicBezTo>
                    <a:cubicBezTo>
                      <a:pt x="80370" y="397183"/>
                      <a:pt x="84932" y="410042"/>
                      <a:pt x="87380" y="423386"/>
                    </a:cubicBezTo>
                    <a:cubicBezTo>
                      <a:pt x="88619" y="436150"/>
                      <a:pt x="103192" y="537686"/>
                      <a:pt x="94429" y="588740"/>
                    </a:cubicBezTo>
                    <a:lnTo>
                      <a:pt x="76712" y="719138"/>
                    </a:lnTo>
                    <a:cubicBezTo>
                      <a:pt x="67645" y="725376"/>
                      <a:pt x="56138" y="726900"/>
                      <a:pt x="45756" y="723233"/>
                    </a:cubicBezTo>
                    <a:lnTo>
                      <a:pt x="35183" y="591407"/>
                    </a:lnTo>
                    <a:cubicBezTo>
                      <a:pt x="28135" y="541211"/>
                      <a:pt x="13180" y="434912"/>
                      <a:pt x="10895" y="421100"/>
                    </a:cubicBezTo>
                    <a:cubicBezTo>
                      <a:pt x="5808" y="393268"/>
                      <a:pt x="2817" y="365084"/>
                      <a:pt x="1941" y="336804"/>
                    </a:cubicBezTo>
                    <a:cubicBezTo>
                      <a:pt x="-1583" y="279749"/>
                      <a:pt x="-250" y="155543"/>
                      <a:pt x="5465" y="11049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1"/>
              <p:cNvSpPr/>
              <p:nvPr/>
            </p:nvSpPr>
            <p:spPr>
              <a:xfrm>
                <a:off x="5770564" y="1458904"/>
                <a:ext cx="181538" cy="396087"/>
              </a:xfrm>
              <a:custGeom>
                <a:rect b="b" l="l" r="r" t="t"/>
                <a:pathLst>
                  <a:path extrusionOk="0" h="495109" w="226922">
                    <a:moveTo>
                      <a:pt x="162435" y="6001"/>
                    </a:moveTo>
                    <a:lnTo>
                      <a:pt x="201202" y="83915"/>
                    </a:lnTo>
                    <a:cubicBezTo>
                      <a:pt x="201202" y="83915"/>
                      <a:pt x="260447" y="170593"/>
                      <a:pt x="199106" y="393287"/>
                    </a:cubicBezTo>
                    <a:lnTo>
                      <a:pt x="210631" y="461963"/>
                    </a:lnTo>
                    <a:cubicBezTo>
                      <a:pt x="210631" y="461963"/>
                      <a:pt x="94522" y="536543"/>
                      <a:pt x="16798" y="461963"/>
                    </a:cubicBezTo>
                    <a:cubicBezTo>
                      <a:pt x="16798" y="461963"/>
                      <a:pt x="-10158" y="256127"/>
                      <a:pt x="4224" y="161258"/>
                    </a:cubicBezTo>
                    <a:cubicBezTo>
                      <a:pt x="12149" y="106661"/>
                      <a:pt x="24246" y="52749"/>
                      <a:pt x="40420" y="0"/>
                    </a:cubicBezTo>
                    <a:cubicBezTo>
                      <a:pt x="40420" y="0"/>
                      <a:pt x="59470" y="21050"/>
                      <a:pt x="157291" y="71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1"/>
              <p:cNvSpPr/>
              <p:nvPr/>
            </p:nvSpPr>
            <p:spPr>
              <a:xfrm>
                <a:off x="5895126" y="1321170"/>
                <a:ext cx="61010" cy="76023"/>
              </a:xfrm>
              <a:custGeom>
                <a:rect b="b" l="l" r="r" t="t"/>
                <a:pathLst>
                  <a:path extrusionOk="0" h="95029" w="76263">
                    <a:moveTo>
                      <a:pt x="76263" y="71216"/>
                    </a:moveTo>
                    <a:cubicBezTo>
                      <a:pt x="76263" y="71216"/>
                      <a:pt x="49307" y="98076"/>
                      <a:pt x="17303" y="94743"/>
                    </a:cubicBezTo>
                    <a:lnTo>
                      <a:pt x="1968" y="42165"/>
                    </a:lnTo>
                    <a:cubicBezTo>
                      <a:pt x="1968" y="42165"/>
                      <a:pt x="-7557" y="14828"/>
                      <a:pt x="15303" y="2826"/>
                    </a:cubicBezTo>
                    <a:cubicBezTo>
                      <a:pt x="38163" y="-9175"/>
                      <a:pt x="62833" y="17685"/>
                      <a:pt x="76263" y="7121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1"/>
              <p:cNvSpPr/>
              <p:nvPr/>
            </p:nvSpPr>
            <p:spPr>
              <a:xfrm>
                <a:off x="5777141" y="1300603"/>
                <a:ext cx="50825" cy="53396"/>
              </a:xfrm>
              <a:custGeom>
                <a:rect b="b" l="l" r="r" t="t"/>
                <a:pathLst>
                  <a:path extrusionOk="0" h="66745" w="63531">
                    <a:moveTo>
                      <a:pt x="63532" y="451"/>
                    </a:moveTo>
                    <a:cubicBezTo>
                      <a:pt x="63532" y="451"/>
                      <a:pt x="32671" y="-9074"/>
                      <a:pt x="0" y="59411"/>
                    </a:cubicBezTo>
                    <a:lnTo>
                      <a:pt x="12192" y="66745"/>
                    </a:lnTo>
                    <a:cubicBezTo>
                      <a:pt x="27499" y="43304"/>
                      <a:pt x="44663" y="21130"/>
                      <a:pt x="63532" y="45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" name="Google Shape;188;p1"/>
            <p:cNvGrpSpPr/>
            <p:nvPr/>
          </p:nvGrpSpPr>
          <p:grpSpPr>
            <a:xfrm>
              <a:off x="5122427" y="3292365"/>
              <a:ext cx="823270" cy="1268939"/>
              <a:chOff x="5490177" y="3555452"/>
              <a:chExt cx="823270" cy="1268939"/>
            </a:xfrm>
          </p:grpSpPr>
          <p:sp>
            <p:nvSpPr>
              <p:cNvPr id="189" name="Google Shape;189;p1"/>
              <p:cNvSpPr/>
              <p:nvPr/>
            </p:nvSpPr>
            <p:spPr>
              <a:xfrm>
                <a:off x="5967652" y="4624747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7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7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7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1"/>
              <p:cNvSpPr/>
              <p:nvPr/>
            </p:nvSpPr>
            <p:spPr>
              <a:xfrm>
                <a:off x="6225123" y="3957880"/>
                <a:ext cx="68002" cy="244678"/>
              </a:xfrm>
              <a:custGeom>
                <a:rect b="b" l="l" r="r" t="t"/>
                <a:pathLst>
                  <a:path extrusionOk="0" h="305847" w="85002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"/>
              <p:cNvSpPr/>
              <p:nvPr/>
            </p:nvSpPr>
            <p:spPr>
              <a:xfrm>
                <a:off x="6014262" y="4720102"/>
                <a:ext cx="99120" cy="56094"/>
              </a:xfrm>
              <a:custGeom>
                <a:rect b="b" l="l" r="r" t="t"/>
                <a:pathLst>
                  <a:path extrusionOk="0" h="70118" w="12390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"/>
              <p:cNvSpPr/>
              <p:nvPr/>
            </p:nvSpPr>
            <p:spPr>
              <a:xfrm>
                <a:off x="6014165" y="4729456"/>
                <a:ext cx="97551" cy="46733"/>
              </a:xfrm>
              <a:custGeom>
                <a:rect b="b" l="l" r="r" t="t"/>
                <a:pathLst>
                  <a:path extrusionOk="0" h="58416" w="121939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1"/>
              <p:cNvSpPr/>
              <p:nvPr/>
            </p:nvSpPr>
            <p:spPr>
              <a:xfrm>
                <a:off x="6140412" y="4656810"/>
                <a:ext cx="95533" cy="53978"/>
              </a:xfrm>
              <a:custGeom>
                <a:rect b="b" l="l" r="r" t="t"/>
                <a:pathLst>
                  <a:path extrusionOk="0" h="67472" w="119416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1"/>
              <p:cNvSpPr/>
              <p:nvPr/>
            </p:nvSpPr>
            <p:spPr>
              <a:xfrm>
                <a:off x="6140448" y="4665717"/>
                <a:ext cx="93872" cy="45066"/>
              </a:xfrm>
              <a:custGeom>
                <a:rect b="b" l="l" r="r" t="t"/>
                <a:pathLst>
                  <a:path extrusionOk="0" h="56332" w="11734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1"/>
              <p:cNvSpPr/>
              <p:nvPr/>
            </p:nvSpPr>
            <p:spPr>
              <a:xfrm>
                <a:off x="6074259" y="4151308"/>
                <a:ext cx="190443" cy="586341"/>
              </a:xfrm>
              <a:custGeom>
                <a:rect b="b" l="l" r="r" t="t"/>
                <a:pathLst>
                  <a:path extrusionOk="0" h="732926" w="238054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1"/>
              <p:cNvSpPr/>
              <p:nvPr/>
            </p:nvSpPr>
            <p:spPr>
              <a:xfrm>
                <a:off x="6075072" y="4151308"/>
                <a:ext cx="189540" cy="327893"/>
              </a:xfrm>
              <a:custGeom>
                <a:rect b="b" l="l" r="r" t="t"/>
                <a:pathLst>
                  <a:path extrusionOk="0" h="409866" w="236925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1"/>
              <p:cNvSpPr/>
              <p:nvPr/>
            </p:nvSpPr>
            <p:spPr>
              <a:xfrm>
                <a:off x="6112869" y="3797323"/>
                <a:ext cx="128417" cy="206862"/>
              </a:xfrm>
              <a:custGeom>
                <a:rect b="b" l="l" r="r" t="t"/>
                <a:pathLst>
                  <a:path extrusionOk="0" h="258577" w="160521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1"/>
              <p:cNvSpPr/>
              <p:nvPr/>
            </p:nvSpPr>
            <p:spPr>
              <a:xfrm>
                <a:off x="6244085" y="3981464"/>
                <a:ext cx="49073" cy="87044"/>
              </a:xfrm>
              <a:custGeom>
                <a:rect b="b" l="l" r="r" t="t"/>
                <a:pathLst>
                  <a:path extrusionOk="0" h="108805" w="61341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"/>
              <p:cNvSpPr/>
              <p:nvPr/>
            </p:nvSpPr>
            <p:spPr>
              <a:xfrm>
                <a:off x="6106401" y="3956215"/>
                <a:ext cx="153237" cy="219092"/>
              </a:xfrm>
              <a:custGeom>
                <a:rect b="b" l="l" r="r" t="t"/>
                <a:pathLst>
                  <a:path extrusionOk="0" h="273865" w="191546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1"/>
              <p:cNvSpPr/>
              <p:nvPr/>
            </p:nvSpPr>
            <p:spPr>
              <a:xfrm>
                <a:off x="5856250" y="4001330"/>
                <a:ext cx="294998" cy="212364"/>
              </a:xfrm>
              <a:custGeom>
                <a:rect b="b" l="l" r="r" t="t"/>
                <a:pathLst>
                  <a:path extrusionOk="0" h="265455" w="368747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1"/>
              <p:cNvSpPr/>
              <p:nvPr/>
            </p:nvSpPr>
            <p:spPr>
              <a:xfrm>
                <a:off x="6075027" y="3988967"/>
                <a:ext cx="80628" cy="83804"/>
              </a:xfrm>
              <a:custGeom>
                <a:rect b="b" l="l" r="r" t="t"/>
                <a:pathLst>
                  <a:path extrusionOk="0" h="104755" w="100785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1"/>
              <p:cNvSpPr/>
              <p:nvPr/>
            </p:nvSpPr>
            <p:spPr>
              <a:xfrm>
                <a:off x="6107459" y="3797280"/>
                <a:ext cx="160810" cy="262954"/>
              </a:xfrm>
              <a:custGeom>
                <a:rect b="b" l="l" r="r" t="t"/>
                <a:pathLst>
                  <a:path extrusionOk="0" h="328692" w="201012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1"/>
              <p:cNvSpPr/>
              <p:nvPr/>
            </p:nvSpPr>
            <p:spPr>
              <a:xfrm>
                <a:off x="5490177" y="438113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1"/>
              <p:cNvSpPr/>
              <p:nvPr/>
            </p:nvSpPr>
            <p:spPr>
              <a:xfrm>
                <a:off x="5573749" y="4455840"/>
                <a:ext cx="98301" cy="76095"/>
              </a:xfrm>
              <a:custGeom>
                <a:rect b="b" l="l" r="r" t="t"/>
                <a:pathLst>
                  <a:path extrusionOk="0" h="95119" w="122876">
                    <a:moveTo>
                      <a:pt x="9769" y="2"/>
                    </a:moveTo>
                    <a:cubicBezTo>
                      <a:pt x="24533" y="12004"/>
                      <a:pt x="46250" y="1050"/>
                      <a:pt x="47297" y="2193"/>
                    </a:cubicBezTo>
                    <a:cubicBezTo>
                      <a:pt x="64639" y="18195"/>
                      <a:pt x="82792" y="33302"/>
                      <a:pt x="101685" y="47437"/>
                    </a:cubicBezTo>
                    <a:cubicBezTo>
                      <a:pt x="111210" y="54676"/>
                      <a:pt x="125212" y="64296"/>
                      <a:pt x="122545" y="78202"/>
                    </a:cubicBezTo>
                    <a:cubicBezTo>
                      <a:pt x="117973" y="102967"/>
                      <a:pt x="78254" y="95347"/>
                      <a:pt x="63204" y="87727"/>
                    </a:cubicBezTo>
                    <a:cubicBezTo>
                      <a:pt x="48155" y="80107"/>
                      <a:pt x="35963" y="67630"/>
                      <a:pt x="21770" y="59152"/>
                    </a:cubicBezTo>
                    <a:cubicBezTo>
                      <a:pt x="11674" y="52866"/>
                      <a:pt x="1768" y="49627"/>
                      <a:pt x="149" y="36864"/>
                    </a:cubicBezTo>
                    <a:cubicBezTo>
                      <a:pt x="-1185" y="28768"/>
                      <a:pt x="6816" y="-284"/>
                      <a:pt x="9769" y="2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"/>
              <p:cNvSpPr/>
              <p:nvPr/>
            </p:nvSpPr>
            <p:spPr>
              <a:xfrm>
                <a:off x="5573762" y="4480895"/>
                <a:ext cx="97794" cy="51001"/>
              </a:xfrm>
              <a:custGeom>
                <a:rect b="b" l="l" r="r" t="t"/>
                <a:pathLst>
                  <a:path extrusionOk="0" h="63751" w="122242">
                    <a:moveTo>
                      <a:pt x="227" y="0"/>
                    </a:moveTo>
                    <a:cubicBezTo>
                      <a:pt x="2228" y="12192"/>
                      <a:pt x="12038" y="15621"/>
                      <a:pt x="22040" y="21812"/>
                    </a:cubicBezTo>
                    <a:cubicBezTo>
                      <a:pt x="36518" y="30766"/>
                      <a:pt x="49186" y="43720"/>
                      <a:pt x="64140" y="51245"/>
                    </a:cubicBezTo>
                    <a:cubicBezTo>
                      <a:pt x="79094" y="58769"/>
                      <a:pt x="112527" y="65246"/>
                      <a:pt x="122243" y="47530"/>
                    </a:cubicBezTo>
                    <a:cubicBezTo>
                      <a:pt x="117004" y="71438"/>
                      <a:pt x="77951" y="63913"/>
                      <a:pt x="63092" y="56388"/>
                    </a:cubicBezTo>
                    <a:cubicBezTo>
                      <a:pt x="48233" y="48863"/>
                      <a:pt x="35851" y="36290"/>
                      <a:pt x="21659" y="27813"/>
                    </a:cubicBezTo>
                    <a:cubicBezTo>
                      <a:pt x="11562" y="21527"/>
                      <a:pt x="1656" y="18288"/>
                      <a:pt x="37" y="5524"/>
                    </a:cubicBezTo>
                    <a:cubicBezTo>
                      <a:pt x="-49" y="3677"/>
                      <a:pt x="15" y="1829"/>
                      <a:pt x="227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"/>
              <p:cNvSpPr/>
              <p:nvPr/>
            </p:nvSpPr>
            <p:spPr>
              <a:xfrm>
                <a:off x="5674337" y="4417793"/>
                <a:ext cx="98217" cy="73323"/>
              </a:xfrm>
              <a:custGeom>
                <a:rect b="b" l="l" r="r" t="t"/>
                <a:pathLst>
                  <a:path extrusionOk="0" h="91654" w="122771">
                    <a:moveTo>
                      <a:pt x="11400" y="61"/>
                    </a:moveTo>
                    <a:cubicBezTo>
                      <a:pt x="26164" y="12062"/>
                      <a:pt x="51881" y="-987"/>
                      <a:pt x="53024" y="61"/>
                    </a:cubicBezTo>
                    <a:cubicBezTo>
                      <a:pt x="68334" y="15615"/>
                      <a:pt x="84521" y="30274"/>
                      <a:pt x="101507" y="43971"/>
                    </a:cubicBezTo>
                    <a:cubicBezTo>
                      <a:pt x="111032" y="51114"/>
                      <a:pt x="125033" y="60830"/>
                      <a:pt x="122462" y="74737"/>
                    </a:cubicBezTo>
                    <a:cubicBezTo>
                      <a:pt x="117794" y="99502"/>
                      <a:pt x="78075" y="91881"/>
                      <a:pt x="63121" y="84262"/>
                    </a:cubicBezTo>
                    <a:cubicBezTo>
                      <a:pt x="48167" y="76642"/>
                      <a:pt x="35879" y="64069"/>
                      <a:pt x="21687" y="55687"/>
                    </a:cubicBezTo>
                    <a:cubicBezTo>
                      <a:pt x="11591" y="49400"/>
                      <a:pt x="1589" y="46162"/>
                      <a:pt x="65" y="33398"/>
                    </a:cubicBezTo>
                    <a:cubicBezTo>
                      <a:pt x="-887" y="25302"/>
                      <a:pt x="8828" y="-225"/>
                      <a:pt x="11400" y="61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"/>
              <p:cNvSpPr/>
              <p:nvPr/>
            </p:nvSpPr>
            <p:spPr>
              <a:xfrm>
                <a:off x="5674522" y="4441449"/>
                <a:ext cx="97784" cy="51040"/>
              </a:xfrm>
              <a:custGeom>
                <a:rect b="b" l="l" r="r" t="t"/>
                <a:pathLst>
                  <a:path extrusionOk="0" h="63800" w="122230">
                    <a:moveTo>
                      <a:pt x="216" y="0"/>
                    </a:moveTo>
                    <a:cubicBezTo>
                      <a:pt x="2216" y="12192"/>
                      <a:pt x="12027" y="15621"/>
                      <a:pt x="22028" y="21812"/>
                    </a:cubicBezTo>
                    <a:cubicBezTo>
                      <a:pt x="36506" y="30766"/>
                      <a:pt x="49174" y="43720"/>
                      <a:pt x="64128" y="51340"/>
                    </a:cubicBezTo>
                    <a:cubicBezTo>
                      <a:pt x="79083" y="58960"/>
                      <a:pt x="112515" y="65246"/>
                      <a:pt x="122231" y="47530"/>
                    </a:cubicBezTo>
                    <a:cubicBezTo>
                      <a:pt x="116992" y="71438"/>
                      <a:pt x="77940" y="64008"/>
                      <a:pt x="63081" y="56483"/>
                    </a:cubicBezTo>
                    <a:cubicBezTo>
                      <a:pt x="48222" y="48958"/>
                      <a:pt x="35934" y="36290"/>
                      <a:pt x="21742" y="27432"/>
                    </a:cubicBezTo>
                    <a:cubicBezTo>
                      <a:pt x="11550" y="21146"/>
                      <a:pt x="1644" y="17907"/>
                      <a:pt x="25" y="5143"/>
                    </a:cubicBezTo>
                    <a:cubicBezTo>
                      <a:pt x="-41" y="3429"/>
                      <a:pt x="23" y="1705"/>
                      <a:pt x="21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1"/>
              <p:cNvSpPr/>
              <p:nvPr/>
            </p:nvSpPr>
            <p:spPr>
              <a:xfrm>
                <a:off x="5578538" y="3979203"/>
                <a:ext cx="169290" cy="484803"/>
              </a:xfrm>
              <a:custGeom>
                <a:rect b="b" l="l" r="r" t="t"/>
                <a:pathLst>
                  <a:path extrusionOk="0" h="606004" w="211613">
                    <a:moveTo>
                      <a:pt x="2540" y="52483"/>
                    </a:moveTo>
                    <a:cubicBezTo>
                      <a:pt x="3302" y="74771"/>
                      <a:pt x="10160" y="171545"/>
                      <a:pt x="13303" y="222695"/>
                    </a:cubicBezTo>
                    <a:cubicBezTo>
                      <a:pt x="16446" y="273844"/>
                      <a:pt x="17113" y="336995"/>
                      <a:pt x="17113" y="336995"/>
                    </a:cubicBezTo>
                    <a:cubicBezTo>
                      <a:pt x="17113" y="336995"/>
                      <a:pt x="8255" y="374237"/>
                      <a:pt x="2540" y="418147"/>
                    </a:cubicBezTo>
                    <a:cubicBezTo>
                      <a:pt x="-3175" y="462058"/>
                      <a:pt x="2540" y="600361"/>
                      <a:pt x="2540" y="600361"/>
                    </a:cubicBezTo>
                    <a:cubicBezTo>
                      <a:pt x="14124" y="607886"/>
                      <a:pt x="29056" y="607886"/>
                      <a:pt x="40640" y="600361"/>
                    </a:cubicBezTo>
                    <a:cubicBezTo>
                      <a:pt x="40640" y="600361"/>
                      <a:pt x="64262" y="489585"/>
                      <a:pt x="75121" y="439674"/>
                    </a:cubicBezTo>
                    <a:cubicBezTo>
                      <a:pt x="85979" y="389763"/>
                      <a:pt x="87979" y="360997"/>
                      <a:pt x="93599" y="330137"/>
                    </a:cubicBezTo>
                    <a:cubicBezTo>
                      <a:pt x="100457" y="292703"/>
                      <a:pt x="115221" y="118110"/>
                      <a:pt x="115221" y="118110"/>
                    </a:cubicBezTo>
                    <a:lnTo>
                      <a:pt x="121126" y="118110"/>
                    </a:lnTo>
                    <a:lnTo>
                      <a:pt x="136938" y="315182"/>
                    </a:lnTo>
                    <a:cubicBezTo>
                      <a:pt x="132057" y="329717"/>
                      <a:pt x="128705" y="344719"/>
                      <a:pt x="126937" y="359950"/>
                    </a:cubicBezTo>
                    <a:cubicBezTo>
                      <a:pt x="122650" y="392049"/>
                      <a:pt x="131509" y="553593"/>
                      <a:pt x="131509" y="553593"/>
                    </a:cubicBezTo>
                    <a:cubicBezTo>
                      <a:pt x="144340" y="560727"/>
                      <a:pt x="160089" y="560070"/>
                      <a:pt x="172276" y="551879"/>
                    </a:cubicBezTo>
                    <a:cubicBezTo>
                      <a:pt x="172276" y="551879"/>
                      <a:pt x="211614" y="337947"/>
                      <a:pt x="211614" y="305467"/>
                    </a:cubicBezTo>
                    <a:cubicBezTo>
                      <a:pt x="211614" y="283845"/>
                      <a:pt x="207994" y="0"/>
                      <a:pt x="207994" y="0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1"/>
              <p:cNvSpPr/>
              <p:nvPr/>
            </p:nvSpPr>
            <p:spPr>
              <a:xfrm>
                <a:off x="5601056" y="3677030"/>
                <a:ext cx="108255" cy="105706"/>
              </a:xfrm>
              <a:custGeom>
                <a:rect b="b" l="l" r="r" t="t"/>
                <a:pathLst>
                  <a:path extrusionOk="0" h="132132" w="135319">
                    <a:moveTo>
                      <a:pt x="27811" y="0"/>
                    </a:moveTo>
                    <a:cubicBezTo>
                      <a:pt x="27811" y="0"/>
                      <a:pt x="30287" y="48578"/>
                      <a:pt x="29239" y="52864"/>
                    </a:cubicBezTo>
                    <a:cubicBezTo>
                      <a:pt x="28192" y="57150"/>
                      <a:pt x="6951" y="71342"/>
                      <a:pt x="664" y="76486"/>
                    </a:cubicBezTo>
                    <a:cubicBezTo>
                      <a:pt x="-5622" y="81629"/>
                      <a:pt x="34288" y="120491"/>
                      <a:pt x="53623" y="130016"/>
                    </a:cubicBezTo>
                    <a:cubicBezTo>
                      <a:pt x="72959" y="139541"/>
                      <a:pt x="134205" y="115538"/>
                      <a:pt x="135253" y="85439"/>
                    </a:cubicBezTo>
                    <a:cubicBezTo>
                      <a:pt x="136300" y="55340"/>
                      <a:pt x="124775" y="30099"/>
                      <a:pt x="115441" y="28765"/>
                    </a:cubicBezTo>
                    <a:cubicBezTo>
                      <a:pt x="106106" y="27432"/>
                      <a:pt x="27811" y="0"/>
                      <a:pt x="27811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1"/>
              <p:cNvSpPr/>
              <p:nvPr/>
            </p:nvSpPr>
            <p:spPr>
              <a:xfrm>
                <a:off x="5726677" y="3702009"/>
                <a:ext cx="153814" cy="302133"/>
              </a:xfrm>
              <a:custGeom>
                <a:rect b="b" l="l" r="r" t="t"/>
                <a:pathLst>
                  <a:path extrusionOk="0" h="377666" w="192267">
                    <a:moveTo>
                      <a:pt x="3655" y="58864"/>
                    </a:moveTo>
                    <a:cubicBezTo>
                      <a:pt x="6513" y="37433"/>
                      <a:pt x="-7584" y="17050"/>
                      <a:pt x="6037" y="0"/>
                    </a:cubicBezTo>
                    <a:cubicBezTo>
                      <a:pt x="53662" y="47054"/>
                      <a:pt x="47947" y="171450"/>
                      <a:pt x="58805" y="250984"/>
                    </a:cubicBezTo>
                    <a:cubicBezTo>
                      <a:pt x="94429" y="288131"/>
                      <a:pt x="165961" y="324803"/>
                      <a:pt x="186059" y="333851"/>
                    </a:cubicBezTo>
                    <a:cubicBezTo>
                      <a:pt x="189679" y="335566"/>
                      <a:pt x="192917" y="337375"/>
                      <a:pt x="192155" y="341281"/>
                    </a:cubicBezTo>
                    <a:cubicBezTo>
                      <a:pt x="189461" y="354530"/>
                      <a:pt x="183757" y="366979"/>
                      <a:pt x="175486" y="377666"/>
                    </a:cubicBezTo>
                    <a:cubicBezTo>
                      <a:pt x="127861" y="357283"/>
                      <a:pt x="94048" y="345567"/>
                      <a:pt x="34897" y="289370"/>
                    </a:cubicBezTo>
                    <a:cubicBezTo>
                      <a:pt x="29295" y="283293"/>
                      <a:pt x="24287" y="276692"/>
                      <a:pt x="19943" y="269653"/>
                    </a:cubicBezTo>
                    <a:cubicBezTo>
                      <a:pt x="3084" y="218980"/>
                      <a:pt x="-1202" y="95821"/>
                      <a:pt x="3655" y="588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"/>
              <p:cNvSpPr/>
              <p:nvPr/>
            </p:nvSpPr>
            <p:spPr>
              <a:xfrm>
                <a:off x="5572425" y="3691494"/>
                <a:ext cx="175494" cy="353954"/>
              </a:xfrm>
              <a:custGeom>
                <a:rect b="b" l="l" r="r" t="t"/>
                <a:pathLst>
                  <a:path extrusionOk="0" h="442443" w="219367">
                    <a:moveTo>
                      <a:pt x="58192" y="43155"/>
                    </a:moveTo>
                    <a:cubicBezTo>
                      <a:pt x="58192" y="43155"/>
                      <a:pt x="93434" y="95638"/>
                      <a:pt x="142583" y="100305"/>
                    </a:cubicBezTo>
                    <a:cubicBezTo>
                      <a:pt x="158109" y="85065"/>
                      <a:pt x="159443" y="30678"/>
                      <a:pt x="138011" y="13247"/>
                    </a:cubicBezTo>
                    <a:cubicBezTo>
                      <a:pt x="138011" y="13247"/>
                      <a:pt x="157728" y="-2660"/>
                      <a:pt x="171254" y="388"/>
                    </a:cubicBezTo>
                    <a:cubicBezTo>
                      <a:pt x="185905" y="9218"/>
                      <a:pt x="196816" y="23115"/>
                      <a:pt x="201924" y="39441"/>
                    </a:cubicBezTo>
                    <a:cubicBezTo>
                      <a:pt x="214382" y="75569"/>
                      <a:pt x="220254" y="113631"/>
                      <a:pt x="219260" y="151836"/>
                    </a:cubicBezTo>
                    <a:cubicBezTo>
                      <a:pt x="218402" y="203366"/>
                      <a:pt x="219260" y="360814"/>
                      <a:pt x="219260" y="360814"/>
                    </a:cubicBezTo>
                    <a:cubicBezTo>
                      <a:pt x="219260" y="360814"/>
                      <a:pt x="212402" y="394056"/>
                      <a:pt x="167920" y="418821"/>
                    </a:cubicBezTo>
                    <a:cubicBezTo>
                      <a:pt x="123438" y="443586"/>
                      <a:pt x="90386" y="446063"/>
                      <a:pt x="60192" y="439014"/>
                    </a:cubicBezTo>
                    <a:cubicBezTo>
                      <a:pt x="35332" y="433204"/>
                      <a:pt x="14758" y="424441"/>
                      <a:pt x="6185" y="406439"/>
                    </a:cubicBezTo>
                    <a:cubicBezTo>
                      <a:pt x="8471" y="370244"/>
                      <a:pt x="24569" y="276042"/>
                      <a:pt x="18568" y="230607"/>
                    </a:cubicBezTo>
                    <a:cubicBezTo>
                      <a:pt x="12567" y="185173"/>
                      <a:pt x="2947" y="151359"/>
                      <a:pt x="470" y="114593"/>
                    </a:cubicBezTo>
                    <a:cubicBezTo>
                      <a:pt x="-2006" y="77826"/>
                      <a:pt x="5233" y="78588"/>
                      <a:pt x="23711" y="65539"/>
                    </a:cubicBezTo>
                    <a:cubicBezTo>
                      <a:pt x="34645" y="57252"/>
                      <a:pt x="46169" y="49766"/>
                      <a:pt x="58192" y="4315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"/>
              <p:cNvSpPr/>
              <p:nvPr/>
            </p:nvSpPr>
            <p:spPr>
              <a:xfrm>
                <a:off x="5596900" y="3567776"/>
                <a:ext cx="116875" cy="142090"/>
              </a:xfrm>
              <a:custGeom>
                <a:rect b="b" l="l" r="r" t="t"/>
                <a:pathLst>
                  <a:path extrusionOk="0" h="177613" w="146094">
                    <a:moveTo>
                      <a:pt x="142737" y="64264"/>
                    </a:moveTo>
                    <a:lnTo>
                      <a:pt x="142737" y="64264"/>
                    </a:lnTo>
                    <a:cubicBezTo>
                      <a:pt x="136926" y="26164"/>
                      <a:pt x="109780" y="-2411"/>
                      <a:pt x="70823" y="161"/>
                    </a:cubicBezTo>
                    <a:cubicBezTo>
                      <a:pt x="29585" y="2342"/>
                      <a:pt x="-2076" y="37537"/>
                      <a:pt x="106" y="78780"/>
                    </a:cubicBezTo>
                    <a:cubicBezTo>
                      <a:pt x="1341" y="102107"/>
                      <a:pt x="13407" y="123519"/>
                      <a:pt x="32723" y="136654"/>
                    </a:cubicBezTo>
                    <a:cubicBezTo>
                      <a:pt x="34067" y="142360"/>
                      <a:pt x="36081" y="147894"/>
                      <a:pt x="38724" y="153132"/>
                    </a:cubicBezTo>
                    <a:cubicBezTo>
                      <a:pt x="52440" y="169230"/>
                      <a:pt x="94064" y="179136"/>
                      <a:pt x="105970" y="177421"/>
                    </a:cubicBezTo>
                    <a:cubicBezTo>
                      <a:pt x="120536" y="176269"/>
                      <a:pt x="132921" y="166334"/>
                      <a:pt x="137212" y="152370"/>
                    </a:cubicBezTo>
                    <a:cubicBezTo>
                      <a:pt x="150166" y="122462"/>
                      <a:pt x="146070" y="82838"/>
                      <a:pt x="142737" y="642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"/>
              <p:cNvSpPr/>
              <p:nvPr/>
            </p:nvSpPr>
            <p:spPr>
              <a:xfrm>
                <a:off x="5586117" y="3555452"/>
                <a:ext cx="123225" cy="121654"/>
              </a:xfrm>
              <a:custGeom>
                <a:rect b="b" l="l" r="r" t="t"/>
                <a:pathLst>
                  <a:path extrusionOk="0" h="152067" w="154031">
                    <a:moveTo>
                      <a:pt x="46496" y="152068"/>
                    </a:moveTo>
                    <a:lnTo>
                      <a:pt x="46496" y="152068"/>
                    </a:lnTo>
                    <a:lnTo>
                      <a:pt x="50021" y="119112"/>
                    </a:lnTo>
                    <a:cubicBezTo>
                      <a:pt x="50021" y="119112"/>
                      <a:pt x="22874" y="49579"/>
                      <a:pt x="86692" y="63009"/>
                    </a:cubicBezTo>
                    <a:cubicBezTo>
                      <a:pt x="128602" y="71867"/>
                      <a:pt x="139079" y="75677"/>
                      <a:pt x="151843" y="47579"/>
                    </a:cubicBezTo>
                    <a:cubicBezTo>
                      <a:pt x="164606" y="19480"/>
                      <a:pt x="119648" y="-5857"/>
                      <a:pt x="66118" y="1192"/>
                    </a:cubicBezTo>
                    <a:cubicBezTo>
                      <a:pt x="27984" y="5192"/>
                      <a:pt x="-739" y="37720"/>
                      <a:pt x="14" y="76058"/>
                    </a:cubicBezTo>
                    <a:cubicBezTo>
                      <a:pt x="1538" y="96632"/>
                      <a:pt x="7063" y="138542"/>
                      <a:pt x="46496" y="152068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"/>
              <p:cNvSpPr/>
              <p:nvPr/>
            </p:nvSpPr>
            <p:spPr>
              <a:xfrm>
                <a:off x="5563193" y="3761560"/>
                <a:ext cx="157578" cy="270890"/>
              </a:xfrm>
              <a:custGeom>
                <a:rect b="b" l="l" r="r" t="t"/>
                <a:pathLst>
                  <a:path extrusionOk="0" h="338613" w="196972">
                    <a:moveTo>
                      <a:pt x="780" y="5239"/>
                    </a:moveTo>
                    <a:cubicBezTo>
                      <a:pt x="19163" y="0"/>
                      <a:pt x="5161" y="4286"/>
                      <a:pt x="19163" y="0"/>
                    </a:cubicBezTo>
                    <a:cubicBezTo>
                      <a:pt x="66788" y="46958"/>
                      <a:pt x="61168" y="127540"/>
                      <a:pt x="72027" y="207073"/>
                    </a:cubicBezTo>
                    <a:cubicBezTo>
                      <a:pt x="98506" y="250984"/>
                      <a:pt x="196709" y="310039"/>
                      <a:pt x="196709" y="310039"/>
                    </a:cubicBezTo>
                    <a:cubicBezTo>
                      <a:pt x="197947" y="318516"/>
                      <a:pt x="194994" y="320992"/>
                      <a:pt x="184326" y="338614"/>
                    </a:cubicBezTo>
                    <a:cubicBezTo>
                      <a:pt x="129661" y="317649"/>
                      <a:pt x="79941" y="285579"/>
                      <a:pt x="38308" y="244411"/>
                    </a:cubicBezTo>
                    <a:cubicBezTo>
                      <a:pt x="35927" y="242221"/>
                      <a:pt x="32498" y="241554"/>
                      <a:pt x="31545" y="238601"/>
                    </a:cubicBezTo>
                    <a:cubicBezTo>
                      <a:pt x="14686" y="187547"/>
                      <a:pt x="-4078" y="42291"/>
                      <a:pt x="780" y="5239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"/>
              <p:cNvSpPr/>
              <p:nvPr/>
            </p:nvSpPr>
            <p:spPr>
              <a:xfrm>
                <a:off x="5730894" y="3844261"/>
                <a:ext cx="182422" cy="245287"/>
              </a:xfrm>
              <a:custGeom>
                <a:rect b="b" l="l" r="r" t="t"/>
                <a:pathLst>
                  <a:path extrusionOk="0" h="306609" w="228028">
                    <a:moveTo>
                      <a:pt x="228028" y="0"/>
                    </a:moveTo>
                    <a:lnTo>
                      <a:pt x="156686" y="244030"/>
                    </a:lnTo>
                    <a:lnTo>
                      <a:pt x="0" y="306610"/>
                    </a:lnTo>
                    <a:lnTo>
                      <a:pt x="57150" y="68866"/>
                    </a:lnTo>
                    <a:lnTo>
                      <a:pt x="228028" y="0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1"/>
              <p:cNvSpPr/>
              <p:nvPr/>
            </p:nvSpPr>
            <p:spPr>
              <a:xfrm>
                <a:off x="5699455" y="3997937"/>
                <a:ext cx="92794" cy="45581"/>
              </a:xfrm>
              <a:custGeom>
                <a:rect b="b" l="l" r="r" t="t"/>
                <a:pathLst>
                  <a:path extrusionOk="0" h="56976" w="115992">
                    <a:moveTo>
                      <a:pt x="1604" y="16383"/>
                    </a:moveTo>
                    <a:cubicBezTo>
                      <a:pt x="3890" y="8001"/>
                      <a:pt x="9891" y="10096"/>
                      <a:pt x="16749" y="12192"/>
                    </a:cubicBezTo>
                    <a:cubicBezTo>
                      <a:pt x="24087" y="15173"/>
                      <a:pt x="32154" y="15869"/>
                      <a:pt x="39895" y="14192"/>
                    </a:cubicBezTo>
                    <a:cubicBezTo>
                      <a:pt x="45919" y="11240"/>
                      <a:pt x="51497" y="7458"/>
                      <a:pt x="56468" y="2953"/>
                    </a:cubicBezTo>
                    <a:cubicBezTo>
                      <a:pt x="59631" y="1038"/>
                      <a:pt x="63251" y="19"/>
                      <a:pt x="66946" y="0"/>
                    </a:cubicBezTo>
                    <a:cubicBezTo>
                      <a:pt x="66946" y="2096"/>
                      <a:pt x="63326" y="14478"/>
                      <a:pt x="63326" y="14478"/>
                    </a:cubicBezTo>
                    <a:cubicBezTo>
                      <a:pt x="63326" y="14478"/>
                      <a:pt x="97712" y="14478"/>
                      <a:pt x="101426" y="14478"/>
                    </a:cubicBezTo>
                    <a:cubicBezTo>
                      <a:pt x="104583" y="13907"/>
                      <a:pt x="107609" y="15993"/>
                      <a:pt x="108184" y="19155"/>
                    </a:cubicBezTo>
                    <a:cubicBezTo>
                      <a:pt x="108501" y="20889"/>
                      <a:pt x="108012" y="22670"/>
                      <a:pt x="106856" y="24003"/>
                    </a:cubicBezTo>
                    <a:lnTo>
                      <a:pt x="109237" y="24003"/>
                    </a:lnTo>
                    <a:cubicBezTo>
                      <a:pt x="116190" y="22479"/>
                      <a:pt x="118762" y="33528"/>
                      <a:pt x="112190" y="34862"/>
                    </a:cubicBezTo>
                    <a:lnTo>
                      <a:pt x="106475" y="35719"/>
                    </a:lnTo>
                    <a:cubicBezTo>
                      <a:pt x="111047" y="37529"/>
                      <a:pt x="112190" y="45244"/>
                      <a:pt x="106475" y="46196"/>
                    </a:cubicBezTo>
                    <a:lnTo>
                      <a:pt x="104665" y="46196"/>
                    </a:lnTo>
                    <a:cubicBezTo>
                      <a:pt x="103845" y="46339"/>
                      <a:pt x="103009" y="46339"/>
                      <a:pt x="102188" y="46196"/>
                    </a:cubicBezTo>
                    <a:lnTo>
                      <a:pt x="100188" y="46196"/>
                    </a:lnTo>
                    <a:cubicBezTo>
                      <a:pt x="100896" y="49435"/>
                      <a:pt x="98845" y="52635"/>
                      <a:pt x="95608" y="53340"/>
                    </a:cubicBezTo>
                    <a:cubicBezTo>
                      <a:pt x="95421" y="53378"/>
                      <a:pt x="95233" y="53416"/>
                      <a:pt x="95045" y="53435"/>
                    </a:cubicBezTo>
                    <a:cubicBezTo>
                      <a:pt x="78281" y="55626"/>
                      <a:pt x="53611" y="62294"/>
                      <a:pt x="38466" y="48482"/>
                    </a:cubicBezTo>
                    <a:cubicBezTo>
                      <a:pt x="27950" y="47473"/>
                      <a:pt x="17678" y="44710"/>
                      <a:pt x="8081" y="40291"/>
                    </a:cubicBezTo>
                    <a:cubicBezTo>
                      <a:pt x="-967" y="35719"/>
                      <a:pt x="-1253" y="26289"/>
                      <a:pt x="1604" y="16383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1"/>
              <p:cNvSpPr/>
              <p:nvPr/>
            </p:nvSpPr>
            <p:spPr>
              <a:xfrm>
                <a:off x="5833154" y="3969125"/>
                <a:ext cx="57182" cy="47279"/>
              </a:xfrm>
              <a:custGeom>
                <a:rect b="b" l="l" r="r" t="t"/>
                <a:pathLst>
                  <a:path extrusionOk="0" h="59099" w="71478">
                    <a:moveTo>
                      <a:pt x="5636" y="32418"/>
                    </a:moveTo>
                    <a:lnTo>
                      <a:pt x="8018" y="32418"/>
                    </a:lnTo>
                    <a:cubicBezTo>
                      <a:pt x="5440" y="30599"/>
                      <a:pt x="4827" y="27027"/>
                      <a:pt x="6648" y="24455"/>
                    </a:cubicBezTo>
                    <a:cubicBezTo>
                      <a:pt x="7726" y="22922"/>
                      <a:pt x="9482" y="22026"/>
                      <a:pt x="11351" y="22036"/>
                    </a:cubicBezTo>
                    <a:cubicBezTo>
                      <a:pt x="14876" y="22036"/>
                      <a:pt x="50213" y="14606"/>
                      <a:pt x="50213" y="14606"/>
                    </a:cubicBezTo>
                    <a:lnTo>
                      <a:pt x="54500" y="128"/>
                    </a:lnTo>
                    <a:cubicBezTo>
                      <a:pt x="54500" y="-729"/>
                      <a:pt x="60596" y="2986"/>
                      <a:pt x="60786" y="3176"/>
                    </a:cubicBezTo>
                    <a:cubicBezTo>
                      <a:pt x="66872" y="7091"/>
                      <a:pt x="70809" y="13597"/>
                      <a:pt x="71454" y="20798"/>
                    </a:cubicBezTo>
                    <a:cubicBezTo>
                      <a:pt x="71818" y="30903"/>
                      <a:pt x="68152" y="40733"/>
                      <a:pt x="61262" y="48134"/>
                    </a:cubicBezTo>
                    <a:cubicBezTo>
                      <a:pt x="54984" y="54364"/>
                      <a:pt x="46575" y="57974"/>
                      <a:pt x="37736" y="58231"/>
                    </a:cubicBezTo>
                    <a:cubicBezTo>
                      <a:pt x="33449" y="58231"/>
                      <a:pt x="29354" y="58707"/>
                      <a:pt x="25639" y="59088"/>
                    </a:cubicBezTo>
                    <a:cubicBezTo>
                      <a:pt x="22226" y="59298"/>
                      <a:pt x="19289" y="56707"/>
                      <a:pt x="19078" y="53287"/>
                    </a:cubicBezTo>
                    <a:cubicBezTo>
                      <a:pt x="19071" y="53192"/>
                      <a:pt x="19068" y="53087"/>
                      <a:pt x="19067" y="52992"/>
                    </a:cubicBezTo>
                    <a:lnTo>
                      <a:pt x="17924" y="52992"/>
                    </a:lnTo>
                    <a:cubicBezTo>
                      <a:pt x="17115" y="53221"/>
                      <a:pt x="16256" y="53221"/>
                      <a:pt x="15447" y="52992"/>
                    </a:cubicBezTo>
                    <a:lnTo>
                      <a:pt x="13637" y="52992"/>
                    </a:lnTo>
                    <a:cubicBezTo>
                      <a:pt x="7637" y="52992"/>
                      <a:pt x="7160" y="45562"/>
                      <a:pt x="11256" y="42895"/>
                    </a:cubicBezTo>
                    <a:lnTo>
                      <a:pt x="5446" y="42895"/>
                    </a:lnTo>
                    <a:cubicBezTo>
                      <a:pt x="-2174" y="43562"/>
                      <a:pt x="-1507" y="32323"/>
                      <a:pt x="5636" y="32418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1"/>
              <p:cNvSpPr/>
              <p:nvPr/>
            </p:nvSpPr>
            <p:spPr>
              <a:xfrm>
                <a:off x="5709343" y="3692033"/>
                <a:ext cx="56693" cy="82524"/>
              </a:xfrm>
              <a:custGeom>
                <a:rect b="b" l="l" r="r" t="t"/>
                <a:pathLst>
                  <a:path extrusionOk="0" h="103155" w="70866">
                    <a:moveTo>
                      <a:pt x="45339" y="103156"/>
                    </a:moveTo>
                    <a:cubicBezTo>
                      <a:pt x="54990" y="102718"/>
                      <a:pt x="64114" y="98631"/>
                      <a:pt x="70866" y="91726"/>
                    </a:cubicBezTo>
                    <a:cubicBezTo>
                      <a:pt x="69533" y="73628"/>
                      <a:pt x="46482" y="5143"/>
                      <a:pt x="0" y="0"/>
                    </a:cubicBezTo>
                    <a:cubicBezTo>
                      <a:pt x="12463" y="8944"/>
                      <a:pt x="22324" y="21041"/>
                      <a:pt x="28575" y="35052"/>
                    </a:cubicBezTo>
                    <a:cubicBezTo>
                      <a:pt x="35880" y="57293"/>
                      <a:pt x="41484" y="80067"/>
                      <a:pt x="45339" y="1031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1"/>
              <p:cNvSpPr/>
              <p:nvPr/>
            </p:nvSpPr>
            <p:spPr>
              <a:xfrm>
                <a:off x="5551668" y="3748041"/>
                <a:ext cx="68780" cy="102654"/>
              </a:xfrm>
              <a:custGeom>
                <a:rect b="b" l="l" r="r" t="t"/>
                <a:pathLst>
                  <a:path extrusionOk="0" h="128318" w="85975">
                    <a:moveTo>
                      <a:pt x="6812" y="123589"/>
                    </a:moveTo>
                    <a:cubicBezTo>
                      <a:pt x="6812" y="123589"/>
                      <a:pt x="53008" y="139590"/>
                      <a:pt x="85584" y="112730"/>
                    </a:cubicBezTo>
                    <a:cubicBezTo>
                      <a:pt x="89203" y="106634"/>
                      <a:pt x="66534" y="27957"/>
                      <a:pt x="66534" y="27957"/>
                    </a:cubicBezTo>
                    <a:cubicBezTo>
                      <a:pt x="66534" y="27957"/>
                      <a:pt x="47484" y="-12238"/>
                      <a:pt x="16813" y="3764"/>
                    </a:cubicBezTo>
                    <a:cubicBezTo>
                      <a:pt x="-13857" y="19766"/>
                      <a:pt x="6812" y="123589"/>
                      <a:pt x="6812" y="123589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0" name="Google Shape;220;p1"/>
            <p:cNvSpPr/>
            <p:nvPr/>
          </p:nvSpPr>
          <p:spPr>
            <a:xfrm>
              <a:off x="7297552" y="1119942"/>
              <a:ext cx="135609" cy="26640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7309787" y="1745656"/>
              <a:ext cx="93295" cy="72283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7310617" y="1769417"/>
              <a:ext cx="92899" cy="48456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7197828" y="1680648"/>
              <a:ext cx="93274" cy="69610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7198064" y="1702707"/>
              <a:ext cx="92850" cy="48456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7221254" y="1360384"/>
              <a:ext cx="326700" cy="394943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7417903" y="1095544"/>
              <a:ext cx="102781" cy="99997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7381720" y="1109556"/>
              <a:ext cx="166775" cy="325513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7413797" y="991818"/>
              <a:ext cx="110760" cy="134864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7417935" y="980032"/>
              <a:ext cx="116886" cy="115512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7364000" y="1109861"/>
              <a:ext cx="53839" cy="78361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7794459" y="3551002"/>
              <a:ext cx="540508" cy="312148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7824798" y="3491907"/>
              <a:ext cx="469764" cy="181297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7794490" y="3623727"/>
              <a:ext cx="41046" cy="82625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8298847" y="3624184"/>
              <a:ext cx="36096" cy="82168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7842237" y="3535238"/>
              <a:ext cx="449908" cy="259679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7815050" y="3673683"/>
              <a:ext cx="491482" cy="176325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7794490" y="3472184"/>
              <a:ext cx="540453" cy="312196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7752377" y="3752957"/>
              <a:ext cx="148877" cy="85976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7787483" y="3773138"/>
              <a:ext cx="113771" cy="106232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7465892" y="3799784"/>
              <a:ext cx="344817" cy="254127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8113340" y="4275363"/>
              <a:ext cx="345579" cy="199519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8345604" y="3658605"/>
              <a:ext cx="79241" cy="172485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8356722" y="3587657"/>
              <a:ext cx="56961" cy="109603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8165307" y="4346248"/>
              <a:ext cx="122882" cy="68919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8165313" y="4357988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8255166" y="4305930"/>
              <a:ext cx="122882" cy="68953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8255174" y="4317703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8198325" y="3858200"/>
              <a:ext cx="179678" cy="5072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8224549" y="3442293"/>
              <a:ext cx="130417" cy="208730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8197056" y="3589895"/>
              <a:ext cx="200560" cy="332104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8000839" y="3631642"/>
              <a:ext cx="254644" cy="198374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8187055" y="3627341"/>
              <a:ext cx="77484" cy="113419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8224358" y="3433131"/>
              <a:ext cx="126435" cy="139356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6" name="Google Shape;256;p1"/>
            <p:cNvGrpSpPr/>
            <p:nvPr/>
          </p:nvGrpSpPr>
          <p:grpSpPr>
            <a:xfrm>
              <a:off x="6544681" y="927100"/>
              <a:ext cx="264550" cy="200503"/>
              <a:chOff x="6621095" y="1452181"/>
              <a:chExt cx="330894" cy="250785"/>
            </a:xfrm>
          </p:grpSpPr>
          <p:sp>
            <p:nvSpPr>
              <p:cNvPr id="257" name="Google Shape;257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1"/>
            <p:cNvGrpSpPr/>
            <p:nvPr/>
          </p:nvGrpSpPr>
          <p:grpSpPr>
            <a:xfrm>
              <a:off x="7210360" y="1314224"/>
              <a:ext cx="264550" cy="200503"/>
              <a:chOff x="6621095" y="1452181"/>
              <a:chExt cx="330894" cy="250785"/>
            </a:xfrm>
          </p:grpSpPr>
          <p:sp>
            <p:nvSpPr>
              <p:cNvPr id="263" name="Google Shape;263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8" name="Google Shape;268;p1"/>
            <p:cNvSpPr/>
            <p:nvPr/>
          </p:nvSpPr>
          <p:spPr>
            <a:xfrm>
              <a:off x="7451033" y="1163186"/>
              <a:ext cx="126280" cy="353110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"/>
            <p:cNvSpPr/>
            <p:nvPr/>
          </p:nvSpPr>
          <p:spPr>
            <a:xfrm>
              <a:off x="7509451" y="1160411"/>
              <a:ext cx="72725" cy="98625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0" name="Google Shape;270;p1"/>
            <p:cNvGrpSpPr/>
            <p:nvPr/>
          </p:nvGrpSpPr>
          <p:grpSpPr>
            <a:xfrm flipH="1">
              <a:off x="8183211" y="2407472"/>
              <a:ext cx="780359" cy="1195999"/>
              <a:chOff x="3975528" y="3303922"/>
              <a:chExt cx="780359" cy="1195999"/>
            </a:xfrm>
          </p:grpSpPr>
          <p:sp>
            <p:nvSpPr>
              <p:cNvPr id="271" name="Google Shape;271;p1"/>
              <p:cNvSpPr/>
              <p:nvPr/>
            </p:nvSpPr>
            <p:spPr>
              <a:xfrm>
                <a:off x="4158598" y="4226660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689" y="206407"/>
                    </a:moveTo>
                    <a:lnTo>
                      <a:pt x="0" y="103251"/>
                    </a:lnTo>
                    <a:lnTo>
                      <a:pt x="178689" y="0"/>
                    </a:lnTo>
                    <a:lnTo>
                      <a:pt x="357473" y="103251"/>
                    </a:lnTo>
                    <a:lnTo>
                      <a:pt x="178689" y="206407"/>
                    </a:lnTo>
                    <a:close/>
                  </a:path>
                </a:pathLst>
              </a:custGeom>
              <a:solidFill>
                <a:srgbClr val="D6D8E5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"/>
              <p:cNvSpPr/>
              <p:nvPr/>
            </p:nvSpPr>
            <p:spPr>
              <a:xfrm>
                <a:off x="4385076" y="4094459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1"/>
              <p:cNvSpPr/>
              <p:nvPr/>
            </p:nvSpPr>
            <p:spPr>
              <a:xfrm>
                <a:off x="4469909" y="3303922"/>
                <a:ext cx="285978" cy="165049"/>
              </a:xfrm>
              <a:custGeom>
                <a:rect b="b" l="l" r="r" t="t"/>
                <a:pathLst>
                  <a:path extrusionOk="0" h="206311" w="357473">
                    <a:moveTo>
                      <a:pt x="178784" y="206312"/>
                    </a:moveTo>
                    <a:lnTo>
                      <a:pt x="0" y="103156"/>
                    </a:lnTo>
                    <a:lnTo>
                      <a:pt x="178784" y="0"/>
                    </a:lnTo>
                    <a:lnTo>
                      <a:pt x="357473" y="103156"/>
                    </a:lnTo>
                    <a:lnTo>
                      <a:pt x="178784" y="20631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"/>
              <p:cNvSpPr/>
              <p:nvPr/>
            </p:nvSpPr>
            <p:spPr>
              <a:xfrm>
                <a:off x="4612847" y="3386395"/>
                <a:ext cx="142951" cy="825855"/>
              </a:xfrm>
              <a:custGeom>
                <a:rect b="b" l="l" r="r" t="t"/>
                <a:pathLst>
                  <a:path extrusionOk="0" h="1032319" w="178689">
                    <a:moveTo>
                      <a:pt x="178689" y="929068"/>
                    </a:moveTo>
                    <a:lnTo>
                      <a:pt x="0" y="103232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92906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"/>
              <p:cNvSpPr/>
              <p:nvPr/>
            </p:nvSpPr>
            <p:spPr>
              <a:xfrm>
                <a:off x="4255541" y="3675088"/>
                <a:ext cx="285978" cy="165201"/>
              </a:xfrm>
              <a:custGeom>
                <a:rect b="b" l="l" r="r" t="t"/>
                <a:pathLst>
                  <a:path extrusionOk="0" h="206501" w="357473">
                    <a:moveTo>
                      <a:pt x="178784" y="206502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5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"/>
              <p:cNvSpPr/>
              <p:nvPr/>
            </p:nvSpPr>
            <p:spPr>
              <a:xfrm>
                <a:off x="4398478" y="3757637"/>
                <a:ext cx="142950" cy="577519"/>
              </a:xfrm>
              <a:custGeom>
                <a:rect b="b" l="l" r="r" t="t"/>
                <a:pathLst>
                  <a:path extrusionOk="0" h="721899" w="178688">
                    <a:moveTo>
                      <a:pt x="178689" y="618744"/>
                    </a:moveTo>
                    <a:lnTo>
                      <a:pt x="0" y="72190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61874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"/>
              <p:cNvSpPr/>
              <p:nvPr/>
            </p:nvSpPr>
            <p:spPr>
              <a:xfrm>
                <a:off x="3975528" y="43347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"/>
              <p:cNvSpPr/>
              <p:nvPr/>
            </p:nvSpPr>
            <p:spPr>
              <a:xfrm>
                <a:off x="4027311" y="40671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156"/>
                    </a:lnTo>
                    <a:lnTo>
                      <a:pt x="178689" y="0"/>
                    </a:lnTo>
                    <a:lnTo>
                      <a:pt x="357473" y="103156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"/>
              <p:cNvSpPr/>
              <p:nvPr/>
            </p:nvSpPr>
            <p:spPr>
              <a:xfrm>
                <a:off x="4170249" y="4149670"/>
                <a:ext cx="142951" cy="319278"/>
              </a:xfrm>
              <a:custGeom>
                <a:rect b="b" l="l" r="r" t="t"/>
                <a:pathLst>
                  <a:path extrusionOk="0" h="399097" w="178689">
                    <a:moveTo>
                      <a:pt x="178689" y="295846"/>
                    </a:moveTo>
                    <a:lnTo>
                      <a:pt x="0" y="399098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2958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"/>
              <p:cNvSpPr/>
              <p:nvPr/>
            </p:nvSpPr>
            <p:spPr>
              <a:xfrm>
                <a:off x="4359514" y="3443605"/>
                <a:ext cx="123401" cy="242674"/>
              </a:xfrm>
              <a:custGeom>
                <a:rect b="b" l="l" r="r" t="t"/>
                <a:pathLst>
                  <a:path extrusionOk="0" h="303342" w="154251">
                    <a:moveTo>
                      <a:pt x="65595" y="234575"/>
                    </a:moveTo>
                    <a:cubicBezTo>
                      <a:pt x="79310" y="258921"/>
                      <a:pt x="95907" y="281534"/>
                      <a:pt x="115030" y="301917"/>
                    </a:cubicBezTo>
                    <a:cubicBezTo>
                      <a:pt x="120364" y="308108"/>
                      <a:pt x="161512" y="292392"/>
                      <a:pt x="153130" y="288010"/>
                    </a:cubicBezTo>
                    <a:cubicBezTo>
                      <a:pt x="144747" y="283629"/>
                      <a:pt x="117601" y="246005"/>
                      <a:pt x="104171" y="221335"/>
                    </a:cubicBezTo>
                    <a:cubicBezTo>
                      <a:pt x="92896" y="191398"/>
                      <a:pt x="83356" y="160833"/>
                      <a:pt x="75596" y="129800"/>
                    </a:cubicBezTo>
                    <a:cubicBezTo>
                      <a:pt x="67119" y="99225"/>
                      <a:pt x="59880" y="54267"/>
                      <a:pt x="53689" y="33121"/>
                    </a:cubicBezTo>
                    <a:cubicBezTo>
                      <a:pt x="50377" y="17186"/>
                      <a:pt x="38044" y="4670"/>
                      <a:pt x="22161" y="1117"/>
                    </a:cubicBezTo>
                    <a:cubicBezTo>
                      <a:pt x="7397" y="-2312"/>
                      <a:pt x="-2223" y="1689"/>
                      <a:pt x="444" y="19596"/>
                    </a:cubicBezTo>
                    <a:cubicBezTo>
                      <a:pt x="4730" y="50743"/>
                      <a:pt x="29305" y="172853"/>
                      <a:pt x="65595" y="234575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"/>
              <p:cNvSpPr/>
              <p:nvPr/>
            </p:nvSpPr>
            <p:spPr>
              <a:xfrm>
                <a:off x="4386191" y="4013507"/>
                <a:ext cx="85270" cy="65855"/>
              </a:xfrm>
              <a:custGeom>
                <a:rect b="b" l="l" r="r" t="t"/>
                <a:pathLst>
                  <a:path extrusionOk="0" h="82319" w="106588">
                    <a:moveTo>
                      <a:pt x="8606" y="2"/>
                    </a:moveTo>
                    <a:cubicBezTo>
                      <a:pt x="21369" y="10385"/>
                      <a:pt x="40229" y="860"/>
                      <a:pt x="41181" y="1812"/>
                    </a:cubicBezTo>
                    <a:cubicBezTo>
                      <a:pt x="56119" y="15766"/>
                      <a:pt x="71828" y="28863"/>
                      <a:pt x="88235" y="41055"/>
                    </a:cubicBezTo>
                    <a:cubicBezTo>
                      <a:pt x="96141" y="47246"/>
                      <a:pt x="108523" y="55628"/>
                      <a:pt x="106332" y="67630"/>
                    </a:cubicBezTo>
                    <a:cubicBezTo>
                      <a:pt x="102332" y="89156"/>
                      <a:pt x="68232" y="82489"/>
                      <a:pt x="54897" y="75917"/>
                    </a:cubicBezTo>
                    <a:cubicBezTo>
                      <a:pt x="41562" y="69344"/>
                      <a:pt x="31371" y="58486"/>
                      <a:pt x="19083" y="50866"/>
                    </a:cubicBezTo>
                    <a:cubicBezTo>
                      <a:pt x="10320" y="45437"/>
                      <a:pt x="1653" y="42579"/>
                      <a:pt x="33" y="31816"/>
                    </a:cubicBezTo>
                    <a:cubicBezTo>
                      <a:pt x="-538" y="25244"/>
                      <a:pt x="6415" y="-283"/>
                      <a:pt x="8606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"/>
              <p:cNvSpPr/>
              <p:nvPr/>
            </p:nvSpPr>
            <p:spPr>
              <a:xfrm>
                <a:off x="4386358" y="4035136"/>
                <a:ext cx="84898" cy="44294"/>
              </a:xfrm>
              <a:custGeom>
                <a:rect b="b" l="l" r="r" t="t"/>
                <a:pathLst>
                  <a:path extrusionOk="0" h="55368" w="106123">
                    <a:moveTo>
                      <a:pt x="301" y="0"/>
                    </a:moveTo>
                    <a:cubicBezTo>
                      <a:pt x="1920" y="10668"/>
                      <a:pt x="10492" y="13525"/>
                      <a:pt x="19351" y="19050"/>
                    </a:cubicBezTo>
                    <a:cubicBezTo>
                      <a:pt x="31828" y="26765"/>
                      <a:pt x="42782" y="38100"/>
                      <a:pt x="55831" y="44577"/>
                    </a:cubicBezTo>
                    <a:cubicBezTo>
                      <a:pt x="68881" y="51054"/>
                      <a:pt x="97646" y="56674"/>
                      <a:pt x="106123" y="41338"/>
                    </a:cubicBezTo>
                    <a:cubicBezTo>
                      <a:pt x="101551" y="62008"/>
                      <a:pt x="68023" y="55531"/>
                      <a:pt x="54879" y="48958"/>
                    </a:cubicBezTo>
                    <a:cubicBezTo>
                      <a:pt x="41734" y="42386"/>
                      <a:pt x="31352" y="31528"/>
                      <a:pt x="19065" y="23908"/>
                    </a:cubicBezTo>
                    <a:cubicBezTo>
                      <a:pt x="10302" y="18479"/>
                      <a:pt x="1634" y="15621"/>
                      <a:pt x="15" y="4858"/>
                    </a:cubicBezTo>
                    <a:cubicBezTo>
                      <a:pt x="-40" y="3229"/>
                      <a:pt x="56" y="1610"/>
                      <a:pt x="30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"/>
              <p:cNvSpPr/>
              <p:nvPr/>
            </p:nvSpPr>
            <p:spPr>
              <a:xfrm>
                <a:off x="4488338" y="3953912"/>
                <a:ext cx="85261" cy="63613"/>
              </a:xfrm>
              <a:custGeom>
                <a:rect b="b" l="l" r="r" t="t"/>
                <a:pathLst>
                  <a:path extrusionOk="0" h="79516" w="106576">
                    <a:moveTo>
                      <a:pt x="10192" y="58"/>
                    </a:moveTo>
                    <a:cubicBezTo>
                      <a:pt x="22955" y="10440"/>
                      <a:pt x="45244" y="-895"/>
                      <a:pt x="46196" y="58"/>
                    </a:cubicBezTo>
                    <a:cubicBezTo>
                      <a:pt x="59433" y="13574"/>
                      <a:pt x="73460" y="26299"/>
                      <a:pt x="88202" y="38158"/>
                    </a:cubicBezTo>
                    <a:cubicBezTo>
                      <a:pt x="96202" y="44444"/>
                      <a:pt x="108585" y="52826"/>
                      <a:pt x="106299" y="64828"/>
                    </a:cubicBezTo>
                    <a:cubicBezTo>
                      <a:pt x="102298" y="86354"/>
                      <a:pt x="68199" y="79687"/>
                      <a:pt x="54959" y="73114"/>
                    </a:cubicBezTo>
                    <a:cubicBezTo>
                      <a:pt x="41719" y="66542"/>
                      <a:pt x="31337" y="55684"/>
                      <a:pt x="19050" y="48064"/>
                    </a:cubicBezTo>
                    <a:cubicBezTo>
                      <a:pt x="10287" y="42634"/>
                      <a:pt x="1715" y="39777"/>
                      <a:pt x="0" y="29014"/>
                    </a:cubicBezTo>
                    <a:cubicBezTo>
                      <a:pt x="721" y="18622"/>
                      <a:pt x="4243" y="8611"/>
                      <a:pt x="10192" y="58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"/>
              <p:cNvSpPr/>
              <p:nvPr/>
            </p:nvSpPr>
            <p:spPr>
              <a:xfrm>
                <a:off x="4488682" y="3974367"/>
                <a:ext cx="84923" cy="44256"/>
              </a:xfrm>
              <a:custGeom>
                <a:rect b="b" l="l" r="r" t="t"/>
                <a:pathLst>
                  <a:path extrusionOk="0" h="55320" w="106154">
                    <a:moveTo>
                      <a:pt x="331" y="0"/>
                    </a:moveTo>
                    <a:cubicBezTo>
                      <a:pt x="1951" y="10573"/>
                      <a:pt x="10523" y="13525"/>
                      <a:pt x="19381" y="19050"/>
                    </a:cubicBezTo>
                    <a:cubicBezTo>
                      <a:pt x="31859" y="26765"/>
                      <a:pt x="42813" y="38100"/>
                      <a:pt x="55767" y="44482"/>
                    </a:cubicBezTo>
                    <a:cubicBezTo>
                      <a:pt x="68721" y="50863"/>
                      <a:pt x="97677" y="56578"/>
                      <a:pt x="106154" y="41243"/>
                    </a:cubicBezTo>
                    <a:cubicBezTo>
                      <a:pt x="101582" y="62008"/>
                      <a:pt x="68054" y="55435"/>
                      <a:pt x="54910" y="48958"/>
                    </a:cubicBezTo>
                    <a:cubicBezTo>
                      <a:pt x="41765" y="42481"/>
                      <a:pt x="31383" y="31528"/>
                      <a:pt x="19096" y="23908"/>
                    </a:cubicBezTo>
                    <a:cubicBezTo>
                      <a:pt x="10333" y="18478"/>
                      <a:pt x="1665" y="15621"/>
                      <a:pt x="46" y="4858"/>
                    </a:cubicBezTo>
                    <a:cubicBezTo>
                      <a:pt x="-67" y="3229"/>
                      <a:pt x="28" y="1600"/>
                      <a:pt x="33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"/>
              <p:cNvSpPr/>
              <p:nvPr/>
            </p:nvSpPr>
            <p:spPr>
              <a:xfrm>
                <a:off x="4254514" y="3662153"/>
                <a:ext cx="298029" cy="360530"/>
              </a:xfrm>
              <a:custGeom>
                <a:rect b="b" l="l" r="r" t="t"/>
                <a:pathLst>
                  <a:path extrusionOk="0" h="450662" w="372536">
                    <a:moveTo>
                      <a:pt x="2903" y="30848"/>
                    </a:moveTo>
                    <a:cubicBezTo>
                      <a:pt x="-11194" y="119145"/>
                      <a:pt x="27954" y="152006"/>
                      <a:pt x="79103" y="170865"/>
                    </a:cubicBezTo>
                    <a:cubicBezTo>
                      <a:pt x="115679" y="184296"/>
                      <a:pt x="168162" y="205060"/>
                      <a:pt x="168162" y="205060"/>
                    </a:cubicBezTo>
                    <a:cubicBezTo>
                      <a:pt x="168162" y="205060"/>
                      <a:pt x="167400" y="224110"/>
                      <a:pt x="167019" y="267925"/>
                    </a:cubicBezTo>
                    <a:cubicBezTo>
                      <a:pt x="167019" y="306025"/>
                      <a:pt x="171686" y="445947"/>
                      <a:pt x="171686" y="445947"/>
                    </a:cubicBezTo>
                    <a:cubicBezTo>
                      <a:pt x="183944" y="452234"/>
                      <a:pt x="198481" y="452234"/>
                      <a:pt x="210739" y="445947"/>
                    </a:cubicBezTo>
                    <a:cubicBezTo>
                      <a:pt x="210739" y="445947"/>
                      <a:pt x="231313" y="338886"/>
                      <a:pt x="235694" y="290595"/>
                    </a:cubicBezTo>
                    <a:cubicBezTo>
                      <a:pt x="241600" y="225063"/>
                      <a:pt x="251601" y="182200"/>
                      <a:pt x="248267" y="168103"/>
                    </a:cubicBezTo>
                    <a:cubicBezTo>
                      <a:pt x="245314" y="155721"/>
                      <a:pt x="173782" y="120478"/>
                      <a:pt x="151017" y="101428"/>
                    </a:cubicBezTo>
                    <a:lnTo>
                      <a:pt x="301036" y="151720"/>
                    </a:lnTo>
                    <a:cubicBezTo>
                      <a:pt x="298036" y="167932"/>
                      <a:pt x="296538" y="184381"/>
                      <a:pt x="296559" y="200869"/>
                    </a:cubicBezTo>
                    <a:cubicBezTo>
                      <a:pt x="297892" y="252780"/>
                      <a:pt x="300845" y="365271"/>
                      <a:pt x="300845" y="365271"/>
                    </a:cubicBezTo>
                    <a:cubicBezTo>
                      <a:pt x="300845" y="365271"/>
                      <a:pt x="321419" y="380130"/>
                      <a:pt x="338945" y="365271"/>
                    </a:cubicBezTo>
                    <a:cubicBezTo>
                      <a:pt x="338945" y="365271"/>
                      <a:pt x="377045" y="142576"/>
                      <a:pt x="372092" y="113144"/>
                    </a:cubicBezTo>
                    <a:cubicBezTo>
                      <a:pt x="367711" y="85140"/>
                      <a:pt x="235599" y="27990"/>
                      <a:pt x="212263" y="8369"/>
                    </a:cubicBezTo>
                    <a:cubicBezTo>
                      <a:pt x="204058" y="1673"/>
                      <a:pt x="193384" y="-1204"/>
                      <a:pt x="182926" y="463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"/>
              <p:cNvSpPr/>
              <p:nvPr/>
            </p:nvSpPr>
            <p:spPr>
              <a:xfrm>
                <a:off x="4279346" y="3421120"/>
                <a:ext cx="93728" cy="91216"/>
              </a:xfrm>
              <a:custGeom>
                <a:rect b="b" l="l" r="r" t="t"/>
                <a:pathLst>
                  <a:path extrusionOk="0" h="114020" w="117160">
                    <a:moveTo>
                      <a:pt x="24041" y="0"/>
                    </a:moveTo>
                    <a:cubicBezTo>
                      <a:pt x="24041" y="0"/>
                      <a:pt x="26232" y="42101"/>
                      <a:pt x="25279" y="45815"/>
                    </a:cubicBezTo>
                    <a:cubicBezTo>
                      <a:pt x="24327" y="49530"/>
                      <a:pt x="6229" y="61817"/>
                      <a:pt x="609" y="66294"/>
                    </a:cubicBezTo>
                    <a:cubicBezTo>
                      <a:pt x="-5010" y="70771"/>
                      <a:pt x="29661" y="104394"/>
                      <a:pt x="46425" y="112300"/>
                    </a:cubicBezTo>
                    <a:cubicBezTo>
                      <a:pt x="63189" y="120205"/>
                      <a:pt x="116148" y="99727"/>
                      <a:pt x="117100" y="74200"/>
                    </a:cubicBezTo>
                    <a:cubicBezTo>
                      <a:pt x="118053" y="48673"/>
                      <a:pt x="107575" y="26575"/>
                      <a:pt x="99860" y="25146"/>
                    </a:cubicBezTo>
                    <a:cubicBezTo>
                      <a:pt x="92145" y="23717"/>
                      <a:pt x="24041" y="0"/>
                      <a:pt x="24041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"/>
              <p:cNvSpPr/>
              <p:nvPr/>
            </p:nvSpPr>
            <p:spPr>
              <a:xfrm>
                <a:off x="4254597" y="3433943"/>
                <a:ext cx="151659" cy="296670"/>
              </a:xfrm>
              <a:custGeom>
                <a:rect b="b" l="l" r="r" t="t"/>
                <a:pathLst>
                  <a:path extrusionOk="0" h="370837" w="189574">
                    <a:moveTo>
                      <a:pt x="50329" y="37015"/>
                    </a:moveTo>
                    <a:cubicBezTo>
                      <a:pt x="50329" y="37015"/>
                      <a:pt x="80809" y="82450"/>
                      <a:pt x="123386" y="86736"/>
                    </a:cubicBezTo>
                    <a:cubicBezTo>
                      <a:pt x="136816" y="73496"/>
                      <a:pt x="137959" y="26442"/>
                      <a:pt x="119385" y="11393"/>
                    </a:cubicBezTo>
                    <a:cubicBezTo>
                      <a:pt x="119385" y="11393"/>
                      <a:pt x="136530" y="-2323"/>
                      <a:pt x="147960" y="344"/>
                    </a:cubicBezTo>
                    <a:cubicBezTo>
                      <a:pt x="160529" y="7926"/>
                      <a:pt x="169882" y="19861"/>
                      <a:pt x="174249" y="33872"/>
                    </a:cubicBezTo>
                    <a:cubicBezTo>
                      <a:pt x="185150" y="65076"/>
                      <a:pt x="190313" y="97985"/>
                      <a:pt x="189489" y="131027"/>
                    </a:cubicBezTo>
                    <a:cubicBezTo>
                      <a:pt x="188727" y="175604"/>
                      <a:pt x="189489" y="288380"/>
                      <a:pt x="189489" y="288380"/>
                    </a:cubicBezTo>
                    <a:cubicBezTo>
                      <a:pt x="184440" y="315326"/>
                      <a:pt x="168114" y="338824"/>
                      <a:pt x="144626" y="352960"/>
                    </a:cubicBezTo>
                    <a:cubicBezTo>
                      <a:pt x="113965" y="370266"/>
                      <a:pt x="77860" y="375239"/>
                      <a:pt x="43661" y="366866"/>
                    </a:cubicBezTo>
                    <a:cubicBezTo>
                      <a:pt x="26445" y="363208"/>
                      <a:pt x="12392" y="350816"/>
                      <a:pt x="6609" y="334195"/>
                    </a:cubicBezTo>
                    <a:cubicBezTo>
                      <a:pt x="8609" y="302858"/>
                      <a:pt x="20992" y="238945"/>
                      <a:pt x="16134" y="199226"/>
                    </a:cubicBezTo>
                    <a:cubicBezTo>
                      <a:pt x="11276" y="159507"/>
                      <a:pt x="2609" y="130551"/>
                      <a:pt x="418" y="98832"/>
                    </a:cubicBezTo>
                    <a:cubicBezTo>
                      <a:pt x="-1773" y="67114"/>
                      <a:pt x="4609" y="67686"/>
                      <a:pt x="20611" y="56351"/>
                    </a:cubicBezTo>
                    <a:cubicBezTo>
                      <a:pt x="30053" y="49217"/>
                      <a:pt x="39984" y="42759"/>
                      <a:pt x="50329" y="3701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"/>
              <p:cNvSpPr/>
              <p:nvPr/>
            </p:nvSpPr>
            <p:spPr>
              <a:xfrm>
                <a:off x="4275867" y="3326707"/>
                <a:ext cx="101092" cy="122957"/>
              </a:xfrm>
              <a:custGeom>
                <a:rect b="b" l="l" r="r" t="t"/>
                <a:pathLst>
                  <a:path extrusionOk="0" h="153696" w="126365">
                    <a:moveTo>
                      <a:pt x="123547" y="55607"/>
                    </a:moveTo>
                    <a:lnTo>
                      <a:pt x="123547" y="55607"/>
                    </a:lnTo>
                    <a:cubicBezTo>
                      <a:pt x="118499" y="22936"/>
                      <a:pt x="94972" y="-1543"/>
                      <a:pt x="61349" y="76"/>
                    </a:cubicBezTo>
                    <a:cubicBezTo>
                      <a:pt x="25578" y="2019"/>
                      <a:pt x="-1846" y="32594"/>
                      <a:pt x="97" y="68361"/>
                    </a:cubicBezTo>
                    <a:cubicBezTo>
                      <a:pt x="99" y="68399"/>
                      <a:pt x="101" y="68427"/>
                      <a:pt x="103" y="68465"/>
                    </a:cubicBezTo>
                    <a:cubicBezTo>
                      <a:pt x="1271" y="88611"/>
                      <a:pt x="11858" y="107032"/>
                      <a:pt x="28678" y="118186"/>
                    </a:cubicBezTo>
                    <a:cubicBezTo>
                      <a:pt x="29839" y="123139"/>
                      <a:pt x="31598" y="127940"/>
                      <a:pt x="33917" y="132473"/>
                    </a:cubicBezTo>
                    <a:cubicBezTo>
                      <a:pt x="45728" y="146380"/>
                      <a:pt x="81542" y="155048"/>
                      <a:pt x="92114" y="153524"/>
                    </a:cubicBezTo>
                    <a:cubicBezTo>
                      <a:pt x="104686" y="152400"/>
                      <a:pt x="115295" y="143713"/>
                      <a:pt x="118880" y="131616"/>
                    </a:cubicBezTo>
                    <a:cubicBezTo>
                      <a:pt x="129833" y="105899"/>
                      <a:pt x="126309" y="71609"/>
                      <a:pt x="123547" y="5560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1"/>
              <p:cNvSpPr/>
              <p:nvPr/>
            </p:nvSpPr>
            <p:spPr>
              <a:xfrm>
                <a:off x="4266495" y="3315741"/>
                <a:ext cx="106605" cy="105444"/>
              </a:xfrm>
              <a:custGeom>
                <a:rect b="b" l="l" r="r" t="t"/>
                <a:pathLst>
                  <a:path extrusionOk="0" h="131805" w="133256">
                    <a:moveTo>
                      <a:pt x="40114" y="131806"/>
                    </a:moveTo>
                    <a:lnTo>
                      <a:pt x="40114" y="131806"/>
                    </a:lnTo>
                    <a:lnTo>
                      <a:pt x="43162" y="103231"/>
                    </a:lnTo>
                    <a:cubicBezTo>
                      <a:pt x="43162" y="103231"/>
                      <a:pt x="19921" y="43033"/>
                      <a:pt x="74880" y="54653"/>
                    </a:cubicBezTo>
                    <a:cubicBezTo>
                      <a:pt x="111170" y="62273"/>
                      <a:pt x="120314" y="65512"/>
                      <a:pt x="131363" y="41223"/>
                    </a:cubicBezTo>
                    <a:cubicBezTo>
                      <a:pt x="142412" y="16934"/>
                      <a:pt x="103455" y="-5068"/>
                      <a:pt x="57164" y="1028"/>
                    </a:cubicBezTo>
                    <a:cubicBezTo>
                      <a:pt x="24162" y="4533"/>
                      <a:pt x="-666" y="32717"/>
                      <a:pt x="14" y="65893"/>
                    </a:cubicBezTo>
                    <a:cubicBezTo>
                      <a:pt x="1252" y="83895"/>
                      <a:pt x="6014" y="120185"/>
                      <a:pt x="40114" y="131806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1"/>
              <p:cNvSpPr/>
              <p:nvPr/>
            </p:nvSpPr>
            <p:spPr>
              <a:xfrm>
                <a:off x="4373043" y="3434522"/>
                <a:ext cx="49149" cy="71094"/>
              </a:xfrm>
              <a:custGeom>
                <a:rect b="b" l="l" r="r" t="t"/>
                <a:pathLst>
                  <a:path extrusionOk="0" h="88868" w="61436">
                    <a:moveTo>
                      <a:pt x="39243" y="88868"/>
                    </a:moveTo>
                    <a:cubicBezTo>
                      <a:pt x="47575" y="88601"/>
                      <a:pt x="55499" y="85192"/>
                      <a:pt x="61436" y="79343"/>
                    </a:cubicBezTo>
                    <a:cubicBezTo>
                      <a:pt x="60198" y="63722"/>
                      <a:pt x="40196" y="4381"/>
                      <a:pt x="0" y="0"/>
                    </a:cubicBezTo>
                    <a:cubicBezTo>
                      <a:pt x="10976" y="7630"/>
                      <a:pt x="19668" y="18098"/>
                      <a:pt x="25146" y="30290"/>
                    </a:cubicBezTo>
                    <a:cubicBezTo>
                      <a:pt x="31347" y="49425"/>
                      <a:pt x="36060" y="69009"/>
                      <a:pt x="39243" y="8886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7" name="Google Shape;297;p1"/>
              <p:cNvGrpSpPr/>
              <p:nvPr/>
            </p:nvGrpSpPr>
            <p:grpSpPr>
              <a:xfrm flipH="1">
                <a:off x="4321768" y="3621401"/>
                <a:ext cx="239005" cy="181217"/>
                <a:chOff x="6621095" y="1452181"/>
                <a:chExt cx="330894" cy="250785"/>
              </a:xfrm>
            </p:grpSpPr>
            <p:sp>
              <p:nvSpPr>
                <p:cNvPr id="298" name="Google Shape;298;p1"/>
                <p:cNvSpPr/>
                <p:nvPr/>
              </p:nvSpPr>
              <p:spPr>
                <a:xfrm>
                  <a:off x="6648789" y="1521520"/>
                  <a:ext cx="303199" cy="174500"/>
                </a:xfrm>
                <a:custGeom>
                  <a:rect b="b" l="l" r="r" t="t"/>
                  <a:pathLst>
                    <a:path extrusionOk="0" h="174500" w="303199">
                      <a:moveTo>
                        <a:pt x="0" y="63249"/>
                      </a:moveTo>
                      <a:lnTo>
                        <a:pt x="107878" y="860"/>
                      </a:lnTo>
                      <a:cubicBezTo>
                        <a:pt x="109779" y="-287"/>
                        <a:pt x="112155" y="-287"/>
                        <a:pt x="114056" y="860"/>
                      </a:cubicBezTo>
                      <a:lnTo>
                        <a:pt x="303200" y="110302"/>
                      </a:lnTo>
                      <a:lnTo>
                        <a:pt x="192280" y="17450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" name="Google Shape;299;p1"/>
                <p:cNvSpPr/>
                <p:nvPr/>
              </p:nvSpPr>
              <p:spPr>
                <a:xfrm>
                  <a:off x="6790409" y="1564671"/>
                  <a:ext cx="79173" cy="45815"/>
                </a:xfrm>
                <a:custGeom>
                  <a:rect b="b" l="l" r="r" t="t"/>
                  <a:pathLst>
                    <a:path extrusionOk="0" h="45815" w="79173">
                      <a:moveTo>
                        <a:pt x="79174" y="29242"/>
                      </a:moveTo>
                      <a:lnTo>
                        <a:pt x="50660" y="45815"/>
                      </a:lnTo>
                      <a:lnTo>
                        <a:pt x="0" y="16478"/>
                      </a:lnTo>
                      <a:lnTo>
                        <a:pt x="28514" y="0"/>
                      </a:lnTo>
                      <a:lnTo>
                        <a:pt x="79174" y="29242"/>
                      </a:lnTo>
                      <a:close/>
                    </a:path>
                  </a:pathLst>
                </a:custGeom>
                <a:solidFill>
                  <a:srgbClr val="000000">
                    <a:alpha val="14509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" name="Google Shape;300;p1"/>
                <p:cNvSpPr/>
                <p:nvPr/>
              </p:nvSpPr>
              <p:spPr>
                <a:xfrm>
                  <a:off x="6648780" y="1584674"/>
                  <a:ext cx="303209" cy="118292"/>
                </a:xfrm>
                <a:custGeom>
                  <a:rect b="b" l="l" r="r" t="t"/>
                  <a:pathLst>
                    <a:path extrusionOk="0" h="118292" w="303209">
                      <a:moveTo>
                        <a:pt x="303209" y="47149"/>
                      </a:moveTo>
                      <a:lnTo>
                        <a:pt x="303209" y="49721"/>
                      </a:lnTo>
                      <a:cubicBezTo>
                        <a:pt x="303237" y="53440"/>
                        <a:pt x="301279" y="56892"/>
                        <a:pt x="298076" y="58769"/>
                      </a:cubicBezTo>
                      <a:lnTo>
                        <a:pt x="197517" y="116872"/>
                      </a:lnTo>
                      <a:cubicBezTo>
                        <a:pt x="194323" y="118766"/>
                        <a:pt x="190350" y="118766"/>
                        <a:pt x="187157" y="116872"/>
                      </a:cubicBezTo>
                      <a:lnTo>
                        <a:pt x="5237" y="12097"/>
                      </a:lnTo>
                      <a:cubicBezTo>
                        <a:pt x="1863" y="10147"/>
                        <a:pt x="-153" y="6475"/>
                        <a:pt x="9" y="2572"/>
                      </a:cubicBezTo>
                      <a:lnTo>
                        <a:pt x="9" y="0"/>
                      </a:lnTo>
                      <a:lnTo>
                        <a:pt x="192289" y="111252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" name="Google Shape;301;p1"/>
                <p:cNvSpPr/>
                <p:nvPr/>
              </p:nvSpPr>
              <p:spPr>
                <a:xfrm>
                  <a:off x="6621095" y="1454086"/>
                  <a:ext cx="217122" cy="244320"/>
                </a:xfrm>
                <a:custGeom>
                  <a:rect b="b" l="l" r="r" t="t"/>
                  <a:pathLst>
                    <a:path extrusionOk="0" h="244320" w="217122">
                      <a:moveTo>
                        <a:pt x="217123" y="243459"/>
                      </a:moveTo>
                      <a:cubicBezTo>
                        <a:pt x="213644" y="244834"/>
                        <a:pt x="209728" y="244552"/>
                        <a:pt x="206478" y="242697"/>
                      </a:cubicBezTo>
                      <a:lnTo>
                        <a:pt x="25888" y="137922"/>
                      </a:lnTo>
                      <a:cubicBezTo>
                        <a:pt x="22695" y="136081"/>
                        <a:pt x="20499" y="132899"/>
                        <a:pt x="19900" y="129254"/>
                      </a:cubicBezTo>
                      <a:lnTo>
                        <a:pt x="36" y="10763"/>
                      </a:lnTo>
                      <a:cubicBezTo>
                        <a:pt x="-12" y="10097"/>
                        <a:pt x="-12" y="9429"/>
                        <a:pt x="36" y="8763"/>
                      </a:cubicBezTo>
                      <a:cubicBezTo>
                        <a:pt x="26" y="5457"/>
                        <a:pt x="1366" y="2291"/>
                        <a:pt x="3743" y="0"/>
                      </a:cubicBezTo>
                      <a:lnTo>
                        <a:pt x="191935" y="108871"/>
                      </a:lnTo>
                      <a:cubicBezTo>
                        <a:pt x="194226" y="110281"/>
                        <a:pt x="195813" y="112601"/>
                        <a:pt x="196307" y="115252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" name="Google Shape;302;p1"/>
                <p:cNvSpPr/>
                <p:nvPr/>
              </p:nvSpPr>
              <p:spPr>
                <a:xfrm>
                  <a:off x="6624647" y="1452181"/>
                  <a:ext cx="216421" cy="245364"/>
                </a:xfrm>
                <a:custGeom>
                  <a:rect b="b" l="l" r="r" t="t"/>
                  <a:pathLst>
                    <a:path extrusionOk="0" h="245364" w="216421">
                      <a:moveTo>
                        <a:pt x="216422" y="243840"/>
                      </a:moveTo>
                      <a:lnTo>
                        <a:pt x="215186" y="244602"/>
                      </a:lnTo>
                      <a:lnTo>
                        <a:pt x="213570" y="245364"/>
                      </a:lnTo>
                      <a:lnTo>
                        <a:pt x="192090" y="117157"/>
                      </a:lnTo>
                      <a:cubicBezTo>
                        <a:pt x="191596" y="114506"/>
                        <a:pt x="190008" y="112186"/>
                        <a:pt x="187718" y="110776"/>
                      </a:cubicBezTo>
                      <a:lnTo>
                        <a:pt x="0" y="1905"/>
                      </a:lnTo>
                      <a:cubicBezTo>
                        <a:pt x="694" y="1117"/>
                        <a:pt x="1530" y="471"/>
                        <a:pt x="2471" y="0"/>
                      </a:cubicBezTo>
                      <a:lnTo>
                        <a:pt x="191044" y="109061"/>
                      </a:lnTo>
                      <a:cubicBezTo>
                        <a:pt x="193373" y="110453"/>
                        <a:pt x="194998" y="112774"/>
                        <a:pt x="195512" y="115443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3" name="Google Shape;303;p1"/>
              <p:cNvSpPr/>
              <p:nvPr/>
            </p:nvSpPr>
            <p:spPr>
              <a:xfrm>
                <a:off x="4228115" y="3483465"/>
                <a:ext cx="114539" cy="321870"/>
              </a:xfrm>
              <a:custGeom>
                <a:rect b="b" l="l" r="r" t="t"/>
                <a:pathLst>
                  <a:path extrusionOk="0" h="402337" w="143174">
                    <a:moveTo>
                      <a:pt x="132316" y="337406"/>
                    </a:moveTo>
                    <a:cubicBezTo>
                      <a:pt x="124650" y="332329"/>
                      <a:pt x="116664" y="327748"/>
                      <a:pt x="108408" y="323690"/>
                    </a:cubicBezTo>
                    <a:cubicBezTo>
                      <a:pt x="100708" y="321280"/>
                      <a:pt x="93712" y="317032"/>
                      <a:pt x="88025" y="311307"/>
                    </a:cubicBezTo>
                    <a:cubicBezTo>
                      <a:pt x="80500" y="303973"/>
                      <a:pt x="68308" y="276255"/>
                      <a:pt x="59450" y="249204"/>
                    </a:cubicBezTo>
                    <a:cubicBezTo>
                      <a:pt x="50616" y="218763"/>
                      <a:pt x="47136" y="187016"/>
                      <a:pt x="49163" y="155383"/>
                    </a:cubicBezTo>
                    <a:cubicBezTo>
                      <a:pt x="52877" y="117283"/>
                      <a:pt x="66498" y="64419"/>
                      <a:pt x="69927" y="42607"/>
                    </a:cubicBezTo>
                    <a:cubicBezTo>
                      <a:pt x="73356" y="20795"/>
                      <a:pt x="66403" y="12127"/>
                      <a:pt x="56211" y="4507"/>
                    </a:cubicBezTo>
                    <a:cubicBezTo>
                      <a:pt x="44305" y="-5018"/>
                      <a:pt x="27636" y="-732"/>
                      <a:pt x="19064" y="29844"/>
                    </a:cubicBezTo>
                    <a:cubicBezTo>
                      <a:pt x="7948" y="72154"/>
                      <a:pt x="1559" y="115569"/>
                      <a:pt x="14" y="159288"/>
                    </a:cubicBezTo>
                    <a:cubicBezTo>
                      <a:pt x="-297" y="191635"/>
                      <a:pt x="4690" y="223811"/>
                      <a:pt x="14777" y="254538"/>
                    </a:cubicBezTo>
                    <a:cubicBezTo>
                      <a:pt x="23864" y="280970"/>
                      <a:pt x="36113" y="306202"/>
                      <a:pt x="51258" y="329691"/>
                    </a:cubicBezTo>
                    <a:cubicBezTo>
                      <a:pt x="55449" y="336739"/>
                      <a:pt x="56783" y="342930"/>
                      <a:pt x="63164" y="357313"/>
                    </a:cubicBezTo>
                    <a:cubicBezTo>
                      <a:pt x="69329" y="371772"/>
                      <a:pt x="78905" y="384517"/>
                      <a:pt x="91073" y="394461"/>
                    </a:cubicBezTo>
                    <a:cubicBezTo>
                      <a:pt x="101836" y="402176"/>
                      <a:pt x="106884" y="403224"/>
                      <a:pt x="109361" y="401795"/>
                    </a:cubicBezTo>
                    <a:cubicBezTo>
                      <a:pt x="111837" y="400366"/>
                      <a:pt x="111837" y="396461"/>
                      <a:pt x="107360" y="392270"/>
                    </a:cubicBezTo>
                    <a:cubicBezTo>
                      <a:pt x="99783" y="386317"/>
                      <a:pt x="93331" y="379059"/>
                      <a:pt x="88310" y="370839"/>
                    </a:cubicBezTo>
                    <a:cubicBezTo>
                      <a:pt x="88310" y="370839"/>
                      <a:pt x="97835" y="380364"/>
                      <a:pt x="103836" y="385412"/>
                    </a:cubicBezTo>
                    <a:cubicBezTo>
                      <a:pt x="109247" y="389955"/>
                      <a:pt x="115237" y="393775"/>
                      <a:pt x="121648" y="396747"/>
                    </a:cubicBezTo>
                    <a:cubicBezTo>
                      <a:pt x="127934" y="399509"/>
                      <a:pt x="136602" y="394175"/>
                      <a:pt x="132125" y="389984"/>
                    </a:cubicBezTo>
                    <a:cubicBezTo>
                      <a:pt x="127649" y="385793"/>
                      <a:pt x="123172" y="383697"/>
                      <a:pt x="114314" y="375982"/>
                    </a:cubicBezTo>
                    <a:cubicBezTo>
                      <a:pt x="109302" y="372067"/>
                      <a:pt x="104818" y="367524"/>
                      <a:pt x="100979" y="362457"/>
                    </a:cubicBezTo>
                    <a:cubicBezTo>
                      <a:pt x="107247" y="367238"/>
                      <a:pt x="113870" y="371534"/>
                      <a:pt x="120791" y="375315"/>
                    </a:cubicBezTo>
                    <a:cubicBezTo>
                      <a:pt x="126215" y="378592"/>
                      <a:pt x="132455" y="380278"/>
                      <a:pt x="138793" y="380173"/>
                    </a:cubicBezTo>
                    <a:cubicBezTo>
                      <a:pt x="142127" y="380173"/>
                      <a:pt x="146127" y="375411"/>
                      <a:pt x="139936" y="370648"/>
                    </a:cubicBezTo>
                    <a:cubicBezTo>
                      <a:pt x="131572" y="366295"/>
                      <a:pt x="123741" y="360990"/>
                      <a:pt x="116600" y="354837"/>
                    </a:cubicBezTo>
                    <a:cubicBezTo>
                      <a:pt x="109742" y="347979"/>
                      <a:pt x="105932" y="342264"/>
                      <a:pt x="107837" y="342168"/>
                    </a:cubicBezTo>
                    <a:cubicBezTo>
                      <a:pt x="109742" y="342073"/>
                      <a:pt x="113456" y="346264"/>
                      <a:pt x="121457" y="348836"/>
                    </a:cubicBezTo>
                    <a:cubicBezTo>
                      <a:pt x="129458" y="351408"/>
                      <a:pt x="138031" y="348836"/>
                      <a:pt x="139079" y="344645"/>
                    </a:cubicBezTo>
                    <a:cubicBezTo>
                      <a:pt x="140126" y="340454"/>
                      <a:pt x="139841" y="341121"/>
                      <a:pt x="132316" y="337406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1"/>
              <p:cNvSpPr/>
              <p:nvPr/>
            </p:nvSpPr>
            <p:spPr>
              <a:xfrm>
                <a:off x="4223328" y="3479828"/>
                <a:ext cx="66218" cy="90245"/>
              </a:xfrm>
              <a:custGeom>
                <a:rect b="b" l="l" r="r" t="t"/>
                <a:pathLst>
                  <a:path extrusionOk="0" h="112806" w="82772">
                    <a:moveTo>
                      <a:pt x="0" y="90018"/>
                    </a:moveTo>
                    <a:cubicBezTo>
                      <a:pt x="0" y="90018"/>
                      <a:pt x="30004" y="119831"/>
                      <a:pt x="65532" y="111258"/>
                    </a:cubicBezTo>
                    <a:cubicBezTo>
                      <a:pt x="70580" y="107829"/>
                      <a:pt x="82772" y="38106"/>
                      <a:pt x="82772" y="38106"/>
                    </a:cubicBezTo>
                    <a:cubicBezTo>
                      <a:pt x="82772" y="38106"/>
                      <a:pt x="82772" y="-565"/>
                      <a:pt x="53149" y="6"/>
                    </a:cubicBezTo>
                    <a:cubicBezTo>
                      <a:pt x="23527" y="578"/>
                      <a:pt x="0" y="90018"/>
                      <a:pt x="0" y="9001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5" name="Google Shape;305;p1"/>
          <p:cNvSpPr txBox="1"/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4000"/>
              <a:t>Herramientas para organización efectiva del trabajo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Objetivo General</a:t>
            </a:r>
            <a:endParaRPr sz="3200"/>
          </a:p>
        </p:txBody>
      </p:sp>
      <p:sp>
        <p:nvSpPr>
          <p:cNvPr id="311" name="Google Shape;311;p2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600">
                <a:solidFill>
                  <a:srgbClr val="282828"/>
                </a:solidFill>
              </a:rPr>
              <a:t>Desarrollar habilidades y hábitos digitales que permitan a los participantes organizar su tiempo, tareas y comunicaciones de forma estratégica, aplicando metodologías y herramientas modernas para mejorar el enfoque, la productividad y la eficiencia en el trabajo diario.</a:t>
            </a:r>
            <a:endParaRPr sz="1600">
              <a:solidFill>
                <a:srgbClr val="282828"/>
              </a:solidFill>
            </a:endParaRPr>
          </a:p>
        </p:txBody>
      </p:sp>
      <p:grpSp>
        <p:nvGrpSpPr>
          <p:cNvPr id="312" name="Google Shape;312;p2"/>
          <p:cNvGrpSpPr/>
          <p:nvPr/>
        </p:nvGrpSpPr>
        <p:grpSpPr>
          <a:xfrm>
            <a:off x="3516063" y="3244950"/>
            <a:ext cx="1509800" cy="1467214"/>
            <a:chOff x="2012475" y="393272"/>
            <a:chExt cx="4440240" cy="4609126"/>
          </a:xfrm>
        </p:grpSpPr>
        <p:sp>
          <p:nvSpPr>
            <p:cNvPr id="313" name="Google Shape;313;p2"/>
            <p:cNvSpPr/>
            <p:nvPr/>
          </p:nvSpPr>
          <p:spPr>
            <a:xfrm>
              <a:off x="4172687" y="3422228"/>
              <a:ext cx="1096154" cy="631831"/>
            </a:xfrm>
            <a:custGeom>
              <a:rect b="b" l="l" r="r" t="t"/>
              <a:pathLst>
                <a:path extrusionOk="0" h="631831" w="1096154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137" y="0"/>
                  </a:lnTo>
                  <a:lnTo>
                    <a:pt x="1096154" y="402457"/>
                  </a:lnTo>
                  <a:lnTo>
                    <a:pt x="737223" y="609484"/>
                  </a:lnTo>
                  <a:cubicBezTo>
                    <a:pt x="691155" y="636479"/>
                    <a:pt x="621386" y="639331"/>
                    <a:pt x="581029" y="61632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4213521" y="3398464"/>
              <a:ext cx="1096058" cy="631866"/>
            </a:xfrm>
            <a:custGeom>
              <a:rect b="b" l="l" r="r" t="t"/>
              <a:pathLst>
                <a:path extrusionOk="0" h="631866" w="1096058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864"/>
                  </a:lnTo>
                  <a:cubicBezTo>
                    <a:pt x="690774" y="636479"/>
                    <a:pt x="621005" y="639331"/>
                    <a:pt x="581029" y="616328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5277122" y="3780200"/>
              <a:ext cx="32266" cy="21196"/>
            </a:xfrm>
            <a:custGeom>
              <a:rect b="b" l="l" r="r" t="t"/>
              <a:pathLst>
                <a:path extrusionOk="0" h="21196" w="32266">
                  <a:moveTo>
                    <a:pt x="32267" y="21197"/>
                  </a:moveTo>
                  <a:lnTo>
                    <a:pt x="32267" y="0"/>
                  </a:lnTo>
                  <a:lnTo>
                    <a:pt x="0" y="18630"/>
                  </a:lnTo>
                  <a:lnTo>
                    <a:pt x="32267" y="2119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4213559" y="3635813"/>
              <a:ext cx="33123" cy="21387"/>
            </a:xfrm>
            <a:custGeom>
              <a:rect b="b" l="l" r="r" t="t"/>
              <a:pathLst>
                <a:path extrusionOk="0" h="21387" w="33123">
                  <a:moveTo>
                    <a:pt x="0" y="21387"/>
                  </a:moveTo>
                  <a:lnTo>
                    <a:pt x="0" y="0"/>
                  </a:lnTo>
                  <a:lnTo>
                    <a:pt x="33123" y="13688"/>
                  </a:lnTo>
                  <a:lnTo>
                    <a:pt x="0" y="2138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4213521" y="3377363"/>
              <a:ext cx="1096058" cy="631809"/>
            </a:xfrm>
            <a:custGeom>
              <a:rect b="b" l="l" r="r" t="t"/>
              <a:pathLst>
                <a:path extrusionOk="0" h="631809" w="1096058">
                  <a:moveTo>
                    <a:pt x="581029" y="616232"/>
                  </a:moveTo>
                  <a:lnTo>
                    <a:pt x="26975" y="296853"/>
                  </a:lnTo>
                  <a:cubicBezTo>
                    <a:pt x="-13002" y="273754"/>
                    <a:pt x="-7957" y="233547"/>
                    <a:pt x="38206" y="206932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769"/>
                  </a:lnTo>
                  <a:cubicBezTo>
                    <a:pt x="690774" y="636384"/>
                    <a:pt x="621005" y="639331"/>
                    <a:pt x="581029" y="6162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4526041" y="3091821"/>
              <a:ext cx="783348" cy="688378"/>
            </a:xfrm>
            <a:custGeom>
              <a:rect b="b" l="l" r="r" t="t"/>
              <a:pathLst>
                <a:path extrusionOk="0" h="688378" w="783348">
                  <a:moveTo>
                    <a:pt x="86521" y="286492"/>
                  </a:moveTo>
                  <a:lnTo>
                    <a:pt x="0" y="0"/>
                  </a:lnTo>
                  <a:lnTo>
                    <a:pt x="706346" y="404548"/>
                  </a:lnTo>
                  <a:lnTo>
                    <a:pt x="783348" y="688378"/>
                  </a:lnTo>
                  <a:lnTo>
                    <a:pt x="86521" y="286492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5278931" y="3755961"/>
              <a:ext cx="30363" cy="36025"/>
            </a:xfrm>
            <a:custGeom>
              <a:rect b="b" l="l" r="r" t="t"/>
              <a:pathLst>
                <a:path extrusionOk="0" h="36025" w="30363">
                  <a:moveTo>
                    <a:pt x="9899" y="36025"/>
                  </a:moveTo>
                  <a:lnTo>
                    <a:pt x="30363" y="24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4503768" y="3102562"/>
              <a:ext cx="785061" cy="689423"/>
            </a:xfrm>
            <a:custGeom>
              <a:rect b="b" l="l" r="r" t="t"/>
              <a:pathLst>
                <a:path extrusionOk="0" h="689423" w="785061">
                  <a:moveTo>
                    <a:pt x="86425" y="286492"/>
                  </a:moveTo>
                  <a:lnTo>
                    <a:pt x="0" y="0"/>
                  </a:lnTo>
                  <a:lnTo>
                    <a:pt x="706346" y="404643"/>
                  </a:lnTo>
                  <a:lnTo>
                    <a:pt x="785061" y="689424"/>
                  </a:lnTo>
                  <a:lnTo>
                    <a:pt x="86425" y="28649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3580122" y="393272"/>
              <a:ext cx="2872593" cy="3889928"/>
            </a:xfrm>
            <a:custGeom>
              <a:rect b="b" l="l" r="r" t="t"/>
              <a:pathLst>
                <a:path extrusionOk="0" h="3889928" w="2872593">
                  <a:moveTo>
                    <a:pt x="2803111" y="3881586"/>
                  </a:moveTo>
                  <a:lnTo>
                    <a:pt x="69483" y="2305217"/>
                  </a:lnTo>
                  <a:cubicBezTo>
                    <a:pt x="31410" y="2283165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483" y="8342"/>
                  </a:cubicBezTo>
                  <a:lnTo>
                    <a:pt x="2803111" y="1584711"/>
                  </a:lnTo>
                  <a:cubicBezTo>
                    <a:pt x="2841183" y="1606763"/>
                    <a:pt x="2872593" y="1666077"/>
                    <a:pt x="2872593" y="1717121"/>
                  </a:cubicBezTo>
                  <a:lnTo>
                    <a:pt x="2872593" y="3829212"/>
                  </a:lnTo>
                  <a:cubicBezTo>
                    <a:pt x="2872593" y="3880256"/>
                    <a:pt x="2841469" y="3903734"/>
                    <a:pt x="2803111" y="3881586"/>
                  </a:cubicBez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6397319" y="4189501"/>
              <a:ext cx="30267" cy="107125"/>
            </a:xfrm>
            <a:custGeom>
              <a:rect b="b" l="l" r="r" t="t"/>
              <a:pathLst>
                <a:path extrusionOk="0" h="107125" w="30267">
                  <a:moveTo>
                    <a:pt x="0" y="107125"/>
                  </a:moveTo>
                  <a:lnTo>
                    <a:pt x="30268" y="89731"/>
                  </a:lnTo>
                  <a:lnTo>
                    <a:pt x="17228" y="0"/>
                  </a:lnTo>
                  <a:lnTo>
                    <a:pt x="0" y="107125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3574887" y="397432"/>
              <a:ext cx="72623" cy="31086"/>
            </a:xfrm>
            <a:custGeom>
              <a:rect b="b" l="l" r="r" t="t"/>
              <a:pathLst>
                <a:path extrusionOk="0" h="31086" w="72623">
                  <a:moveTo>
                    <a:pt x="0" y="17110"/>
                  </a:moveTo>
                  <a:lnTo>
                    <a:pt x="29792" y="0"/>
                  </a:lnTo>
                  <a:lnTo>
                    <a:pt x="72624" y="24334"/>
                  </a:lnTo>
                  <a:cubicBezTo>
                    <a:pt x="72624" y="24334"/>
                    <a:pt x="27032" y="31273"/>
                    <a:pt x="25890" y="31083"/>
                  </a:cubicBezTo>
                  <a:cubicBezTo>
                    <a:pt x="24747" y="30892"/>
                    <a:pt x="0" y="17110"/>
                    <a:pt x="0" y="171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3554709" y="407720"/>
              <a:ext cx="2872878" cy="3889928"/>
            </a:xfrm>
            <a:custGeom>
              <a:rect b="b" l="l" r="r" t="t"/>
              <a:pathLst>
                <a:path extrusionOk="0" h="3889928" w="2872878">
                  <a:moveTo>
                    <a:pt x="2803491" y="3881587"/>
                  </a:moveTo>
                  <a:lnTo>
                    <a:pt x="69388" y="2304837"/>
                  </a:lnTo>
                  <a:cubicBezTo>
                    <a:pt x="31315" y="2282785"/>
                    <a:pt x="0" y="2223471"/>
                    <a:pt x="0" y="2172332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388" y="8342"/>
                  </a:cubicBezTo>
                  <a:lnTo>
                    <a:pt x="2803491" y="1584711"/>
                  </a:lnTo>
                  <a:cubicBezTo>
                    <a:pt x="2841564" y="1606763"/>
                    <a:pt x="2872879" y="1666077"/>
                    <a:pt x="2872879" y="1717216"/>
                  </a:cubicBezTo>
                  <a:lnTo>
                    <a:pt x="2872879" y="3829212"/>
                  </a:lnTo>
                  <a:cubicBezTo>
                    <a:pt x="2872879" y="3880256"/>
                    <a:pt x="2841850" y="3903734"/>
                    <a:pt x="2803491" y="3881587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3549854" y="410477"/>
              <a:ext cx="2872973" cy="3889886"/>
            </a:xfrm>
            <a:custGeom>
              <a:rect b="b" l="l" r="r" t="t"/>
              <a:pathLst>
                <a:path extrusionOk="0" h="3889886" w="2872973">
                  <a:moveTo>
                    <a:pt x="2803491" y="3881587"/>
                  </a:moveTo>
                  <a:lnTo>
                    <a:pt x="69483" y="2305217"/>
                  </a:lnTo>
                  <a:cubicBezTo>
                    <a:pt x="31410" y="2283070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4" y="-13806"/>
                    <a:pt x="69483" y="8342"/>
                  </a:cubicBezTo>
                  <a:lnTo>
                    <a:pt x="2803491" y="1584711"/>
                  </a:lnTo>
                  <a:cubicBezTo>
                    <a:pt x="2841564" y="1606764"/>
                    <a:pt x="2872974" y="1666077"/>
                    <a:pt x="2872974" y="1717121"/>
                  </a:cubicBezTo>
                  <a:lnTo>
                    <a:pt x="2872974" y="3829212"/>
                  </a:lnTo>
                  <a:cubicBezTo>
                    <a:pt x="2872974" y="3879971"/>
                    <a:pt x="2841849" y="3903734"/>
                    <a:pt x="2803491" y="388158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3584596" y="456003"/>
              <a:ext cx="2802063" cy="3707642"/>
            </a:xfrm>
            <a:custGeom>
              <a:rect b="b" l="l" r="r" t="t"/>
              <a:pathLst>
                <a:path extrusionOk="0" h="3707642" w="2802063">
                  <a:moveTo>
                    <a:pt x="2800636" y="3707643"/>
                  </a:moveTo>
                  <a:lnTo>
                    <a:pt x="0" y="2092872"/>
                  </a:lnTo>
                  <a:lnTo>
                    <a:pt x="1428" y="23650"/>
                  </a:lnTo>
                  <a:cubicBezTo>
                    <a:pt x="1428" y="2453"/>
                    <a:pt x="16371" y="-6102"/>
                    <a:pt x="34742" y="4639"/>
                  </a:cubicBezTo>
                  <a:lnTo>
                    <a:pt x="2768750" y="1580818"/>
                  </a:lnTo>
                  <a:cubicBezTo>
                    <a:pt x="2788395" y="1593631"/>
                    <a:pt x="2800769" y="1615018"/>
                    <a:pt x="2802063" y="16384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3711283" y="669187"/>
              <a:ext cx="283071" cy="477189"/>
            </a:xfrm>
            <a:custGeom>
              <a:rect b="b" l="l" r="r" t="t"/>
              <a:pathLst>
                <a:path extrusionOk="0" h="477189" w="283071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7"/>
                    <a:pt x="181" y="312023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572"/>
                  </a:lnTo>
                  <a:cubicBezTo>
                    <a:pt x="277551" y="154933"/>
                    <a:pt x="282919" y="165172"/>
                    <a:pt x="283071" y="176138"/>
                  </a:cubicBezTo>
                  <a:lnTo>
                    <a:pt x="283071" y="464531"/>
                  </a:lnTo>
                  <a:cubicBezTo>
                    <a:pt x="283071" y="474986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4063456" y="872696"/>
              <a:ext cx="283832" cy="477419"/>
            </a:xfrm>
            <a:custGeom>
              <a:rect b="b" l="l" r="r" t="t"/>
              <a:pathLst>
                <a:path extrusionOk="0" h="477419" w="283832">
                  <a:moveTo>
                    <a:pt x="269365" y="475462"/>
                  </a:moveTo>
                  <a:lnTo>
                    <a:pt x="14468" y="328509"/>
                  </a:lnTo>
                  <a:cubicBezTo>
                    <a:pt x="5540" y="322087"/>
                    <a:pt x="181" y="311833"/>
                    <a:pt x="0" y="30084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572"/>
                  </a:lnTo>
                  <a:cubicBezTo>
                    <a:pt x="278217" y="154931"/>
                    <a:pt x="283709" y="165305"/>
                    <a:pt x="283833" y="176423"/>
                  </a:cubicBezTo>
                  <a:lnTo>
                    <a:pt x="283833" y="464531"/>
                  </a:lnTo>
                  <a:cubicBezTo>
                    <a:pt x="283833" y="475177"/>
                    <a:pt x="277360" y="480595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4408015" y="1071223"/>
              <a:ext cx="284023" cy="477216"/>
            </a:xfrm>
            <a:custGeom>
              <a:rect b="b" l="l" r="r" t="t"/>
              <a:pathLst>
                <a:path extrusionOk="0" h="477216" w="284023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993"/>
                  </a:lnTo>
                  <a:cubicBezTo>
                    <a:pt x="278503" y="155354"/>
                    <a:pt x="283871" y="165592"/>
                    <a:pt x="284023" y="176559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3711283" y="1076206"/>
              <a:ext cx="283071" cy="477216"/>
            </a:xfrm>
            <a:custGeom>
              <a:rect b="b" l="l" r="r" t="t"/>
              <a:pathLst>
                <a:path extrusionOk="0" h="477216" w="283071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477"/>
                  </a:lnTo>
                  <a:cubicBezTo>
                    <a:pt x="277532" y="154899"/>
                    <a:pt x="282891" y="165154"/>
                    <a:pt x="283071" y="176138"/>
                  </a:cubicBezTo>
                  <a:lnTo>
                    <a:pt x="283071" y="464531"/>
                  </a:lnTo>
                  <a:cubicBezTo>
                    <a:pt x="283071" y="475177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4063456" y="1279716"/>
              <a:ext cx="283556" cy="477216"/>
            </a:xfrm>
            <a:custGeom>
              <a:rect b="b" l="l" r="r" t="t"/>
              <a:pathLst>
                <a:path extrusionOk="0" h="477216" w="283556">
                  <a:moveTo>
                    <a:pt x="269365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477"/>
                  </a:lnTo>
                  <a:cubicBezTo>
                    <a:pt x="278008" y="154903"/>
                    <a:pt x="283366" y="165150"/>
                    <a:pt x="283547" y="176138"/>
                  </a:cubicBezTo>
                  <a:lnTo>
                    <a:pt x="283547" y="464531"/>
                  </a:lnTo>
                  <a:cubicBezTo>
                    <a:pt x="283833" y="475177"/>
                    <a:pt x="277360" y="480119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4098484" y="1260570"/>
              <a:ext cx="283570" cy="477216"/>
            </a:xfrm>
            <a:custGeom>
              <a:rect b="b" l="l" r="r" t="t"/>
              <a:pathLst>
                <a:path extrusionOk="0" h="477216" w="283570">
                  <a:moveTo>
                    <a:pt x="269079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079" y="148518"/>
                  </a:lnTo>
                  <a:cubicBezTo>
                    <a:pt x="278008" y="154943"/>
                    <a:pt x="283366" y="165190"/>
                    <a:pt x="283547" y="176178"/>
                  </a:cubicBezTo>
                  <a:lnTo>
                    <a:pt x="283547" y="464571"/>
                  </a:lnTo>
                  <a:cubicBezTo>
                    <a:pt x="284023" y="475217"/>
                    <a:pt x="277075" y="480065"/>
                    <a:pt x="269079" y="4755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4408015" y="1478241"/>
              <a:ext cx="284023" cy="477161"/>
            </a:xfrm>
            <a:custGeom>
              <a:rect b="b" l="l" r="r" t="t"/>
              <a:pathLst>
                <a:path extrusionOk="0" h="477161" w="284023">
                  <a:moveTo>
                    <a:pt x="269556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556" y="148519"/>
                  </a:lnTo>
                  <a:cubicBezTo>
                    <a:pt x="278503" y="154878"/>
                    <a:pt x="283871" y="165116"/>
                    <a:pt x="284023" y="176085"/>
                  </a:cubicBezTo>
                  <a:lnTo>
                    <a:pt x="284023" y="464382"/>
                  </a:lnTo>
                  <a:cubicBezTo>
                    <a:pt x="283547" y="475124"/>
                    <a:pt x="277075" y="480066"/>
                    <a:pt x="269556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3711283" y="1491834"/>
              <a:ext cx="283071" cy="477165"/>
            </a:xfrm>
            <a:custGeom>
              <a:rect b="b" l="l" r="r" t="t"/>
              <a:pathLst>
                <a:path extrusionOk="0" h="477165" w="283071">
                  <a:moveTo>
                    <a:pt x="268604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8604" y="148519"/>
                  </a:lnTo>
                  <a:cubicBezTo>
                    <a:pt x="277551" y="154878"/>
                    <a:pt x="282919" y="165116"/>
                    <a:pt x="283071" y="176085"/>
                  </a:cubicBezTo>
                  <a:lnTo>
                    <a:pt x="283071" y="464573"/>
                  </a:lnTo>
                  <a:cubicBezTo>
                    <a:pt x="283071" y="475123"/>
                    <a:pt x="276599" y="480066"/>
                    <a:pt x="268604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3711283" y="1946286"/>
              <a:ext cx="980755" cy="657383"/>
            </a:xfrm>
            <a:custGeom>
              <a:rect b="b" l="l" r="r" t="t"/>
              <a:pathLst>
                <a:path extrusionOk="0" h="657383" w="980755">
                  <a:moveTo>
                    <a:pt x="966288" y="655629"/>
                  </a:moveTo>
                  <a:lnTo>
                    <a:pt x="14468" y="106884"/>
                  </a:lnTo>
                  <a:cubicBezTo>
                    <a:pt x="5540" y="100458"/>
                    <a:pt x="181" y="90212"/>
                    <a:pt x="0" y="79224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966288" y="550594"/>
                  </a:lnTo>
                  <a:cubicBezTo>
                    <a:pt x="975235" y="556954"/>
                    <a:pt x="980603" y="567191"/>
                    <a:pt x="980755" y="578160"/>
                  </a:cubicBezTo>
                  <a:lnTo>
                    <a:pt x="980755" y="644698"/>
                  </a:lnTo>
                  <a:cubicBezTo>
                    <a:pt x="980280" y="655344"/>
                    <a:pt x="973807" y="660286"/>
                    <a:pt x="966288" y="6556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3715090" y="2139055"/>
              <a:ext cx="732044" cy="480371"/>
            </a:xfrm>
            <a:custGeom>
              <a:rect b="b" l="l" r="r" t="t"/>
              <a:pathLst>
                <a:path extrusionOk="0" h="480371" w="732044">
                  <a:moveTo>
                    <a:pt x="717577" y="478449"/>
                  </a:moveTo>
                  <a:lnTo>
                    <a:pt x="14468" y="73425"/>
                  </a:lnTo>
                  <a:cubicBezTo>
                    <a:pt x="5521" y="67066"/>
                    <a:pt x="152" y="56829"/>
                    <a:pt x="0" y="45860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717577" y="407064"/>
                  </a:lnTo>
                  <a:cubicBezTo>
                    <a:pt x="726505" y="413489"/>
                    <a:pt x="731864" y="423736"/>
                    <a:pt x="732045" y="434724"/>
                  </a:cubicBezTo>
                  <a:lnTo>
                    <a:pt x="732045" y="467708"/>
                  </a:lnTo>
                  <a:cubicBezTo>
                    <a:pt x="732045" y="478449"/>
                    <a:pt x="725572" y="483392"/>
                    <a:pt x="717577" y="47844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3715090" y="2264376"/>
              <a:ext cx="732044" cy="480312"/>
            </a:xfrm>
            <a:custGeom>
              <a:rect b="b" l="l" r="r" t="t"/>
              <a:pathLst>
                <a:path extrusionOk="0" h="480312" w="732044">
                  <a:moveTo>
                    <a:pt x="717577" y="478598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717577" y="407023"/>
                  </a:lnTo>
                  <a:cubicBezTo>
                    <a:pt x="726505" y="413449"/>
                    <a:pt x="731864" y="423696"/>
                    <a:pt x="732045" y="434684"/>
                  </a:cubicBezTo>
                  <a:lnTo>
                    <a:pt x="732045" y="467667"/>
                  </a:lnTo>
                  <a:cubicBezTo>
                    <a:pt x="732045" y="478313"/>
                    <a:pt x="725572" y="483161"/>
                    <a:pt x="717577" y="4785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3715090" y="2389467"/>
              <a:ext cx="599361" cy="403889"/>
            </a:xfrm>
            <a:custGeom>
              <a:rect b="b" l="l" r="r" t="t"/>
              <a:pathLst>
                <a:path extrusionOk="0" h="403889" w="599361">
                  <a:moveTo>
                    <a:pt x="584893" y="402175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584893" y="330600"/>
                  </a:lnTo>
                  <a:cubicBezTo>
                    <a:pt x="593822" y="337026"/>
                    <a:pt x="599180" y="347272"/>
                    <a:pt x="599361" y="358261"/>
                  </a:cubicBezTo>
                  <a:lnTo>
                    <a:pt x="599361" y="391244"/>
                  </a:lnTo>
                  <a:cubicBezTo>
                    <a:pt x="599361" y="401890"/>
                    <a:pt x="592889" y="406738"/>
                    <a:pt x="584893" y="4021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4855752" y="2612272"/>
              <a:ext cx="1403078" cy="900663"/>
            </a:xfrm>
            <a:custGeom>
              <a:rect b="b" l="l" r="r" t="t"/>
              <a:pathLst>
                <a:path extrusionOk="0" h="900663" w="1403078">
                  <a:moveTo>
                    <a:pt x="1388610" y="898735"/>
                  </a:moveTo>
                  <a:lnTo>
                    <a:pt x="14468" y="106749"/>
                  </a:lnTo>
                  <a:cubicBezTo>
                    <a:pt x="5520" y="100390"/>
                    <a:pt x="152" y="90152"/>
                    <a:pt x="0" y="79183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388610" y="794177"/>
                  </a:lnTo>
                  <a:cubicBezTo>
                    <a:pt x="1397557" y="800536"/>
                    <a:pt x="1402926" y="810773"/>
                    <a:pt x="1403078" y="821742"/>
                  </a:cubicBezTo>
                  <a:lnTo>
                    <a:pt x="1403078" y="888280"/>
                  </a:lnTo>
                  <a:cubicBezTo>
                    <a:pt x="1403078" y="898735"/>
                    <a:pt x="1396606" y="903678"/>
                    <a:pt x="1388610" y="898735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4860130" y="2805136"/>
              <a:ext cx="1263255" cy="786670"/>
            </a:xfrm>
            <a:custGeom>
              <a:rect b="b" l="l" r="r" t="t"/>
              <a:pathLst>
                <a:path extrusionOk="0" h="786670" w="1263255">
                  <a:moveTo>
                    <a:pt x="1248788" y="784956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248788" y="713381"/>
                  </a:lnTo>
                  <a:cubicBezTo>
                    <a:pt x="1257716" y="719807"/>
                    <a:pt x="1263075" y="730053"/>
                    <a:pt x="1263256" y="741042"/>
                  </a:cubicBezTo>
                  <a:lnTo>
                    <a:pt x="1263256" y="774025"/>
                  </a:lnTo>
                  <a:cubicBezTo>
                    <a:pt x="1263256" y="784671"/>
                    <a:pt x="1256783" y="78951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4860130" y="2930227"/>
              <a:ext cx="1263255" cy="786839"/>
            </a:xfrm>
            <a:custGeom>
              <a:rect b="b" l="l" r="r" t="t"/>
              <a:pathLst>
                <a:path extrusionOk="0" h="786839" w="1263255">
                  <a:moveTo>
                    <a:pt x="1248788" y="784956"/>
                  </a:moveTo>
                  <a:lnTo>
                    <a:pt x="14468" y="73290"/>
                  </a:lnTo>
                  <a:cubicBezTo>
                    <a:pt x="5540" y="66864"/>
                    <a:pt x="181" y="56617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4"/>
                  </a:cubicBezTo>
                  <a:lnTo>
                    <a:pt x="1248788" y="713856"/>
                  </a:lnTo>
                  <a:cubicBezTo>
                    <a:pt x="1257735" y="720215"/>
                    <a:pt x="1263104" y="730453"/>
                    <a:pt x="1263256" y="741422"/>
                  </a:cubicBezTo>
                  <a:lnTo>
                    <a:pt x="1263256" y="774405"/>
                  </a:lnTo>
                  <a:cubicBezTo>
                    <a:pt x="1263256" y="784671"/>
                    <a:pt x="1256783" y="78989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4860130" y="3055222"/>
              <a:ext cx="1034438" cy="654829"/>
            </a:xfrm>
            <a:custGeom>
              <a:rect b="b" l="l" r="r" t="t"/>
              <a:pathLst>
                <a:path extrusionOk="0" h="654829" w="1034438">
                  <a:moveTo>
                    <a:pt x="1019971" y="653117"/>
                  </a:moveTo>
                  <a:lnTo>
                    <a:pt x="14468" y="73290"/>
                  </a:lnTo>
                  <a:cubicBezTo>
                    <a:pt x="5540" y="66864"/>
                    <a:pt x="181" y="56618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019971" y="581542"/>
                  </a:lnTo>
                  <a:cubicBezTo>
                    <a:pt x="1028880" y="587929"/>
                    <a:pt x="1034248" y="598157"/>
                    <a:pt x="1034438" y="609107"/>
                  </a:cubicBezTo>
                  <a:lnTo>
                    <a:pt x="1034438" y="642091"/>
                  </a:lnTo>
                  <a:cubicBezTo>
                    <a:pt x="1034438" y="652832"/>
                    <a:pt x="1027871" y="657679"/>
                    <a:pt x="1019971" y="6531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4063456" y="1695343"/>
              <a:ext cx="283556" cy="477207"/>
            </a:xfrm>
            <a:custGeom>
              <a:rect b="b" l="l" r="r" t="t"/>
              <a:pathLst>
                <a:path extrusionOk="0" h="477207" w="283556">
                  <a:moveTo>
                    <a:pt x="269365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080" y="148519"/>
                  </a:lnTo>
                  <a:cubicBezTo>
                    <a:pt x="278027" y="154878"/>
                    <a:pt x="283395" y="165116"/>
                    <a:pt x="283547" y="176085"/>
                  </a:cubicBezTo>
                  <a:lnTo>
                    <a:pt x="283547" y="464573"/>
                  </a:lnTo>
                  <a:cubicBezTo>
                    <a:pt x="283833" y="475409"/>
                    <a:pt x="277360" y="480066"/>
                    <a:pt x="269365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4408015" y="1893817"/>
              <a:ext cx="284023" cy="477216"/>
            </a:xfrm>
            <a:custGeom>
              <a:rect b="b" l="l" r="r" t="t"/>
              <a:pathLst>
                <a:path extrusionOk="0" h="477216" w="284023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518"/>
                  </a:lnTo>
                  <a:cubicBezTo>
                    <a:pt x="278484" y="154943"/>
                    <a:pt x="283842" y="165190"/>
                    <a:pt x="284023" y="176178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4855752" y="1988490"/>
              <a:ext cx="1403078" cy="1286379"/>
            </a:xfrm>
            <a:custGeom>
              <a:rect b="b" l="l" r="r" t="t"/>
              <a:pathLst>
                <a:path extrusionOk="0" h="1286379" w="1403078">
                  <a:moveTo>
                    <a:pt x="1388610" y="1284884"/>
                  </a:moveTo>
                  <a:lnTo>
                    <a:pt x="14468" y="492137"/>
                  </a:lnTo>
                  <a:cubicBezTo>
                    <a:pt x="5520" y="485777"/>
                    <a:pt x="152" y="475540"/>
                    <a:pt x="0" y="464571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1388610" y="794027"/>
                  </a:lnTo>
                  <a:cubicBezTo>
                    <a:pt x="1397539" y="800452"/>
                    <a:pt x="1402897" y="810699"/>
                    <a:pt x="1403078" y="821687"/>
                  </a:cubicBezTo>
                  <a:lnTo>
                    <a:pt x="1403078" y="1273572"/>
                  </a:lnTo>
                  <a:cubicBezTo>
                    <a:pt x="1403078" y="1284218"/>
                    <a:pt x="1396606" y="1289066"/>
                    <a:pt x="1388610" y="1284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4846614" y="1414848"/>
              <a:ext cx="423274" cy="545612"/>
            </a:xfrm>
            <a:custGeom>
              <a:rect b="b" l="l" r="r" t="t"/>
              <a:pathLst>
                <a:path extrusionOk="0" h="545612" w="423274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cubicBezTo>
                    <a:pt x="328187" y="95947"/>
                    <a:pt x="423274" y="260295"/>
                    <a:pt x="423274" y="394795"/>
                  </a:cubicBezTo>
                  <a:cubicBezTo>
                    <a:pt x="423274" y="529296"/>
                    <a:pt x="328283" y="584142"/>
                    <a:pt x="211685" y="516844"/>
                  </a:cubicBezTo>
                  <a:close/>
                  <a:moveTo>
                    <a:pt x="211685" y="99274"/>
                  </a:move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cubicBezTo>
                    <a:pt x="362167" y="263811"/>
                    <a:pt x="294493" y="147561"/>
                    <a:pt x="211685" y="9927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4846614" y="1414848"/>
              <a:ext cx="423274" cy="545629"/>
            </a:xfrm>
            <a:custGeom>
              <a:rect b="b" l="l" r="r" t="t"/>
              <a:pathLst>
                <a:path extrusionOk="0" h="545629" w="423274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lnTo>
                    <a:pt x="211685" y="99274"/>
                  </a:ln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lnTo>
                    <a:pt x="423274" y="394795"/>
                  </a:lnTo>
                  <a:cubicBezTo>
                    <a:pt x="423179" y="529391"/>
                    <a:pt x="328283" y="584142"/>
                    <a:pt x="211685" y="5168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5340323" y="1699604"/>
              <a:ext cx="423179" cy="545654"/>
            </a:xfrm>
            <a:custGeom>
              <a:rect b="b" l="l" r="r" t="t"/>
              <a:pathLst>
                <a:path extrusionOk="0" h="545654" w="423179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cubicBezTo>
                    <a:pt x="327997" y="96066"/>
                    <a:pt x="423179" y="260224"/>
                    <a:pt x="423179" y="394820"/>
                  </a:cubicBezTo>
                  <a:cubicBezTo>
                    <a:pt x="423179" y="529416"/>
                    <a:pt x="328283" y="584167"/>
                    <a:pt x="211589" y="516869"/>
                  </a:cubicBezTo>
                  <a:close/>
                  <a:moveTo>
                    <a:pt x="211589" y="99298"/>
                  </a:move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94588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89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5340323" y="1699604"/>
              <a:ext cx="332185" cy="545952"/>
            </a:xfrm>
            <a:custGeom>
              <a:rect b="b" l="l" r="r" t="t"/>
              <a:pathLst>
                <a:path extrusionOk="0" h="545952" w="332185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lnTo>
                    <a:pt x="211589" y="99298"/>
                  </a:ln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42429" y="464114"/>
                    <a:pt x="272030" y="470483"/>
                    <a:pt x="297253" y="465350"/>
                  </a:cubicBezTo>
                  <a:lnTo>
                    <a:pt x="332185" y="543389"/>
                  </a:lnTo>
                  <a:cubicBezTo>
                    <a:pt x="296682" y="550898"/>
                    <a:pt x="254993" y="541868"/>
                    <a:pt x="211589" y="5168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5834032" y="1984194"/>
              <a:ext cx="423559" cy="545654"/>
            </a:xfrm>
            <a:custGeom>
              <a:rect b="b" l="l" r="r" t="t"/>
              <a:pathLst>
                <a:path extrusionOk="0" h="545654" w="423559">
                  <a:moveTo>
                    <a:pt x="211590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7"/>
                    <a:pt x="95182" y="-38529"/>
                    <a:pt x="211590" y="28769"/>
                  </a:cubicBezTo>
                  <a:cubicBezTo>
                    <a:pt x="327997" y="96066"/>
                    <a:pt x="423560" y="260224"/>
                    <a:pt x="423560" y="394820"/>
                  </a:cubicBezTo>
                  <a:cubicBezTo>
                    <a:pt x="423560" y="529416"/>
                    <a:pt x="328378" y="584167"/>
                    <a:pt x="211590" y="516869"/>
                  </a:cubicBezTo>
                  <a:close/>
                  <a:moveTo>
                    <a:pt x="211590" y="99298"/>
                  </a:moveTo>
                  <a:cubicBezTo>
                    <a:pt x="128686" y="51772"/>
                    <a:pt x="61107" y="90363"/>
                    <a:pt x="61107" y="186082"/>
                  </a:cubicBezTo>
                  <a:cubicBezTo>
                    <a:pt x="61107" y="281801"/>
                    <a:pt x="128686" y="398432"/>
                    <a:pt x="211590" y="446339"/>
                  </a:cubicBezTo>
                  <a:cubicBezTo>
                    <a:pt x="294493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90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5834032" y="1984177"/>
              <a:ext cx="211589" cy="286951"/>
            </a:xfrm>
            <a:custGeom>
              <a:rect b="b" l="l" r="r" t="t"/>
              <a:pathLst>
                <a:path extrusionOk="0" h="286951" w="211589">
                  <a:moveTo>
                    <a:pt x="27412" y="286951"/>
                  </a:moveTo>
                  <a:cubicBezTo>
                    <a:pt x="10194" y="243588"/>
                    <a:pt x="904" y="197477"/>
                    <a:pt x="0" y="150835"/>
                  </a:cubicBezTo>
                  <a:cubicBezTo>
                    <a:pt x="0" y="16239"/>
                    <a:pt x="95182" y="-38512"/>
                    <a:pt x="211590" y="28786"/>
                  </a:cubicBezTo>
                  <a:lnTo>
                    <a:pt x="211590" y="99315"/>
                  </a:lnTo>
                  <a:cubicBezTo>
                    <a:pt x="128686" y="51789"/>
                    <a:pt x="61107" y="90380"/>
                    <a:pt x="61107" y="186099"/>
                  </a:cubicBezTo>
                  <a:cubicBezTo>
                    <a:pt x="61830" y="219254"/>
                    <a:pt x="68540" y="252000"/>
                    <a:pt x="80905" y="2827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5029839" y="4705642"/>
              <a:ext cx="429841" cy="247899"/>
            </a:xfrm>
            <a:custGeom>
              <a:rect b="b" l="l" r="r" t="t"/>
              <a:pathLst>
                <a:path extrusionOk="0" h="247899" w="429841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4" y="247900"/>
                    <a:pt x="0" y="192406"/>
                    <a:pt x="0" y="123950"/>
                  </a:cubicBezTo>
                  <a:cubicBezTo>
                    <a:pt x="0" y="55494"/>
                    <a:pt x="96224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2757750" y="4754499"/>
              <a:ext cx="429841" cy="247899"/>
            </a:xfrm>
            <a:custGeom>
              <a:rect b="b" l="l" r="r" t="t"/>
              <a:pathLst>
                <a:path extrusionOk="0" h="247899" w="429841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2012475" y="3630110"/>
              <a:ext cx="429841" cy="247899"/>
            </a:xfrm>
            <a:custGeom>
              <a:rect b="b" l="l" r="r" t="t"/>
              <a:pathLst>
                <a:path extrusionOk="0" h="247899" w="429841">
                  <a:moveTo>
                    <a:pt x="429842" y="123950"/>
                  </a:moveTo>
                  <a:cubicBezTo>
                    <a:pt x="429842" y="192406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5244274" y="4799933"/>
              <a:ext cx="116580" cy="90224"/>
            </a:xfrm>
            <a:custGeom>
              <a:rect b="b" l="l" r="r" t="t"/>
              <a:pathLst>
                <a:path extrusionOk="0" h="90224" w="116580">
                  <a:moveTo>
                    <a:pt x="107376" y="2"/>
                  </a:moveTo>
                  <a:cubicBezTo>
                    <a:pt x="93384" y="11314"/>
                    <a:pt x="72729" y="953"/>
                    <a:pt x="71682" y="1998"/>
                  </a:cubicBezTo>
                  <a:cubicBezTo>
                    <a:pt x="55302" y="17235"/>
                    <a:pt x="38074" y="31550"/>
                    <a:pt x="20094" y="44868"/>
                  </a:cubicBezTo>
                  <a:cubicBezTo>
                    <a:pt x="11432" y="51711"/>
                    <a:pt x="-2179" y="60932"/>
                    <a:pt x="296" y="74049"/>
                  </a:cubicBezTo>
                  <a:cubicBezTo>
                    <a:pt x="4674" y="97622"/>
                    <a:pt x="42366" y="90398"/>
                    <a:pt x="56644" y="83554"/>
                  </a:cubicBezTo>
                  <a:cubicBezTo>
                    <a:pt x="70921" y="76711"/>
                    <a:pt x="82438" y="64544"/>
                    <a:pt x="95954" y="56084"/>
                  </a:cubicBezTo>
                  <a:cubicBezTo>
                    <a:pt x="105472" y="50095"/>
                    <a:pt x="114990" y="47054"/>
                    <a:pt x="116513" y="34887"/>
                  </a:cubicBezTo>
                  <a:cubicBezTo>
                    <a:pt x="117370" y="27187"/>
                    <a:pt x="109850" y="-283"/>
                    <a:pt x="10737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5244760" y="4829592"/>
              <a:ext cx="116051" cy="60483"/>
            </a:xfrm>
            <a:custGeom>
              <a:rect b="b" l="l" r="r" t="t"/>
              <a:pathLst>
                <a:path extrusionOk="0" h="60483" w="116051">
                  <a:moveTo>
                    <a:pt x="115837" y="0"/>
                  </a:moveTo>
                  <a:cubicBezTo>
                    <a:pt x="113933" y="11597"/>
                    <a:pt x="104605" y="14828"/>
                    <a:pt x="95087" y="20722"/>
                  </a:cubicBezTo>
                  <a:cubicBezTo>
                    <a:pt x="81381" y="29182"/>
                    <a:pt x="69388" y="41443"/>
                    <a:pt x="55110" y="48572"/>
                  </a:cubicBezTo>
                  <a:cubicBezTo>
                    <a:pt x="40833" y="55701"/>
                    <a:pt x="9233" y="61880"/>
                    <a:pt x="0" y="45055"/>
                  </a:cubicBezTo>
                  <a:cubicBezTo>
                    <a:pt x="5045" y="67773"/>
                    <a:pt x="42071" y="60644"/>
                    <a:pt x="56157" y="53515"/>
                  </a:cubicBezTo>
                  <a:cubicBezTo>
                    <a:pt x="70244" y="46386"/>
                    <a:pt x="81952" y="34505"/>
                    <a:pt x="95468" y="26045"/>
                  </a:cubicBezTo>
                  <a:cubicBezTo>
                    <a:pt x="104986" y="20056"/>
                    <a:pt x="114504" y="17015"/>
                    <a:pt x="116027" y="4848"/>
                  </a:cubicBezTo>
                  <a:cubicBezTo>
                    <a:pt x="116093" y="3232"/>
                    <a:pt x="116027" y="1606"/>
                    <a:pt x="11583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5124630" y="4754816"/>
              <a:ext cx="116569" cy="86887"/>
            </a:xfrm>
            <a:custGeom>
              <a:rect b="b" l="l" r="r" t="t"/>
              <a:pathLst>
                <a:path extrusionOk="0" h="86887" w="116569">
                  <a:moveTo>
                    <a:pt x="105663" y="63"/>
                  </a:moveTo>
                  <a:cubicBezTo>
                    <a:pt x="91671" y="11470"/>
                    <a:pt x="67590" y="-982"/>
                    <a:pt x="66162" y="63"/>
                  </a:cubicBezTo>
                  <a:cubicBezTo>
                    <a:pt x="51656" y="14825"/>
                    <a:pt x="36275" y="28693"/>
                    <a:pt x="20094" y="41602"/>
                  </a:cubicBezTo>
                  <a:cubicBezTo>
                    <a:pt x="11432" y="48446"/>
                    <a:pt x="-2179" y="57666"/>
                    <a:pt x="296" y="70783"/>
                  </a:cubicBezTo>
                  <a:cubicBezTo>
                    <a:pt x="4674" y="94261"/>
                    <a:pt x="42367" y="87037"/>
                    <a:pt x="56644" y="80288"/>
                  </a:cubicBezTo>
                  <a:cubicBezTo>
                    <a:pt x="70921" y="73540"/>
                    <a:pt x="82438" y="61278"/>
                    <a:pt x="95954" y="52818"/>
                  </a:cubicBezTo>
                  <a:cubicBezTo>
                    <a:pt x="105472" y="46830"/>
                    <a:pt x="114990" y="43313"/>
                    <a:pt x="116513" y="31621"/>
                  </a:cubicBezTo>
                  <a:cubicBezTo>
                    <a:pt x="117370" y="23922"/>
                    <a:pt x="108137" y="-222"/>
                    <a:pt x="105663" y="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5124926" y="4782825"/>
              <a:ext cx="116097" cy="60673"/>
            </a:xfrm>
            <a:custGeom>
              <a:rect b="b" l="l" r="r" t="t"/>
              <a:pathLst>
                <a:path extrusionOk="0" h="60673" w="116097">
                  <a:moveTo>
                    <a:pt x="115741" y="0"/>
                  </a:moveTo>
                  <a:cubicBezTo>
                    <a:pt x="114218" y="11407"/>
                    <a:pt x="104700" y="14828"/>
                    <a:pt x="95182" y="20912"/>
                  </a:cubicBezTo>
                  <a:cubicBezTo>
                    <a:pt x="81476" y="29372"/>
                    <a:pt x="69388" y="41634"/>
                    <a:pt x="55205" y="48858"/>
                  </a:cubicBezTo>
                  <a:cubicBezTo>
                    <a:pt x="41023" y="56082"/>
                    <a:pt x="9233" y="62070"/>
                    <a:pt x="0" y="45246"/>
                  </a:cubicBezTo>
                  <a:cubicBezTo>
                    <a:pt x="5045" y="67964"/>
                    <a:pt x="42071" y="60835"/>
                    <a:pt x="56157" y="53706"/>
                  </a:cubicBezTo>
                  <a:cubicBezTo>
                    <a:pt x="70244" y="46577"/>
                    <a:pt x="82047" y="34695"/>
                    <a:pt x="95468" y="26235"/>
                  </a:cubicBezTo>
                  <a:cubicBezTo>
                    <a:pt x="104986" y="20246"/>
                    <a:pt x="114504" y="16730"/>
                    <a:pt x="116027" y="5133"/>
                  </a:cubicBezTo>
                  <a:cubicBezTo>
                    <a:pt x="116179" y="3413"/>
                    <a:pt x="116084" y="1692"/>
                    <a:pt x="11574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5154433" y="4234936"/>
              <a:ext cx="200389" cy="574156"/>
            </a:xfrm>
            <a:custGeom>
              <a:rect b="b" l="l" r="r" t="t"/>
              <a:pathLst>
                <a:path extrusionOk="0" h="574156" w="200389">
                  <a:moveTo>
                    <a:pt x="197978" y="49713"/>
                  </a:moveTo>
                  <a:cubicBezTo>
                    <a:pt x="197312" y="70815"/>
                    <a:pt x="190745" y="162447"/>
                    <a:pt x="187794" y="211304"/>
                  </a:cubicBezTo>
                  <a:cubicBezTo>
                    <a:pt x="184843" y="260162"/>
                    <a:pt x="184177" y="319285"/>
                    <a:pt x="184177" y="319285"/>
                  </a:cubicBezTo>
                  <a:cubicBezTo>
                    <a:pt x="184177" y="319285"/>
                    <a:pt x="192553" y="354645"/>
                    <a:pt x="197978" y="396183"/>
                  </a:cubicBezTo>
                  <a:cubicBezTo>
                    <a:pt x="203404" y="437722"/>
                    <a:pt x="197978" y="568896"/>
                    <a:pt x="197978" y="568896"/>
                  </a:cubicBezTo>
                  <a:cubicBezTo>
                    <a:pt x="187080" y="575911"/>
                    <a:pt x="173088" y="575911"/>
                    <a:pt x="162190" y="568896"/>
                  </a:cubicBezTo>
                  <a:cubicBezTo>
                    <a:pt x="162190" y="568896"/>
                    <a:pt x="139822" y="464337"/>
                    <a:pt x="129448" y="416810"/>
                  </a:cubicBezTo>
                  <a:cubicBezTo>
                    <a:pt x="119073" y="369283"/>
                    <a:pt x="117359" y="342193"/>
                    <a:pt x="111934" y="312916"/>
                  </a:cubicBezTo>
                  <a:cubicBezTo>
                    <a:pt x="105462" y="277462"/>
                    <a:pt x="91375" y="111973"/>
                    <a:pt x="91375" y="111973"/>
                  </a:cubicBezTo>
                  <a:lnTo>
                    <a:pt x="85759" y="111973"/>
                  </a:lnTo>
                  <a:lnTo>
                    <a:pt x="70815" y="298753"/>
                  </a:lnTo>
                  <a:cubicBezTo>
                    <a:pt x="75479" y="312508"/>
                    <a:pt x="78668" y="326718"/>
                    <a:pt x="80334" y="341147"/>
                  </a:cubicBezTo>
                  <a:cubicBezTo>
                    <a:pt x="84426" y="371660"/>
                    <a:pt x="76050" y="524696"/>
                    <a:pt x="76050" y="524696"/>
                  </a:cubicBezTo>
                  <a:cubicBezTo>
                    <a:pt x="63896" y="531473"/>
                    <a:pt x="48952" y="530846"/>
                    <a:pt x="37406" y="523080"/>
                  </a:cubicBezTo>
                  <a:cubicBezTo>
                    <a:pt x="37406" y="523080"/>
                    <a:pt x="0" y="320331"/>
                    <a:pt x="0" y="289533"/>
                  </a:cubicBezTo>
                  <a:cubicBezTo>
                    <a:pt x="0" y="269097"/>
                    <a:pt x="3522" y="0"/>
                    <a:pt x="3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5199628" y="3876679"/>
              <a:ext cx="128464" cy="124722"/>
            </a:xfrm>
            <a:custGeom>
              <a:rect b="b" l="l" r="r" t="t"/>
              <a:pathLst>
                <a:path extrusionOk="0" h="124722" w="128464">
                  <a:moveTo>
                    <a:pt x="102147" y="0"/>
                  </a:moveTo>
                  <a:cubicBezTo>
                    <a:pt x="102147" y="0"/>
                    <a:pt x="99767" y="46006"/>
                    <a:pt x="100814" y="50093"/>
                  </a:cubicBezTo>
                  <a:cubicBezTo>
                    <a:pt x="101861" y="54181"/>
                    <a:pt x="121945" y="67678"/>
                    <a:pt x="127846" y="72431"/>
                  </a:cubicBezTo>
                  <a:cubicBezTo>
                    <a:pt x="133747" y="77183"/>
                    <a:pt x="95960" y="114445"/>
                    <a:pt x="77590" y="122904"/>
                  </a:cubicBezTo>
                  <a:cubicBezTo>
                    <a:pt x="59220" y="131364"/>
                    <a:pt x="1444" y="109122"/>
                    <a:pt x="112" y="80606"/>
                  </a:cubicBezTo>
                  <a:cubicBezTo>
                    <a:pt x="-1221" y="52089"/>
                    <a:pt x="9630" y="28136"/>
                    <a:pt x="19148" y="26900"/>
                  </a:cubicBezTo>
                  <a:cubicBezTo>
                    <a:pt x="28666" y="25665"/>
                    <a:pt x="102147" y="0"/>
                    <a:pt x="10214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2"/>
            <p:cNvSpPr/>
            <p:nvPr/>
          </p:nvSpPr>
          <p:spPr>
            <a:xfrm>
              <a:off x="4996526" y="3906336"/>
              <a:ext cx="182485" cy="357686"/>
            </a:xfrm>
            <a:custGeom>
              <a:rect b="b" l="l" r="r" t="t"/>
              <a:pathLst>
                <a:path extrusionOk="0" h="357686" w="182485">
                  <a:moveTo>
                    <a:pt x="179037" y="55702"/>
                  </a:moveTo>
                  <a:cubicBezTo>
                    <a:pt x="176277" y="35455"/>
                    <a:pt x="189697" y="16159"/>
                    <a:pt x="176752" y="0"/>
                  </a:cubicBezTo>
                  <a:cubicBezTo>
                    <a:pt x="131255" y="44485"/>
                    <a:pt x="136966" y="162352"/>
                    <a:pt x="126687" y="237634"/>
                  </a:cubicBezTo>
                  <a:cubicBezTo>
                    <a:pt x="92897" y="272899"/>
                    <a:pt x="25032" y="307594"/>
                    <a:pt x="5901" y="316243"/>
                  </a:cubicBezTo>
                  <a:cubicBezTo>
                    <a:pt x="2379" y="317764"/>
                    <a:pt x="-572" y="319475"/>
                    <a:pt x="95" y="323182"/>
                  </a:cubicBezTo>
                  <a:cubicBezTo>
                    <a:pt x="2665" y="335739"/>
                    <a:pt x="8061" y="347535"/>
                    <a:pt x="15895" y="357687"/>
                  </a:cubicBezTo>
                  <a:cubicBezTo>
                    <a:pt x="60821" y="338676"/>
                    <a:pt x="93183" y="327270"/>
                    <a:pt x="149150" y="274040"/>
                  </a:cubicBezTo>
                  <a:cubicBezTo>
                    <a:pt x="154509" y="268175"/>
                    <a:pt x="159287" y="261806"/>
                    <a:pt x="163427" y="255029"/>
                  </a:cubicBezTo>
                  <a:cubicBezTo>
                    <a:pt x="179608" y="207502"/>
                    <a:pt x="183605" y="90776"/>
                    <a:pt x="179037" y="5570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2"/>
            <p:cNvSpPr/>
            <p:nvPr/>
          </p:nvSpPr>
          <p:spPr>
            <a:xfrm>
              <a:off x="5154414" y="3894094"/>
              <a:ext cx="208226" cy="419055"/>
            </a:xfrm>
            <a:custGeom>
              <a:rect b="b" l="l" r="r" t="t"/>
              <a:pathLst>
                <a:path extrusionOk="0" h="419055" w="208226">
                  <a:moveTo>
                    <a:pt x="152500" y="40568"/>
                  </a:moveTo>
                  <a:cubicBezTo>
                    <a:pt x="152500" y="40568"/>
                    <a:pt x="119091" y="90376"/>
                    <a:pt x="72357" y="95033"/>
                  </a:cubicBezTo>
                  <a:cubicBezTo>
                    <a:pt x="57699" y="80585"/>
                    <a:pt x="56366" y="29066"/>
                    <a:pt x="76736" y="12527"/>
                  </a:cubicBezTo>
                  <a:cubicBezTo>
                    <a:pt x="76736" y="12527"/>
                    <a:pt x="57699" y="-2491"/>
                    <a:pt x="45135" y="360"/>
                  </a:cubicBezTo>
                  <a:cubicBezTo>
                    <a:pt x="31448" y="8744"/>
                    <a:pt x="21301" y="21823"/>
                    <a:pt x="16580" y="37146"/>
                  </a:cubicBezTo>
                  <a:cubicBezTo>
                    <a:pt x="4702" y="71346"/>
                    <a:pt x="-885" y="107419"/>
                    <a:pt x="114" y="143606"/>
                  </a:cubicBezTo>
                  <a:cubicBezTo>
                    <a:pt x="875" y="192463"/>
                    <a:pt x="114" y="341698"/>
                    <a:pt x="114" y="341698"/>
                  </a:cubicBezTo>
                  <a:cubicBezTo>
                    <a:pt x="114" y="341698"/>
                    <a:pt x="6681" y="373256"/>
                    <a:pt x="48942" y="396734"/>
                  </a:cubicBezTo>
                  <a:cubicBezTo>
                    <a:pt x="91203" y="420212"/>
                    <a:pt x="122423" y="422493"/>
                    <a:pt x="151073" y="415745"/>
                  </a:cubicBezTo>
                  <a:cubicBezTo>
                    <a:pt x="174678" y="410231"/>
                    <a:pt x="194190" y="401866"/>
                    <a:pt x="202376" y="384757"/>
                  </a:cubicBezTo>
                  <a:cubicBezTo>
                    <a:pt x="200282" y="350538"/>
                    <a:pt x="184957" y="261187"/>
                    <a:pt x="190668" y="218223"/>
                  </a:cubicBezTo>
                  <a:cubicBezTo>
                    <a:pt x="196379" y="175259"/>
                    <a:pt x="205517" y="143036"/>
                    <a:pt x="207801" y="108246"/>
                  </a:cubicBezTo>
                  <a:cubicBezTo>
                    <a:pt x="210086" y="73456"/>
                    <a:pt x="203233" y="74122"/>
                    <a:pt x="185814" y="61765"/>
                  </a:cubicBezTo>
                  <a:cubicBezTo>
                    <a:pt x="175239" y="53904"/>
                    <a:pt x="164103" y="46813"/>
                    <a:pt x="152500" y="4056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5194395" y="3747198"/>
              <a:ext cx="138431" cy="168252"/>
            </a:xfrm>
            <a:custGeom>
              <a:rect b="b" l="l" r="r" t="t"/>
              <a:pathLst>
                <a:path extrusionOk="0" h="168252" w="138431">
                  <a:moveTo>
                    <a:pt x="3060" y="60853"/>
                  </a:moveTo>
                  <a:lnTo>
                    <a:pt x="3060" y="60853"/>
                  </a:lnTo>
                  <a:cubicBezTo>
                    <a:pt x="8581" y="25112"/>
                    <a:pt x="34375" y="-1978"/>
                    <a:pt x="71211" y="113"/>
                  </a:cubicBezTo>
                  <a:cubicBezTo>
                    <a:pt x="110416" y="2252"/>
                    <a:pt x="140465" y="35740"/>
                    <a:pt x="138324" y="74892"/>
                  </a:cubicBezTo>
                  <a:cubicBezTo>
                    <a:pt x="138314" y="74930"/>
                    <a:pt x="138314" y="74978"/>
                    <a:pt x="138314" y="75016"/>
                  </a:cubicBezTo>
                  <a:cubicBezTo>
                    <a:pt x="137105" y="96983"/>
                    <a:pt x="125655" y="117105"/>
                    <a:pt x="107380" y="129386"/>
                  </a:cubicBezTo>
                  <a:cubicBezTo>
                    <a:pt x="106057" y="134804"/>
                    <a:pt x="104144" y="140071"/>
                    <a:pt x="101669" y="145070"/>
                  </a:cubicBezTo>
                  <a:cubicBezTo>
                    <a:pt x="88629" y="160279"/>
                    <a:pt x="49128" y="169689"/>
                    <a:pt x="37802" y="168073"/>
                  </a:cubicBezTo>
                  <a:cubicBezTo>
                    <a:pt x="23981" y="166847"/>
                    <a:pt x="12322" y="157313"/>
                    <a:pt x="8391" y="144025"/>
                  </a:cubicBezTo>
                  <a:cubicBezTo>
                    <a:pt x="-3793" y="115984"/>
                    <a:pt x="15" y="78533"/>
                    <a:pt x="3060" y="6085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5199668" y="3732408"/>
              <a:ext cx="146095" cy="144175"/>
            </a:xfrm>
            <a:custGeom>
              <a:rect b="b" l="l" r="r" t="t"/>
              <a:pathLst>
                <a:path extrusionOk="0" h="144175" w="146095">
                  <a:moveTo>
                    <a:pt x="102106" y="144176"/>
                  </a:moveTo>
                  <a:lnTo>
                    <a:pt x="102106" y="144176"/>
                  </a:lnTo>
                  <a:lnTo>
                    <a:pt x="98680" y="113093"/>
                  </a:lnTo>
                  <a:cubicBezTo>
                    <a:pt x="98680" y="113093"/>
                    <a:pt x="124189" y="47126"/>
                    <a:pt x="63939" y="59768"/>
                  </a:cubicBezTo>
                  <a:cubicBezTo>
                    <a:pt x="24152" y="68133"/>
                    <a:pt x="14158" y="71745"/>
                    <a:pt x="2070" y="45130"/>
                  </a:cubicBezTo>
                  <a:cubicBezTo>
                    <a:pt x="-10018" y="18515"/>
                    <a:pt x="32624" y="-5534"/>
                    <a:pt x="83355" y="1120"/>
                  </a:cubicBezTo>
                  <a:cubicBezTo>
                    <a:pt x="119563" y="4913"/>
                    <a:pt x="146823" y="35777"/>
                    <a:pt x="146081" y="72125"/>
                  </a:cubicBezTo>
                  <a:cubicBezTo>
                    <a:pt x="144748" y="91706"/>
                    <a:pt x="139513" y="131439"/>
                    <a:pt x="102106" y="14417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5186268" y="3976961"/>
              <a:ext cx="186859" cy="320520"/>
            </a:xfrm>
            <a:custGeom>
              <a:rect b="b" l="l" r="r" t="t"/>
              <a:pathLst>
                <a:path extrusionOk="0" h="320520" w="186859">
                  <a:moveTo>
                    <a:pt x="186131" y="4943"/>
                  </a:moveTo>
                  <a:cubicBezTo>
                    <a:pt x="168713" y="0"/>
                    <a:pt x="182039" y="4088"/>
                    <a:pt x="168713" y="0"/>
                  </a:cubicBezTo>
                  <a:cubicBezTo>
                    <a:pt x="123216" y="44485"/>
                    <a:pt x="128832" y="120813"/>
                    <a:pt x="118552" y="196286"/>
                  </a:cubicBezTo>
                  <a:cubicBezTo>
                    <a:pt x="93424" y="237729"/>
                    <a:pt x="241" y="293906"/>
                    <a:pt x="241" y="293906"/>
                  </a:cubicBezTo>
                  <a:cubicBezTo>
                    <a:pt x="-901" y="301986"/>
                    <a:pt x="1859" y="304362"/>
                    <a:pt x="11948" y="320521"/>
                  </a:cubicBezTo>
                  <a:cubicBezTo>
                    <a:pt x="63842" y="300693"/>
                    <a:pt x="111042" y="270295"/>
                    <a:pt x="150533" y="231266"/>
                  </a:cubicBezTo>
                  <a:cubicBezTo>
                    <a:pt x="152818" y="229174"/>
                    <a:pt x="156054" y="228604"/>
                    <a:pt x="157006" y="225752"/>
                  </a:cubicBezTo>
                  <a:cubicBezTo>
                    <a:pt x="172901" y="177655"/>
                    <a:pt x="190700" y="40018"/>
                    <a:pt x="186131" y="494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4957596" y="4074866"/>
              <a:ext cx="216348" cy="290578"/>
            </a:xfrm>
            <a:custGeom>
              <a:rect b="b" l="l" r="r" t="t"/>
              <a:pathLst>
                <a:path extrusionOk="0" h="290578" w="216348">
                  <a:moveTo>
                    <a:pt x="0" y="0"/>
                  </a:moveTo>
                  <a:lnTo>
                    <a:pt x="67770" y="231360"/>
                  </a:lnTo>
                  <a:lnTo>
                    <a:pt x="216349" y="290579"/>
                  </a:lnTo>
                  <a:lnTo>
                    <a:pt x="162190" y="65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5101717" y="4257084"/>
              <a:ext cx="109578" cy="53390"/>
            </a:xfrm>
            <a:custGeom>
              <a:rect b="b" l="l" r="r" t="t"/>
              <a:pathLst>
                <a:path extrusionOk="0" h="53390" w="109578">
                  <a:moveTo>
                    <a:pt x="108112" y="15494"/>
                  </a:moveTo>
                  <a:cubicBezTo>
                    <a:pt x="105923" y="7604"/>
                    <a:pt x="100212" y="9505"/>
                    <a:pt x="93739" y="11502"/>
                  </a:cubicBezTo>
                  <a:cubicBezTo>
                    <a:pt x="86772" y="14353"/>
                    <a:pt x="79100" y="15019"/>
                    <a:pt x="71752" y="13403"/>
                  </a:cubicBezTo>
                  <a:cubicBezTo>
                    <a:pt x="66003" y="10627"/>
                    <a:pt x="60683" y="7043"/>
                    <a:pt x="55952" y="2757"/>
                  </a:cubicBezTo>
                  <a:cubicBezTo>
                    <a:pt x="53077" y="1017"/>
                    <a:pt x="49794" y="67"/>
                    <a:pt x="46434" y="0"/>
                  </a:cubicBezTo>
                  <a:cubicBezTo>
                    <a:pt x="46434" y="1996"/>
                    <a:pt x="49860" y="13688"/>
                    <a:pt x="49860" y="13688"/>
                  </a:cubicBezTo>
                  <a:cubicBezTo>
                    <a:pt x="49860" y="13688"/>
                    <a:pt x="17308" y="13688"/>
                    <a:pt x="13977" y="13688"/>
                  </a:cubicBezTo>
                  <a:cubicBezTo>
                    <a:pt x="11045" y="13070"/>
                    <a:pt x="8171" y="14952"/>
                    <a:pt x="7552" y="17880"/>
                  </a:cubicBezTo>
                  <a:cubicBezTo>
                    <a:pt x="7200" y="19572"/>
                    <a:pt x="7676" y="21339"/>
                    <a:pt x="8837" y="22623"/>
                  </a:cubicBezTo>
                  <a:cubicBezTo>
                    <a:pt x="8104" y="22680"/>
                    <a:pt x="7381" y="22680"/>
                    <a:pt x="6648" y="22623"/>
                  </a:cubicBezTo>
                  <a:cubicBezTo>
                    <a:pt x="-15" y="21102"/>
                    <a:pt x="-2870" y="31368"/>
                    <a:pt x="3792" y="32889"/>
                  </a:cubicBezTo>
                  <a:cubicBezTo>
                    <a:pt x="5582" y="33231"/>
                    <a:pt x="7399" y="33487"/>
                    <a:pt x="9218" y="33649"/>
                  </a:cubicBezTo>
                  <a:cubicBezTo>
                    <a:pt x="4839" y="35360"/>
                    <a:pt x="3792" y="42584"/>
                    <a:pt x="9218" y="43154"/>
                  </a:cubicBezTo>
                  <a:lnTo>
                    <a:pt x="10836" y="43154"/>
                  </a:lnTo>
                  <a:cubicBezTo>
                    <a:pt x="11645" y="43373"/>
                    <a:pt x="12501" y="43373"/>
                    <a:pt x="13310" y="43154"/>
                  </a:cubicBezTo>
                  <a:lnTo>
                    <a:pt x="14262" y="43154"/>
                  </a:lnTo>
                  <a:cubicBezTo>
                    <a:pt x="13701" y="46358"/>
                    <a:pt x="15852" y="49418"/>
                    <a:pt x="19059" y="49970"/>
                  </a:cubicBezTo>
                  <a:cubicBezTo>
                    <a:pt x="19107" y="49979"/>
                    <a:pt x="19164" y="49989"/>
                    <a:pt x="19212" y="49998"/>
                  </a:cubicBezTo>
                  <a:cubicBezTo>
                    <a:pt x="35107" y="52089"/>
                    <a:pt x="58522" y="58458"/>
                    <a:pt x="72894" y="45341"/>
                  </a:cubicBezTo>
                  <a:cubicBezTo>
                    <a:pt x="82774" y="44295"/>
                    <a:pt x="92416" y="41662"/>
                    <a:pt x="101449" y="37546"/>
                  </a:cubicBezTo>
                  <a:cubicBezTo>
                    <a:pt x="110491" y="33839"/>
                    <a:pt x="110777" y="24904"/>
                    <a:pt x="108112" y="1549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4984781" y="4223327"/>
              <a:ext cx="67863" cy="55821"/>
            </a:xfrm>
            <a:custGeom>
              <a:rect b="b" l="l" r="r" t="t"/>
              <a:pathLst>
                <a:path extrusionOk="0" h="55821" w="67863">
                  <a:moveTo>
                    <a:pt x="62477" y="30335"/>
                  </a:moveTo>
                  <a:lnTo>
                    <a:pt x="60192" y="30335"/>
                  </a:lnTo>
                  <a:cubicBezTo>
                    <a:pt x="62420" y="28253"/>
                    <a:pt x="62534" y="24764"/>
                    <a:pt x="60459" y="22540"/>
                  </a:cubicBezTo>
                  <a:cubicBezTo>
                    <a:pt x="59564" y="21590"/>
                    <a:pt x="58355" y="20981"/>
                    <a:pt x="57051" y="20829"/>
                  </a:cubicBezTo>
                  <a:cubicBezTo>
                    <a:pt x="53720" y="20829"/>
                    <a:pt x="20216" y="13890"/>
                    <a:pt x="20216" y="13890"/>
                  </a:cubicBezTo>
                  <a:lnTo>
                    <a:pt x="16123" y="108"/>
                  </a:lnTo>
                  <a:cubicBezTo>
                    <a:pt x="16123" y="-653"/>
                    <a:pt x="10317" y="2864"/>
                    <a:pt x="10127" y="2959"/>
                  </a:cubicBezTo>
                  <a:cubicBezTo>
                    <a:pt x="4406" y="6723"/>
                    <a:pt x="694" y="12873"/>
                    <a:pt x="37" y="19689"/>
                  </a:cubicBezTo>
                  <a:cubicBezTo>
                    <a:pt x="-400" y="29232"/>
                    <a:pt x="3035" y="38557"/>
                    <a:pt x="9555" y="45543"/>
                  </a:cubicBezTo>
                  <a:cubicBezTo>
                    <a:pt x="15638" y="51503"/>
                    <a:pt x="23785" y="54906"/>
                    <a:pt x="32304" y="55049"/>
                  </a:cubicBezTo>
                  <a:cubicBezTo>
                    <a:pt x="36302" y="55049"/>
                    <a:pt x="40204" y="55049"/>
                    <a:pt x="43726" y="55809"/>
                  </a:cubicBezTo>
                  <a:cubicBezTo>
                    <a:pt x="46981" y="56018"/>
                    <a:pt x="49789" y="53556"/>
                    <a:pt x="49998" y="50305"/>
                  </a:cubicBezTo>
                  <a:cubicBezTo>
                    <a:pt x="49998" y="50210"/>
                    <a:pt x="50008" y="50106"/>
                    <a:pt x="50008" y="50011"/>
                  </a:cubicBezTo>
                  <a:lnTo>
                    <a:pt x="51055" y="50011"/>
                  </a:lnTo>
                  <a:cubicBezTo>
                    <a:pt x="51835" y="50201"/>
                    <a:pt x="52654" y="50201"/>
                    <a:pt x="53435" y="50011"/>
                  </a:cubicBezTo>
                  <a:lnTo>
                    <a:pt x="55148" y="50011"/>
                  </a:lnTo>
                  <a:cubicBezTo>
                    <a:pt x="60859" y="50011"/>
                    <a:pt x="61334" y="42977"/>
                    <a:pt x="57432" y="40505"/>
                  </a:cubicBezTo>
                  <a:cubicBezTo>
                    <a:pt x="59240" y="40505"/>
                    <a:pt x="61049" y="40505"/>
                    <a:pt x="62953" y="40505"/>
                  </a:cubicBezTo>
                  <a:cubicBezTo>
                    <a:pt x="69901" y="40885"/>
                    <a:pt x="69234" y="30239"/>
                    <a:pt x="62477" y="3033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5132255" y="3894454"/>
              <a:ext cx="67293" cy="97715"/>
            </a:xfrm>
            <a:custGeom>
              <a:rect b="b" l="l" r="r" t="t"/>
              <a:pathLst>
                <a:path extrusionOk="0" h="97715" w="67293">
                  <a:moveTo>
                    <a:pt x="24367" y="97715"/>
                  </a:moveTo>
                  <a:cubicBezTo>
                    <a:pt x="15153" y="97344"/>
                    <a:pt x="6435" y="93466"/>
                    <a:pt x="0" y="86879"/>
                  </a:cubicBezTo>
                  <a:cubicBezTo>
                    <a:pt x="1333" y="69769"/>
                    <a:pt x="23224" y="4848"/>
                    <a:pt x="67294" y="0"/>
                  </a:cubicBezTo>
                  <a:cubicBezTo>
                    <a:pt x="55310" y="8431"/>
                    <a:pt x="45811" y="19923"/>
                    <a:pt x="39786" y="33269"/>
                  </a:cubicBezTo>
                  <a:cubicBezTo>
                    <a:pt x="33000" y="54323"/>
                    <a:pt x="27841" y="75872"/>
                    <a:pt x="24367" y="9771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2"/>
            <p:cNvSpPr/>
            <p:nvPr/>
          </p:nvSpPr>
          <p:spPr>
            <a:xfrm>
              <a:off x="5305132" y="3960902"/>
              <a:ext cx="81740" cy="121566"/>
            </a:xfrm>
            <a:custGeom>
              <a:rect b="b" l="l" r="r" t="t"/>
              <a:pathLst>
                <a:path extrusionOk="0" h="121566" w="81740">
                  <a:moveTo>
                    <a:pt x="75168" y="117100"/>
                  </a:moveTo>
                  <a:cubicBezTo>
                    <a:pt x="75168" y="117100"/>
                    <a:pt x="31289" y="132214"/>
                    <a:pt x="355" y="106834"/>
                  </a:cubicBezTo>
                  <a:cubicBezTo>
                    <a:pt x="-2977" y="101036"/>
                    <a:pt x="18249" y="26514"/>
                    <a:pt x="18249" y="26514"/>
                  </a:cubicBezTo>
                  <a:cubicBezTo>
                    <a:pt x="18249" y="26514"/>
                    <a:pt x="36714" y="-11507"/>
                    <a:pt x="65840" y="3511"/>
                  </a:cubicBezTo>
                  <a:cubicBezTo>
                    <a:pt x="94966" y="18530"/>
                    <a:pt x="75168" y="117100"/>
                    <a:pt x="75168" y="11710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2"/>
            <p:cNvSpPr/>
            <p:nvPr/>
          </p:nvSpPr>
          <p:spPr>
            <a:xfrm>
              <a:off x="2821998" y="4049582"/>
              <a:ext cx="101559" cy="177370"/>
            </a:xfrm>
            <a:custGeom>
              <a:rect b="b" l="l" r="r" t="t"/>
              <a:pathLst>
                <a:path extrusionOk="0" h="177370" w="101559">
                  <a:moveTo>
                    <a:pt x="0" y="0"/>
                  </a:moveTo>
                  <a:cubicBezTo>
                    <a:pt x="0" y="0"/>
                    <a:pt x="6092" y="90966"/>
                    <a:pt x="17989" y="104084"/>
                  </a:cubicBezTo>
                  <a:cubicBezTo>
                    <a:pt x="29887" y="117201"/>
                    <a:pt x="70340" y="126136"/>
                    <a:pt x="70340" y="126136"/>
                  </a:cubicBezTo>
                  <a:lnTo>
                    <a:pt x="101559" y="177370"/>
                  </a:lnTo>
                  <a:cubicBezTo>
                    <a:pt x="101559" y="177370"/>
                    <a:pt x="73005" y="14543"/>
                    <a:pt x="66913" y="10646"/>
                  </a:cubicBezTo>
                  <a:cubicBezTo>
                    <a:pt x="60821" y="674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2"/>
            <p:cNvSpPr/>
            <p:nvPr/>
          </p:nvSpPr>
          <p:spPr>
            <a:xfrm>
              <a:off x="2814097" y="3945071"/>
              <a:ext cx="67769" cy="130685"/>
            </a:xfrm>
            <a:custGeom>
              <a:rect b="b" l="l" r="r" t="t"/>
              <a:pathLst>
                <a:path extrusionOk="0" h="130685" w="67769">
                  <a:moveTo>
                    <a:pt x="67770" y="3183"/>
                  </a:moveTo>
                  <a:cubicBezTo>
                    <a:pt x="52097" y="-4127"/>
                    <a:pt x="33430" y="1529"/>
                    <a:pt x="24462" y="16300"/>
                  </a:cubicBezTo>
                  <a:cubicBezTo>
                    <a:pt x="12945" y="35311"/>
                    <a:pt x="1047" y="100328"/>
                    <a:pt x="0" y="111354"/>
                  </a:cubicBezTo>
                  <a:cubicBezTo>
                    <a:pt x="0" y="111354"/>
                    <a:pt x="16086" y="133597"/>
                    <a:pt x="40167" y="13036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2966810" y="4837262"/>
              <a:ext cx="145801" cy="82247"/>
            </a:xfrm>
            <a:custGeom>
              <a:rect b="b" l="l" r="r" t="t"/>
              <a:pathLst>
                <a:path extrusionOk="0" h="82247" w="145801">
                  <a:moveTo>
                    <a:pt x="7003" y="19800"/>
                  </a:moveTo>
                  <a:cubicBezTo>
                    <a:pt x="23964" y="24458"/>
                    <a:pt x="42087" y="22272"/>
                    <a:pt x="57449" y="13717"/>
                  </a:cubicBezTo>
                  <a:cubicBezTo>
                    <a:pt x="69537" y="13717"/>
                    <a:pt x="135498" y="-14134"/>
                    <a:pt x="144446" y="9535"/>
                  </a:cubicBezTo>
                  <a:cubicBezTo>
                    <a:pt x="152346" y="30256"/>
                    <a:pt x="123791" y="49457"/>
                    <a:pt x="108562" y="53164"/>
                  </a:cubicBezTo>
                  <a:cubicBezTo>
                    <a:pt x="75248" y="61244"/>
                    <a:pt x="50596" y="77783"/>
                    <a:pt x="37175" y="80635"/>
                  </a:cubicBezTo>
                  <a:cubicBezTo>
                    <a:pt x="27657" y="82726"/>
                    <a:pt x="14332" y="84057"/>
                    <a:pt x="6432" y="76262"/>
                  </a:cubicBezTo>
                  <a:cubicBezTo>
                    <a:pt x="-2515" y="66852"/>
                    <a:pt x="-1944" y="32157"/>
                    <a:pt x="7003" y="1980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2969244" y="4850979"/>
              <a:ext cx="143767" cy="68530"/>
            </a:xfrm>
            <a:custGeom>
              <a:rect b="b" l="l" r="r" t="t"/>
              <a:pathLst>
                <a:path extrusionOk="0" h="68530" w="143767">
                  <a:moveTo>
                    <a:pt x="35122" y="61119"/>
                  </a:moveTo>
                  <a:cubicBezTo>
                    <a:pt x="48543" y="58363"/>
                    <a:pt x="73195" y="42109"/>
                    <a:pt x="106509" y="33649"/>
                  </a:cubicBezTo>
                  <a:cubicBezTo>
                    <a:pt x="119263" y="30607"/>
                    <a:pt x="141250" y="16634"/>
                    <a:pt x="143535" y="0"/>
                  </a:cubicBezTo>
                  <a:cubicBezTo>
                    <a:pt x="146485" y="19011"/>
                    <a:pt x="120691" y="36025"/>
                    <a:pt x="106509" y="39447"/>
                  </a:cubicBezTo>
                  <a:cubicBezTo>
                    <a:pt x="73195" y="47527"/>
                    <a:pt x="48543" y="64066"/>
                    <a:pt x="35122" y="66918"/>
                  </a:cubicBezTo>
                  <a:cubicBezTo>
                    <a:pt x="25604" y="69009"/>
                    <a:pt x="12278" y="70340"/>
                    <a:pt x="4378" y="62545"/>
                  </a:cubicBezTo>
                  <a:cubicBezTo>
                    <a:pt x="2265" y="60292"/>
                    <a:pt x="761" y="57545"/>
                    <a:pt x="0" y="54561"/>
                  </a:cubicBezTo>
                  <a:cubicBezTo>
                    <a:pt x="10013" y="62156"/>
                    <a:pt x="23034" y="64589"/>
                    <a:pt x="35122" y="61119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2"/>
            <p:cNvSpPr/>
            <p:nvPr/>
          </p:nvSpPr>
          <p:spPr>
            <a:xfrm>
              <a:off x="2864165" y="4805303"/>
              <a:ext cx="146191" cy="82209"/>
            </a:xfrm>
            <a:custGeom>
              <a:rect b="b" l="l" r="r" t="t"/>
              <a:pathLst>
                <a:path extrusionOk="0" h="82209" w="146191">
                  <a:moveTo>
                    <a:pt x="7327" y="19726"/>
                  </a:moveTo>
                  <a:cubicBezTo>
                    <a:pt x="24287" y="24431"/>
                    <a:pt x="42423" y="22245"/>
                    <a:pt x="57774" y="13642"/>
                  </a:cubicBezTo>
                  <a:cubicBezTo>
                    <a:pt x="69957" y="13642"/>
                    <a:pt x="135823" y="-14113"/>
                    <a:pt x="144865" y="9555"/>
                  </a:cubicBezTo>
                  <a:cubicBezTo>
                    <a:pt x="152670" y="30277"/>
                    <a:pt x="124116" y="49477"/>
                    <a:pt x="108886" y="53185"/>
                  </a:cubicBezTo>
                  <a:cubicBezTo>
                    <a:pt x="75573" y="61169"/>
                    <a:pt x="50921" y="77804"/>
                    <a:pt x="37595" y="80560"/>
                  </a:cubicBezTo>
                  <a:cubicBezTo>
                    <a:pt x="27601" y="82651"/>
                    <a:pt x="14656" y="84077"/>
                    <a:pt x="6756" y="76283"/>
                  </a:cubicBezTo>
                  <a:cubicBezTo>
                    <a:pt x="-2762" y="66872"/>
                    <a:pt x="-1905" y="32178"/>
                    <a:pt x="7327" y="19726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2"/>
            <p:cNvSpPr/>
            <p:nvPr/>
          </p:nvSpPr>
          <p:spPr>
            <a:xfrm>
              <a:off x="2866543" y="4818565"/>
              <a:ext cx="143767" cy="68566"/>
            </a:xfrm>
            <a:custGeom>
              <a:rect b="b" l="l" r="r" t="t"/>
              <a:pathLst>
                <a:path extrusionOk="0" h="68566" w="143767">
                  <a:moveTo>
                    <a:pt x="35217" y="61215"/>
                  </a:moveTo>
                  <a:cubicBezTo>
                    <a:pt x="48543" y="58363"/>
                    <a:pt x="73290" y="42204"/>
                    <a:pt x="106509" y="33744"/>
                  </a:cubicBezTo>
                  <a:cubicBezTo>
                    <a:pt x="119263" y="30702"/>
                    <a:pt x="141345" y="16730"/>
                    <a:pt x="143534" y="0"/>
                  </a:cubicBezTo>
                  <a:cubicBezTo>
                    <a:pt x="146485" y="19011"/>
                    <a:pt x="120691" y="36025"/>
                    <a:pt x="106509" y="39542"/>
                  </a:cubicBezTo>
                  <a:cubicBezTo>
                    <a:pt x="73195" y="47527"/>
                    <a:pt x="48543" y="64161"/>
                    <a:pt x="35217" y="66918"/>
                  </a:cubicBezTo>
                  <a:cubicBezTo>
                    <a:pt x="25223" y="69009"/>
                    <a:pt x="12278" y="70435"/>
                    <a:pt x="4378" y="62640"/>
                  </a:cubicBezTo>
                  <a:cubicBezTo>
                    <a:pt x="2320" y="60350"/>
                    <a:pt x="821" y="57622"/>
                    <a:pt x="0" y="54656"/>
                  </a:cubicBezTo>
                  <a:cubicBezTo>
                    <a:pt x="10052" y="62251"/>
                    <a:pt x="23099" y="64684"/>
                    <a:pt x="35217" y="61215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2858160" y="4267254"/>
              <a:ext cx="210834" cy="594226"/>
            </a:xfrm>
            <a:custGeom>
              <a:rect b="b" l="l" r="r" t="t"/>
              <a:pathLst>
                <a:path extrusionOk="0" h="594226" w="210834">
                  <a:moveTo>
                    <a:pt x="6098" y="372610"/>
                  </a:moveTo>
                  <a:cubicBezTo>
                    <a:pt x="8933" y="348172"/>
                    <a:pt x="14031" y="324057"/>
                    <a:pt x="21327" y="300559"/>
                  </a:cubicBezTo>
                  <a:cubicBezTo>
                    <a:pt x="21327" y="300559"/>
                    <a:pt x="16759" y="238299"/>
                    <a:pt x="14474" y="179271"/>
                  </a:cubicBezTo>
                  <a:cubicBezTo>
                    <a:pt x="11904" y="112734"/>
                    <a:pt x="-11320" y="53420"/>
                    <a:pt x="6955" y="0"/>
                  </a:cubicBezTo>
                  <a:lnTo>
                    <a:pt x="210835" y="45340"/>
                  </a:lnTo>
                  <a:cubicBezTo>
                    <a:pt x="210835" y="45340"/>
                    <a:pt x="201317" y="312821"/>
                    <a:pt x="198176" y="345140"/>
                  </a:cubicBezTo>
                  <a:cubicBezTo>
                    <a:pt x="196596" y="370310"/>
                    <a:pt x="193417" y="395366"/>
                    <a:pt x="188657" y="420137"/>
                  </a:cubicBezTo>
                  <a:cubicBezTo>
                    <a:pt x="179139" y="471941"/>
                    <a:pt x="168955" y="587907"/>
                    <a:pt x="168955" y="587907"/>
                  </a:cubicBezTo>
                  <a:cubicBezTo>
                    <a:pt x="147063" y="600644"/>
                    <a:pt x="114987" y="590188"/>
                    <a:pt x="114987" y="590188"/>
                  </a:cubicBezTo>
                  <a:cubicBezTo>
                    <a:pt x="114987" y="590188"/>
                    <a:pt x="114987" y="445041"/>
                    <a:pt x="116224" y="407685"/>
                  </a:cubicBezTo>
                  <a:cubicBezTo>
                    <a:pt x="117937" y="362059"/>
                    <a:pt x="119365" y="365576"/>
                    <a:pt x="119365" y="365576"/>
                  </a:cubicBezTo>
                  <a:lnTo>
                    <a:pt x="112512" y="251987"/>
                  </a:lnTo>
                  <a:lnTo>
                    <a:pt x="108038" y="195525"/>
                  </a:lnTo>
                  <a:cubicBezTo>
                    <a:pt x="108038" y="195525"/>
                    <a:pt x="102327" y="236969"/>
                    <a:pt x="98520" y="273945"/>
                  </a:cubicBezTo>
                  <a:cubicBezTo>
                    <a:pt x="95284" y="306263"/>
                    <a:pt x="87479" y="335444"/>
                    <a:pt x="78722" y="395613"/>
                  </a:cubicBezTo>
                  <a:cubicBezTo>
                    <a:pt x="71203" y="447703"/>
                    <a:pt x="63398" y="554068"/>
                    <a:pt x="63398" y="554068"/>
                  </a:cubicBezTo>
                  <a:cubicBezTo>
                    <a:pt x="41506" y="566710"/>
                    <a:pt x="12000" y="557965"/>
                    <a:pt x="12000" y="557965"/>
                  </a:cubicBezTo>
                  <a:cubicBezTo>
                    <a:pt x="12000" y="557965"/>
                    <a:pt x="197" y="417856"/>
                    <a:pt x="6098" y="3726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2884049" y="3772563"/>
              <a:ext cx="155365" cy="247695"/>
            </a:xfrm>
            <a:custGeom>
              <a:rect b="b" l="l" r="r" t="t"/>
              <a:pathLst>
                <a:path extrusionOk="0" h="247695" w="155365">
                  <a:moveTo>
                    <a:pt x="8859" y="177022"/>
                  </a:moveTo>
                  <a:cubicBezTo>
                    <a:pt x="24564" y="177782"/>
                    <a:pt x="36271" y="181869"/>
                    <a:pt x="38270" y="177022"/>
                  </a:cubicBezTo>
                  <a:cubicBezTo>
                    <a:pt x="39966" y="168895"/>
                    <a:pt x="41174" y="160673"/>
                    <a:pt x="41887" y="152403"/>
                  </a:cubicBezTo>
                  <a:cubicBezTo>
                    <a:pt x="40078" y="147840"/>
                    <a:pt x="38460" y="142897"/>
                    <a:pt x="38460" y="142897"/>
                  </a:cubicBezTo>
                  <a:cubicBezTo>
                    <a:pt x="18662" y="130826"/>
                    <a:pt x="12476" y="109439"/>
                    <a:pt x="9906" y="84535"/>
                  </a:cubicBezTo>
                  <a:cubicBezTo>
                    <a:pt x="5527" y="42046"/>
                    <a:pt x="28942" y="4880"/>
                    <a:pt x="71013" y="412"/>
                  </a:cubicBezTo>
                  <a:cubicBezTo>
                    <a:pt x="111084" y="-3770"/>
                    <a:pt x="140495" y="24365"/>
                    <a:pt x="148396" y="62862"/>
                  </a:cubicBezTo>
                  <a:cubicBezTo>
                    <a:pt x="152584" y="81873"/>
                    <a:pt x="161055" y="117899"/>
                    <a:pt x="149633" y="149171"/>
                  </a:cubicBezTo>
                  <a:cubicBezTo>
                    <a:pt x="143256" y="166756"/>
                    <a:pt x="135070" y="180634"/>
                    <a:pt x="126884" y="183295"/>
                  </a:cubicBezTo>
                  <a:cubicBezTo>
                    <a:pt x="118946" y="183143"/>
                    <a:pt x="111027" y="182449"/>
                    <a:pt x="103184" y="181204"/>
                  </a:cubicBezTo>
                  <a:lnTo>
                    <a:pt x="103184" y="181204"/>
                  </a:lnTo>
                  <a:cubicBezTo>
                    <a:pt x="103184" y="181204"/>
                    <a:pt x="101090" y="192991"/>
                    <a:pt x="99662" y="200215"/>
                  </a:cubicBezTo>
                  <a:cubicBezTo>
                    <a:pt x="98235" y="207439"/>
                    <a:pt x="98711" y="211716"/>
                    <a:pt x="113844" y="221031"/>
                  </a:cubicBezTo>
                  <a:cubicBezTo>
                    <a:pt x="128978" y="230347"/>
                    <a:pt x="91001" y="249548"/>
                    <a:pt x="66253" y="247551"/>
                  </a:cubicBezTo>
                  <a:cubicBezTo>
                    <a:pt x="41506" y="245555"/>
                    <a:pt x="13523" y="230727"/>
                    <a:pt x="5908" y="214758"/>
                  </a:cubicBezTo>
                  <a:cubicBezTo>
                    <a:pt x="-2754" y="197553"/>
                    <a:pt x="-1992" y="176451"/>
                    <a:pt x="8859" y="17702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2832349" y="3948237"/>
              <a:ext cx="239208" cy="394751"/>
            </a:xfrm>
            <a:custGeom>
              <a:rect b="b" l="l" r="r" t="t"/>
              <a:pathLst>
                <a:path extrusionOk="0" h="394751" w="239208">
                  <a:moveTo>
                    <a:pt x="83308" y="3725"/>
                  </a:moveTo>
                  <a:cubicBezTo>
                    <a:pt x="78930" y="14561"/>
                    <a:pt x="90066" y="27868"/>
                    <a:pt x="119667" y="37088"/>
                  </a:cubicBezTo>
                  <a:cubicBezTo>
                    <a:pt x="149269" y="46308"/>
                    <a:pt x="151839" y="34427"/>
                    <a:pt x="151839" y="34427"/>
                  </a:cubicBezTo>
                  <a:cubicBezTo>
                    <a:pt x="171408" y="43257"/>
                    <a:pt x="190473" y="53162"/>
                    <a:pt x="208948" y="64083"/>
                  </a:cubicBezTo>
                  <a:cubicBezTo>
                    <a:pt x="226652" y="76441"/>
                    <a:pt x="234552" y="112371"/>
                    <a:pt x="236932" y="172920"/>
                  </a:cubicBezTo>
                  <a:cubicBezTo>
                    <a:pt x="239692" y="242974"/>
                    <a:pt x="239977" y="346963"/>
                    <a:pt x="237598" y="364928"/>
                  </a:cubicBezTo>
                  <a:cubicBezTo>
                    <a:pt x="237598" y="364928"/>
                    <a:pt x="204475" y="398007"/>
                    <a:pt x="161452" y="394490"/>
                  </a:cubicBezTo>
                  <a:cubicBezTo>
                    <a:pt x="118430" y="390973"/>
                    <a:pt x="47234" y="353427"/>
                    <a:pt x="30196" y="324435"/>
                  </a:cubicBezTo>
                  <a:cubicBezTo>
                    <a:pt x="30196" y="263031"/>
                    <a:pt x="37906" y="253050"/>
                    <a:pt x="27912" y="217595"/>
                  </a:cubicBezTo>
                  <a:cubicBezTo>
                    <a:pt x="5068" y="136514"/>
                    <a:pt x="-6925" y="103531"/>
                    <a:pt x="4212" y="49540"/>
                  </a:cubicBezTo>
                  <a:cubicBezTo>
                    <a:pt x="13730" y="5150"/>
                    <a:pt x="26103" y="-363"/>
                    <a:pt x="43712" y="17"/>
                  </a:cubicBezTo>
                  <a:cubicBezTo>
                    <a:pt x="56967" y="550"/>
                    <a:pt x="70185" y="1785"/>
                    <a:pt x="83308" y="37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3011886" y="4098914"/>
              <a:ext cx="63391" cy="288487"/>
            </a:xfrm>
            <a:custGeom>
              <a:rect b="b" l="l" r="r" t="t"/>
              <a:pathLst>
                <a:path extrusionOk="0" h="288487" w="63391">
                  <a:moveTo>
                    <a:pt x="21226" y="268241"/>
                  </a:moveTo>
                  <a:lnTo>
                    <a:pt x="0" y="24144"/>
                  </a:lnTo>
                  <a:lnTo>
                    <a:pt x="45592" y="0"/>
                  </a:lnTo>
                  <a:lnTo>
                    <a:pt x="63391" y="14923"/>
                  </a:lnTo>
                  <a:lnTo>
                    <a:pt x="57109" y="234117"/>
                  </a:lnTo>
                  <a:lnTo>
                    <a:pt x="57109" y="234117"/>
                  </a:lnTo>
                  <a:lnTo>
                    <a:pt x="57109" y="240200"/>
                  </a:lnTo>
                  <a:lnTo>
                    <a:pt x="57109" y="240200"/>
                  </a:lnTo>
                  <a:lnTo>
                    <a:pt x="57109" y="247995"/>
                  </a:lnTo>
                  <a:cubicBezTo>
                    <a:pt x="57109" y="247995"/>
                    <a:pt x="58061" y="266435"/>
                    <a:pt x="23224" y="288488"/>
                  </a:cubicBezTo>
                  <a:cubicBezTo>
                    <a:pt x="23224" y="288488"/>
                    <a:pt x="22653" y="282689"/>
                    <a:pt x="22177" y="277271"/>
                  </a:cubicBezTo>
                  <a:lnTo>
                    <a:pt x="22177" y="277271"/>
                  </a:lnTo>
                  <a:lnTo>
                    <a:pt x="21321" y="267766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2997806" y="3997207"/>
              <a:ext cx="83658" cy="135231"/>
            </a:xfrm>
            <a:custGeom>
              <a:rect b="b" l="l" r="r" t="t"/>
              <a:pathLst>
                <a:path extrusionOk="0" h="135231" w="83658">
                  <a:moveTo>
                    <a:pt x="29880" y="0"/>
                  </a:moveTo>
                  <a:cubicBezTo>
                    <a:pt x="53390" y="0"/>
                    <a:pt x="67953" y="11977"/>
                    <a:pt x="74140" y="48192"/>
                  </a:cubicBezTo>
                  <a:cubicBezTo>
                    <a:pt x="80327" y="84408"/>
                    <a:pt x="83658" y="114064"/>
                    <a:pt x="83658" y="114064"/>
                  </a:cubicBezTo>
                  <a:cubicBezTo>
                    <a:pt x="72826" y="126070"/>
                    <a:pt x="57807" y="133484"/>
                    <a:pt x="41683" y="134786"/>
                  </a:cubicBezTo>
                  <a:cubicBezTo>
                    <a:pt x="13128" y="137923"/>
                    <a:pt x="4943" y="123475"/>
                    <a:pt x="4943" y="123475"/>
                  </a:cubicBezTo>
                  <a:cubicBezTo>
                    <a:pt x="4943" y="123475"/>
                    <a:pt x="1897" y="85929"/>
                    <a:pt x="374" y="60359"/>
                  </a:cubicBezTo>
                  <a:cubicBezTo>
                    <a:pt x="-1149" y="34790"/>
                    <a:pt x="755" y="570"/>
                    <a:pt x="29880" y="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2888823" y="3761654"/>
              <a:ext cx="150557" cy="165637"/>
            </a:xfrm>
            <a:custGeom>
              <a:rect b="b" l="l" r="r" t="t"/>
              <a:pathLst>
                <a:path extrusionOk="0" h="165637" w="150557">
                  <a:moveTo>
                    <a:pt x="142099" y="68353"/>
                  </a:moveTo>
                  <a:cubicBezTo>
                    <a:pt x="142099" y="68353"/>
                    <a:pt x="178840" y="12557"/>
                    <a:pt x="99172" y="1150"/>
                  </a:cubicBezTo>
                  <a:cubicBezTo>
                    <a:pt x="42063" y="-7024"/>
                    <a:pt x="4752" y="29667"/>
                    <a:pt x="468" y="69874"/>
                  </a:cubicBezTo>
                  <a:cubicBezTo>
                    <a:pt x="-3624" y="107896"/>
                    <a:pt x="19981" y="147723"/>
                    <a:pt x="37018" y="163502"/>
                  </a:cubicBezTo>
                  <a:cubicBezTo>
                    <a:pt x="53749" y="167751"/>
                    <a:pt x="71464" y="165612"/>
                    <a:pt x="86703" y="157514"/>
                  </a:cubicBezTo>
                  <a:cubicBezTo>
                    <a:pt x="87636" y="147115"/>
                    <a:pt x="87988" y="136678"/>
                    <a:pt x="87750" y="126241"/>
                  </a:cubicBezTo>
                  <a:cubicBezTo>
                    <a:pt x="87750" y="126241"/>
                    <a:pt x="59862" y="67308"/>
                    <a:pt x="142099" y="6835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2"/>
            <p:cNvSpPr/>
            <p:nvPr/>
          </p:nvSpPr>
          <p:spPr>
            <a:xfrm>
              <a:off x="2091982" y="2625612"/>
              <a:ext cx="210167" cy="307273"/>
            </a:xfrm>
            <a:custGeom>
              <a:rect b="b" l="l" r="r" t="t"/>
              <a:pathLst>
                <a:path extrusionOk="0" h="307273" w="210167">
                  <a:moveTo>
                    <a:pt x="136175" y="10238"/>
                  </a:moveTo>
                  <a:cubicBezTo>
                    <a:pt x="127799" y="-3260"/>
                    <a:pt x="63836" y="-12100"/>
                    <a:pt x="42801" y="41986"/>
                  </a:cubicBezTo>
                  <a:cubicBezTo>
                    <a:pt x="34806" y="62517"/>
                    <a:pt x="36043" y="114987"/>
                    <a:pt x="29380" y="147875"/>
                  </a:cubicBezTo>
                  <a:cubicBezTo>
                    <a:pt x="22718" y="180764"/>
                    <a:pt x="7013" y="199489"/>
                    <a:pt x="1397" y="226199"/>
                  </a:cubicBezTo>
                  <a:cubicBezTo>
                    <a:pt x="-4219" y="252910"/>
                    <a:pt x="4919" y="297775"/>
                    <a:pt x="69452" y="305664"/>
                  </a:cubicBezTo>
                  <a:cubicBezTo>
                    <a:pt x="133985" y="313554"/>
                    <a:pt x="183670" y="290931"/>
                    <a:pt x="198709" y="270399"/>
                  </a:cubicBezTo>
                  <a:cubicBezTo>
                    <a:pt x="213748" y="249868"/>
                    <a:pt x="214224" y="206238"/>
                    <a:pt x="198709" y="182855"/>
                  </a:cubicBezTo>
                  <a:cubicBezTo>
                    <a:pt x="183194" y="159472"/>
                    <a:pt x="170916" y="140366"/>
                    <a:pt x="171297" y="10985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2"/>
            <p:cNvSpPr/>
            <p:nvPr/>
          </p:nvSpPr>
          <p:spPr>
            <a:xfrm>
              <a:off x="2269538" y="2847336"/>
              <a:ext cx="39152" cy="227300"/>
            </a:xfrm>
            <a:custGeom>
              <a:rect b="b" l="l" r="r" t="t"/>
              <a:pathLst>
                <a:path extrusionOk="0" h="227300" w="39152">
                  <a:moveTo>
                    <a:pt x="35145" y="14835"/>
                  </a:moveTo>
                  <a:cubicBezTo>
                    <a:pt x="35145" y="14835"/>
                    <a:pt x="50279" y="121866"/>
                    <a:pt x="21725" y="197909"/>
                  </a:cubicBezTo>
                  <a:cubicBezTo>
                    <a:pt x="-6830" y="273952"/>
                    <a:pt x="975" y="178423"/>
                    <a:pt x="975" y="178423"/>
                  </a:cubicBezTo>
                  <a:lnTo>
                    <a:pt x="7923" y="155705"/>
                  </a:lnTo>
                  <a:cubicBezTo>
                    <a:pt x="7923" y="155705"/>
                    <a:pt x="13634" y="68446"/>
                    <a:pt x="11255" y="47059"/>
                  </a:cubicBezTo>
                  <a:cubicBezTo>
                    <a:pt x="8875" y="25672"/>
                    <a:pt x="9446" y="7231"/>
                    <a:pt x="7923" y="5520"/>
                  </a:cubicBezTo>
                  <a:cubicBezTo>
                    <a:pt x="6400" y="3809"/>
                    <a:pt x="13539" y="387"/>
                    <a:pt x="16585" y="7"/>
                  </a:cubicBezTo>
                  <a:cubicBezTo>
                    <a:pt x="19631" y="-373"/>
                    <a:pt x="35145" y="14835"/>
                    <a:pt x="35145" y="148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2185896" y="2622782"/>
              <a:ext cx="100407" cy="124097"/>
            </a:xfrm>
            <a:custGeom>
              <a:rect b="b" l="l" r="r" t="t"/>
              <a:pathLst>
                <a:path extrusionOk="0" h="124097" w="100407">
                  <a:moveTo>
                    <a:pt x="0" y="3657"/>
                  </a:moveTo>
                  <a:cubicBezTo>
                    <a:pt x="0" y="3657"/>
                    <a:pt x="48162" y="-10126"/>
                    <a:pt x="77288" y="15824"/>
                  </a:cubicBezTo>
                  <a:cubicBezTo>
                    <a:pt x="96918" y="33855"/>
                    <a:pt x="104879" y="61297"/>
                    <a:pt x="97942" y="87019"/>
                  </a:cubicBezTo>
                  <a:cubicBezTo>
                    <a:pt x="94040" y="102227"/>
                    <a:pt x="86235" y="122949"/>
                    <a:pt x="74147" y="124090"/>
                  </a:cubicBezTo>
                  <a:cubicBezTo>
                    <a:pt x="62059" y="125230"/>
                    <a:pt x="0" y="3657"/>
                    <a:pt x="0" y="3657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2142363" y="2757613"/>
              <a:ext cx="124104" cy="138364"/>
            </a:xfrm>
            <a:custGeom>
              <a:rect b="b" l="l" r="r" t="t"/>
              <a:pathLst>
                <a:path extrusionOk="0" h="138364" w="124104">
                  <a:moveTo>
                    <a:pt x="25163" y="0"/>
                  </a:moveTo>
                  <a:cubicBezTo>
                    <a:pt x="25163" y="0"/>
                    <a:pt x="28304" y="53515"/>
                    <a:pt x="27352" y="57032"/>
                  </a:cubicBezTo>
                  <a:cubicBezTo>
                    <a:pt x="26400" y="60549"/>
                    <a:pt x="6221" y="64826"/>
                    <a:pt x="606" y="69484"/>
                  </a:cubicBezTo>
                  <a:cubicBezTo>
                    <a:pt x="-5010" y="74142"/>
                    <a:pt x="29826" y="128513"/>
                    <a:pt x="47530" y="136592"/>
                  </a:cubicBezTo>
                  <a:cubicBezTo>
                    <a:pt x="65234" y="144671"/>
                    <a:pt x="119964" y="124045"/>
                    <a:pt x="123676" y="96860"/>
                  </a:cubicBezTo>
                  <a:cubicBezTo>
                    <a:pt x="127198" y="71766"/>
                    <a:pt x="108066" y="52279"/>
                    <a:pt x="100642" y="45531"/>
                  </a:cubicBezTo>
                  <a:cubicBezTo>
                    <a:pt x="95603" y="45179"/>
                    <a:pt x="90547" y="45179"/>
                    <a:pt x="85508" y="45531"/>
                  </a:cubicBezTo>
                  <a:lnTo>
                    <a:pt x="83890" y="19486"/>
                  </a:lnTo>
                  <a:cubicBezTo>
                    <a:pt x="60475" y="11977"/>
                    <a:pt x="25163" y="0"/>
                    <a:pt x="25163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2121718" y="2803072"/>
              <a:ext cx="180978" cy="208003"/>
            </a:xfrm>
            <a:custGeom>
              <a:rect b="b" l="l" r="r" t="t"/>
              <a:pathLst>
                <a:path extrusionOk="0" h="208003" w="180978">
                  <a:moveTo>
                    <a:pt x="38384" y="17181"/>
                  </a:moveTo>
                  <a:cubicBezTo>
                    <a:pt x="23345" y="19557"/>
                    <a:pt x="6117" y="27542"/>
                    <a:pt x="3738" y="36192"/>
                  </a:cubicBezTo>
                  <a:cubicBezTo>
                    <a:pt x="-2445" y="65896"/>
                    <a:pt x="-938" y="96684"/>
                    <a:pt x="8116" y="125637"/>
                  </a:cubicBezTo>
                  <a:cubicBezTo>
                    <a:pt x="21156" y="160046"/>
                    <a:pt x="29913" y="182004"/>
                    <a:pt x="37432" y="196832"/>
                  </a:cubicBezTo>
                  <a:cubicBezTo>
                    <a:pt x="37432" y="196832"/>
                    <a:pt x="102632" y="224778"/>
                    <a:pt x="155268" y="192270"/>
                  </a:cubicBezTo>
                  <a:cubicBezTo>
                    <a:pt x="155268" y="192270"/>
                    <a:pt x="158789" y="155294"/>
                    <a:pt x="159075" y="135238"/>
                  </a:cubicBezTo>
                  <a:cubicBezTo>
                    <a:pt x="207618" y="92939"/>
                    <a:pt x="166118" y="40849"/>
                    <a:pt x="125000" y="356"/>
                  </a:cubicBezTo>
                  <a:cubicBezTo>
                    <a:pt x="120062" y="-119"/>
                    <a:pt x="115089" y="-119"/>
                    <a:pt x="110151" y="356"/>
                  </a:cubicBezTo>
                  <a:cubicBezTo>
                    <a:pt x="110151" y="356"/>
                    <a:pt x="146892" y="43606"/>
                    <a:pt x="121383" y="68225"/>
                  </a:cubicBezTo>
                  <a:cubicBezTo>
                    <a:pt x="66748" y="51495"/>
                    <a:pt x="55898" y="26971"/>
                    <a:pt x="38384" y="1718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2137334" y="2632700"/>
              <a:ext cx="133195" cy="163980"/>
            </a:xfrm>
            <a:custGeom>
              <a:rect b="b" l="l" r="r" t="t"/>
              <a:pathLst>
                <a:path extrusionOk="0" h="163980" w="133195">
                  <a:moveTo>
                    <a:pt x="130419" y="58471"/>
                  </a:moveTo>
                  <a:lnTo>
                    <a:pt x="130419" y="58471"/>
                  </a:lnTo>
                  <a:cubicBezTo>
                    <a:pt x="124993" y="24061"/>
                    <a:pt x="100056" y="-1888"/>
                    <a:pt x="64553" y="108"/>
                  </a:cubicBezTo>
                  <a:cubicBezTo>
                    <a:pt x="26762" y="2399"/>
                    <a:pt x="-2053" y="34793"/>
                    <a:pt x="115" y="72539"/>
                  </a:cubicBezTo>
                  <a:cubicBezTo>
                    <a:pt x="1384" y="93736"/>
                    <a:pt x="12514" y="113117"/>
                    <a:pt x="30192" y="124913"/>
                  </a:cubicBezTo>
                  <a:cubicBezTo>
                    <a:pt x="31439" y="130103"/>
                    <a:pt x="33258" y="135141"/>
                    <a:pt x="35618" y="139932"/>
                  </a:cubicBezTo>
                  <a:cubicBezTo>
                    <a:pt x="48277" y="154570"/>
                    <a:pt x="81686" y="163885"/>
                    <a:pt x="92727" y="163980"/>
                  </a:cubicBezTo>
                  <a:cubicBezTo>
                    <a:pt x="102245" y="163980"/>
                    <a:pt x="110526" y="155235"/>
                    <a:pt x="119473" y="140407"/>
                  </a:cubicBezTo>
                  <a:cubicBezTo>
                    <a:pt x="138033" y="109610"/>
                    <a:pt x="133369" y="75485"/>
                    <a:pt x="130419" y="5847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2131362" y="2631771"/>
              <a:ext cx="133630" cy="125556"/>
            </a:xfrm>
            <a:custGeom>
              <a:rect b="b" l="l" r="r" t="t"/>
              <a:pathLst>
                <a:path extrusionOk="0" h="125556" w="133630">
                  <a:moveTo>
                    <a:pt x="59484" y="1702"/>
                  </a:moveTo>
                  <a:cubicBezTo>
                    <a:pt x="34546" y="6549"/>
                    <a:pt x="14082" y="13583"/>
                    <a:pt x="7324" y="38012"/>
                  </a:cubicBezTo>
                  <a:cubicBezTo>
                    <a:pt x="2660" y="54837"/>
                    <a:pt x="-3432" y="86965"/>
                    <a:pt x="2375" y="100462"/>
                  </a:cubicBezTo>
                  <a:lnTo>
                    <a:pt x="5991" y="109968"/>
                  </a:lnTo>
                  <a:lnTo>
                    <a:pt x="36164" y="125557"/>
                  </a:lnTo>
                  <a:cubicBezTo>
                    <a:pt x="36164" y="125557"/>
                    <a:pt x="50251" y="113770"/>
                    <a:pt x="45682" y="79456"/>
                  </a:cubicBezTo>
                  <a:cubicBezTo>
                    <a:pt x="45808" y="74807"/>
                    <a:pt x="47261" y="70283"/>
                    <a:pt x="49870" y="66433"/>
                  </a:cubicBezTo>
                  <a:cubicBezTo>
                    <a:pt x="51779" y="63173"/>
                    <a:pt x="53189" y="59646"/>
                    <a:pt x="54058" y="55977"/>
                  </a:cubicBezTo>
                  <a:cubicBezTo>
                    <a:pt x="57624" y="46681"/>
                    <a:pt x="64649" y="39124"/>
                    <a:pt x="73666" y="34875"/>
                  </a:cubicBezTo>
                  <a:cubicBezTo>
                    <a:pt x="96129" y="22233"/>
                    <a:pt x="129062" y="33164"/>
                    <a:pt x="133631" y="37727"/>
                  </a:cubicBezTo>
                  <a:cubicBezTo>
                    <a:pt x="120538" y="9734"/>
                    <a:pt x="89617" y="-5285"/>
                    <a:pt x="59484" y="1702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2"/>
            <p:cNvSpPr/>
            <p:nvPr/>
          </p:nvSpPr>
          <p:spPr>
            <a:xfrm>
              <a:off x="2137527" y="3718507"/>
              <a:ext cx="105640" cy="80438"/>
            </a:xfrm>
            <a:custGeom>
              <a:rect b="b" l="l" r="r" t="t"/>
              <a:pathLst>
                <a:path extrusionOk="0" h="80438" w="105640">
                  <a:moveTo>
                    <a:pt x="8202" y="3"/>
                  </a:moveTo>
                  <a:cubicBezTo>
                    <a:pt x="20862" y="10269"/>
                    <a:pt x="40469" y="3139"/>
                    <a:pt x="41421" y="4090"/>
                  </a:cubicBezTo>
                  <a:cubicBezTo>
                    <a:pt x="56092" y="16761"/>
                    <a:pt x="71439" y="28623"/>
                    <a:pt x="87394" y="39640"/>
                  </a:cubicBezTo>
                  <a:cubicBezTo>
                    <a:pt x="95294" y="45818"/>
                    <a:pt x="107572" y="54088"/>
                    <a:pt x="105383" y="65970"/>
                  </a:cubicBezTo>
                  <a:cubicBezTo>
                    <a:pt x="101386" y="87167"/>
                    <a:pt x="67310" y="80608"/>
                    <a:pt x="54461" y="74145"/>
                  </a:cubicBezTo>
                  <a:cubicBezTo>
                    <a:pt x="41611" y="67681"/>
                    <a:pt x="31141" y="56845"/>
                    <a:pt x="19053" y="49335"/>
                  </a:cubicBezTo>
                  <a:cubicBezTo>
                    <a:pt x="10392" y="44012"/>
                    <a:pt x="1825" y="41161"/>
                    <a:pt x="17" y="30325"/>
                  </a:cubicBezTo>
                  <a:cubicBezTo>
                    <a:pt x="-364" y="23386"/>
                    <a:pt x="5823" y="-283"/>
                    <a:pt x="8202" y="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2"/>
            <p:cNvSpPr/>
            <p:nvPr/>
          </p:nvSpPr>
          <p:spPr>
            <a:xfrm>
              <a:off x="2137841" y="3744079"/>
              <a:ext cx="105259" cy="54863"/>
            </a:xfrm>
            <a:custGeom>
              <a:rect b="b" l="l" r="r" t="t"/>
              <a:pathLst>
                <a:path extrusionOk="0" h="54863" w="105259">
                  <a:moveTo>
                    <a:pt x="369" y="0"/>
                  </a:moveTo>
                  <a:cubicBezTo>
                    <a:pt x="1987" y="10456"/>
                    <a:pt x="10458" y="13308"/>
                    <a:pt x="19405" y="19011"/>
                  </a:cubicBezTo>
                  <a:cubicBezTo>
                    <a:pt x="31779" y="26615"/>
                    <a:pt x="42629" y="38021"/>
                    <a:pt x="55479" y="44200"/>
                  </a:cubicBezTo>
                  <a:cubicBezTo>
                    <a:pt x="68329" y="50379"/>
                    <a:pt x="96883" y="56082"/>
                    <a:pt x="105259" y="40968"/>
                  </a:cubicBezTo>
                  <a:cubicBezTo>
                    <a:pt x="100690" y="61405"/>
                    <a:pt x="67186" y="55036"/>
                    <a:pt x="54527" y="48573"/>
                  </a:cubicBezTo>
                  <a:cubicBezTo>
                    <a:pt x="41868" y="42109"/>
                    <a:pt x="31208" y="31273"/>
                    <a:pt x="19119" y="23763"/>
                  </a:cubicBezTo>
                  <a:cubicBezTo>
                    <a:pt x="10458" y="18440"/>
                    <a:pt x="1891" y="15589"/>
                    <a:pt x="83" y="4753"/>
                  </a:cubicBezTo>
                  <a:cubicBezTo>
                    <a:pt x="-89" y="3165"/>
                    <a:pt x="7" y="1559"/>
                    <a:pt x="36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2"/>
            <p:cNvSpPr/>
            <p:nvPr/>
          </p:nvSpPr>
          <p:spPr>
            <a:xfrm>
              <a:off x="2226539" y="3701115"/>
              <a:ext cx="96273" cy="74358"/>
            </a:xfrm>
            <a:custGeom>
              <a:rect b="b" l="l" r="r" t="t"/>
              <a:pathLst>
                <a:path extrusionOk="0" h="74358" w="96273">
                  <a:moveTo>
                    <a:pt x="7519" y="0"/>
                  </a:moveTo>
                  <a:cubicBezTo>
                    <a:pt x="19132" y="9505"/>
                    <a:pt x="36074" y="4087"/>
                    <a:pt x="37407" y="4943"/>
                  </a:cubicBezTo>
                  <a:cubicBezTo>
                    <a:pt x="50869" y="16473"/>
                    <a:pt x="64979" y="27233"/>
                    <a:pt x="79667" y="37166"/>
                  </a:cubicBezTo>
                  <a:cubicBezTo>
                    <a:pt x="86806" y="42774"/>
                    <a:pt x="98037" y="50378"/>
                    <a:pt x="96039" y="61215"/>
                  </a:cubicBezTo>
                  <a:cubicBezTo>
                    <a:pt x="92422" y="80225"/>
                    <a:pt x="61202" y="74712"/>
                    <a:pt x="49495" y="68724"/>
                  </a:cubicBezTo>
                  <a:cubicBezTo>
                    <a:pt x="37787" y="62735"/>
                    <a:pt x="28079" y="52945"/>
                    <a:pt x="16942" y="46006"/>
                  </a:cubicBezTo>
                  <a:cubicBezTo>
                    <a:pt x="9042" y="41158"/>
                    <a:pt x="1237" y="38592"/>
                    <a:pt x="0" y="28516"/>
                  </a:cubicBezTo>
                  <a:cubicBezTo>
                    <a:pt x="386" y="18574"/>
                    <a:pt x="2954" y="8840"/>
                    <a:pt x="7519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2"/>
            <p:cNvSpPr/>
            <p:nvPr/>
          </p:nvSpPr>
          <p:spPr>
            <a:xfrm>
              <a:off x="2226484" y="3725354"/>
              <a:ext cx="95903" cy="50071"/>
            </a:xfrm>
            <a:custGeom>
              <a:rect b="b" l="l" r="r" t="t"/>
              <a:pathLst>
                <a:path extrusionOk="0" h="50071" w="95903">
                  <a:moveTo>
                    <a:pt x="245" y="0"/>
                  </a:moveTo>
                  <a:cubicBezTo>
                    <a:pt x="1768" y="9505"/>
                    <a:pt x="9763" y="12262"/>
                    <a:pt x="17283" y="17110"/>
                  </a:cubicBezTo>
                  <a:cubicBezTo>
                    <a:pt x="28609" y="24144"/>
                    <a:pt x="38604" y="34219"/>
                    <a:pt x="50311" y="40208"/>
                  </a:cubicBezTo>
                  <a:cubicBezTo>
                    <a:pt x="62018" y="46196"/>
                    <a:pt x="88384" y="51139"/>
                    <a:pt x="95903" y="37261"/>
                  </a:cubicBezTo>
                  <a:cubicBezTo>
                    <a:pt x="91810" y="56272"/>
                    <a:pt x="61162" y="50093"/>
                    <a:pt x="49549" y="44200"/>
                  </a:cubicBezTo>
                  <a:cubicBezTo>
                    <a:pt x="37937" y="38307"/>
                    <a:pt x="28134" y="28421"/>
                    <a:pt x="16997" y="21482"/>
                  </a:cubicBezTo>
                  <a:cubicBezTo>
                    <a:pt x="9097" y="16634"/>
                    <a:pt x="1292" y="14068"/>
                    <a:pt x="55" y="3992"/>
                  </a:cubicBezTo>
                  <a:cubicBezTo>
                    <a:pt x="-59" y="2661"/>
                    <a:pt x="5" y="1321"/>
                    <a:pt x="2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2"/>
            <p:cNvSpPr/>
            <p:nvPr/>
          </p:nvSpPr>
          <p:spPr>
            <a:xfrm>
              <a:off x="2101518" y="3008174"/>
              <a:ext cx="205910" cy="717579"/>
            </a:xfrm>
            <a:custGeom>
              <a:rect b="b" l="l" r="r" t="t"/>
              <a:pathLst>
                <a:path extrusionOk="0" h="717579" w="205910">
                  <a:moveTo>
                    <a:pt x="200595" y="106555"/>
                  </a:moveTo>
                  <a:cubicBezTo>
                    <a:pt x="194980" y="63115"/>
                    <a:pt x="178989" y="0"/>
                    <a:pt x="178989" y="0"/>
                  </a:cubicBezTo>
                  <a:cubicBezTo>
                    <a:pt x="163827" y="7043"/>
                    <a:pt x="147437" y="11083"/>
                    <a:pt x="130732" y="11882"/>
                  </a:cubicBezTo>
                  <a:cubicBezTo>
                    <a:pt x="106230" y="11825"/>
                    <a:pt x="81788" y="9467"/>
                    <a:pt x="57727" y="4848"/>
                  </a:cubicBezTo>
                  <a:cubicBezTo>
                    <a:pt x="49855" y="18526"/>
                    <a:pt x="41277" y="31786"/>
                    <a:pt x="32028" y="44580"/>
                  </a:cubicBezTo>
                  <a:cubicBezTo>
                    <a:pt x="19464" y="61975"/>
                    <a:pt x="-4998" y="100091"/>
                    <a:pt x="904" y="166629"/>
                  </a:cubicBezTo>
                  <a:cubicBezTo>
                    <a:pt x="4806" y="210163"/>
                    <a:pt x="29458" y="394758"/>
                    <a:pt x="29458" y="394758"/>
                  </a:cubicBezTo>
                  <a:cubicBezTo>
                    <a:pt x="19982" y="425830"/>
                    <a:pt x="14951" y="458092"/>
                    <a:pt x="14515" y="490572"/>
                  </a:cubicBezTo>
                  <a:cubicBezTo>
                    <a:pt x="16767" y="529163"/>
                    <a:pt x="21857" y="567546"/>
                    <a:pt x="29744" y="605396"/>
                  </a:cubicBezTo>
                  <a:lnTo>
                    <a:pt x="44307" y="709955"/>
                  </a:lnTo>
                  <a:cubicBezTo>
                    <a:pt x="44307" y="709955"/>
                    <a:pt x="63343" y="723928"/>
                    <a:pt x="77525" y="714043"/>
                  </a:cubicBezTo>
                  <a:lnTo>
                    <a:pt x="75812" y="611385"/>
                  </a:lnTo>
                  <a:cubicBezTo>
                    <a:pt x="77430" y="586291"/>
                    <a:pt x="79905" y="549220"/>
                    <a:pt x="81523" y="525837"/>
                  </a:cubicBezTo>
                  <a:cubicBezTo>
                    <a:pt x="84188" y="487340"/>
                    <a:pt x="91041" y="426125"/>
                    <a:pt x="93040" y="410917"/>
                  </a:cubicBezTo>
                  <a:cubicBezTo>
                    <a:pt x="95039" y="395708"/>
                    <a:pt x="99988" y="368903"/>
                    <a:pt x="102558" y="338961"/>
                  </a:cubicBezTo>
                  <a:cubicBezTo>
                    <a:pt x="105128" y="309019"/>
                    <a:pt x="116169" y="156933"/>
                    <a:pt x="116169" y="156933"/>
                  </a:cubicBezTo>
                  <a:lnTo>
                    <a:pt x="117787" y="185449"/>
                  </a:lnTo>
                  <a:cubicBezTo>
                    <a:pt x="117787" y="185449"/>
                    <a:pt x="119215" y="231741"/>
                    <a:pt x="125878" y="288773"/>
                  </a:cubicBezTo>
                  <a:cubicBezTo>
                    <a:pt x="132540" y="345805"/>
                    <a:pt x="134920" y="371089"/>
                    <a:pt x="134920" y="371089"/>
                  </a:cubicBezTo>
                  <a:cubicBezTo>
                    <a:pt x="128461" y="382524"/>
                    <a:pt x="123865" y="394910"/>
                    <a:pt x="121309" y="407780"/>
                  </a:cubicBezTo>
                  <a:cubicBezTo>
                    <a:pt x="120167" y="420042"/>
                    <a:pt x="105985" y="517567"/>
                    <a:pt x="114456" y="567185"/>
                  </a:cubicBezTo>
                  <a:lnTo>
                    <a:pt x="131779" y="693321"/>
                  </a:lnTo>
                  <a:cubicBezTo>
                    <a:pt x="140538" y="699338"/>
                    <a:pt x="151655" y="700783"/>
                    <a:pt x="161666" y="697218"/>
                  </a:cubicBezTo>
                  <a:lnTo>
                    <a:pt x="171850" y="570131"/>
                  </a:lnTo>
                  <a:cubicBezTo>
                    <a:pt x="178704" y="521749"/>
                    <a:pt x="193171" y="419186"/>
                    <a:pt x="195360" y="405879"/>
                  </a:cubicBezTo>
                  <a:cubicBezTo>
                    <a:pt x="200276" y="379007"/>
                    <a:pt x="203171" y="351812"/>
                    <a:pt x="204022" y="324513"/>
                  </a:cubicBezTo>
                  <a:cubicBezTo>
                    <a:pt x="207394" y="251863"/>
                    <a:pt x="206250" y="179071"/>
                    <a:pt x="200595" y="10655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2"/>
            <p:cNvSpPr/>
            <p:nvPr/>
          </p:nvSpPr>
          <p:spPr>
            <a:xfrm>
              <a:off x="2096876" y="2994106"/>
              <a:ext cx="219176" cy="477454"/>
            </a:xfrm>
            <a:custGeom>
              <a:rect b="b" l="l" r="r" t="t"/>
              <a:pathLst>
                <a:path extrusionOk="0" h="477454" w="219176">
                  <a:moveTo>
                    <a:pt x="62274" y="5418"/>
                  </a:moveTo>
                  <a:lnTo>
                    <a:pt x="24773" y="80606"/>
                  </a:lnTo>
                  <a:cubicBezTo>
                    <a:pt x="24773" y="80606"/>
                    <a:pt x="-32337" y="164158"/>
                    <a:pt x="26867" y="378979"/>
                  </a:cubicBezTo>
                  <a:lnTo>
                    <a:pt x="15730" y="445516"/>
                  </a:lnTo>
                  <a:cubicBezTo>
                    <a:pt x="15730" y="445516"/>
                    <a:pt x="127855" y="517377"/>
                    <a:pt x="202953" y="445516"/>
                  </a:cubicBezTo>
                  <a:cubicBezTo>
                    <a:pt x="202953" y="445516"/>
                    <a:pt x="228938" y="247044"/>
                    <a:pt x="215137" y="155508"/>
                  </a:cubicBezTo>
                  <a:cubicBezTo>
                    <a:pt x="207420" y="102867"/>
                    <a:pt x="195743" y="50882"/>
                    <a:pt x="180205" y="0"/>
                  </a:cubicBezTo>
                  <a:cubicBezTo>
                    <a:pt x="180205" y="0"/>
                    <a:pt x="161835" y="20246"/>
                    <a:pt x="67224" y="68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2"/>
            <p:cNvSpPr/>
            <p:nvPr/>
          </p:nvSpPr>
          <p:spPr>
            <a:xfrm>
              <a:off x="2115642" y="2850934"/>
              <a:ext cx="316003" cy="274536"/>
            </a:xfrm>
            <a:custGeom>
              <a:rect b="b" l="l" r="r" t="t"/>
              <a:pathLst>
                <a:path extrusionOk="0" h="274536" w="316003">
                  <a:moveTo>
                    <a:pt x="278037" y="202010"/>
                  </a:moveTo>
                  <a:cubicBezTo>
                    <a:pt x="268463" y="202400"/>
                    <a:pt x="258924" y="203417"/>
                    <a:pt x="249482" y="205052"/>
                  </a:cubicBezTo>
                  <a:cubicBezTo>
                    <a:pt x="240488" y="207875"/>
                    <a:pt x="231117" y="209320"/>
                    <a:pt x="221689" y="209329"/>
                  </a:cubicBezTo>
                  <a:cubicBezTo>
                    <a:pt x="211410" y="209329"/>
                    <a:pt x="182760" y="195071"/>
                    <a:pt x="158203" y="177867"/>
                  </a:cubicBezTo>
                  <a:cubicBezTo>
                    <a:pt x="131540" y="157867"/>
                    <a:pt x="108492" y="133467"/>
                    <a:pt x="90052" y="105721"/>
                  </a:cubicBezTo>
                  <a:cubicBezTo>
                    <a:pt x="70714" y="76112"/>
                    <a:pt x="53873" y="44963"/>
                    <a:pt x="39701" y="12568"/>
                  </a:cubicBezTo>
                  <a:cubicBezTo>
                    <a:pt x="31706" y="-10435"/>
                    <a:pt x="31896" y="5249"/>
                    <a:pt x="18285" y="4869"/>
                  </a:cubicBezTo>
                  <a:cubicBezTo>
                    <a:pt x="2199" y="4869"/>
                    <a:pt x="-6367" y="10382"/>
                    <a:pt x="5626" y="41655"/>
                  </a:cubicBezTo>
                  <a:cubicBezTo>
                    <a:pt x="17624" y="74011"/>
                    <a:pt x="34368" y="104419"/>
                    <a:pt x="55311" y="131861"/>
                  </a:cubicBezTo>
                  <a:cubicBezTo>
                    <a:pt x="74979" y="159540"/>
                    <a:pt x="99215" y="183675"/>
                    <a:pt x="126983" y="203246"/>
                  </a:cubicBezTo>
                  <a:cubicBezTo>
                    <a:pt x="151440" y="220356"/>
                    <a:pt x="177868" y="234452"/>
                    <a:pt x="205699" y="245260"/>
                  </a:cubicBezTo>
                  <a:cubicBezTo>
                    <a:pt x="213694" y="248492"/>
                    <a:pt x="218834" y="252959"/>
                    <a:pt x="233301" y="260944"/>
                  </a:cubicBezTo>
                  <a:cubicBezTo>
                    <a:pt x="247832" y="269251"/>
                    <a:pt x="264161" y="273918"/>
                    <a:pt x="280892" y="274536"/>
                  </a:cubicBezTo>
                  <a:cubicBezTo>
                    <a:pt x="294789" y="274536"/>
                    <a:pt x="299929" y="271875"/>
                    <a:pt x="300881" y="269023"/>
                  </a:cubicBezTo>
                  <a:cubicBezTo>
                    <a:pt x="301832" y="266171"/>
                    <a:pt x="299643" y="263035"/>
                    <a:pt x="293266" y="262465"/>
                  </a:cubicBezTo>
                  <a:cubicBezTo>
                    <a:pt x="283123" y="262312"/>
                    <a:pt x="273092" y="260316"/>
                    <a:pt x="263664" y="256571"/>
                  </a:cubicBezTo>
                  <a:cubicBezTo>
                    <a:pt x="263664" y="256571"/>
                    <a:pt x="277466" y="258567"/>
                    <a:pt x="285842" y="258947"/>
                  </a:cubicBezTo>
                  <a:cubicBezTo>
                    <a:pt x="293341" y="259394"/>
                    <a:pt x="300865" y="258814"/>
                    <a:pt x="308210" y="257236"/>
                  </a:cubicBezTo>
                  <a:cubicBezTo>
                    <a:pt x="315253" y="255525"/>
                    <a:pt x="319156" y="245640"/>
                    <a:pt x="312778" y="244880"/>
                  </a:cubicBezTo>
                  <a:cubicBezTo>
                    <a:pt x="306401" y="244119"/>
                    <a:pt x="301166" y="244880"/>
                    <a:pt x="288793" y="244404"/>
                  </a:cubicBezTo>
                  <a:cubicBezTo>
                    <a:pt x="282333" y="243967"/>
                    <a:pt x="275944" y="242788"/>
                    <a:pt x="269756" y="240887"/>
                  </a:cubicBezTo>
                  <a:cubicBezTo>
                    <a:pt x="278072" y="240944"/>
                    <a:pt x="286380" y="240345"/>
                    <a:pt x="294599" y="239081"/>
                  </a:cubicBezTo>
                  <a:cubicBezTo>
                    <a:pt x="301263" y="238425"/>
                    <a:pt x="307602" y="235887"/>
                    <a:pt x="312874" y="231762"/>
                  </a:cubicBezTo>
                  <a:cubicBezTo>
                    <a:pt x="315634" y="229481"/>
                    <a:pt x="316110" y="223112"/>
                    <a:pt x="308019" y="223207"/>
                  </a:cubicBezTo>
                  <a:cubicBezTo>
                    <a:pt x="298031" y="224947"/>
                    <a:pt x="287865" y="225460"/>
                    <a:pt x="277751" y="224728"/>
                  </a:cubicBezTo>
                  <a:cubicBezTo>
                    <a:pt x="267757" y="223302"/>
                    <a:pt x="260809" y="220926"/>
                    <a:pt x="262332" y="219595"/>
                  </a:cubicBezTo>
                  <a:cubicBezTo>
                    <a:pt x="263855" y="218264"/>
                    <a:pt x="269756" y="219595"/>
                    <a:pt x="278132" y="216553"/>
                  </a:cubicBezTo>
                  <a:cubicBezTo>
                    <a:pt x="286508" y="213512"/>
                    <a:pt x="292219" y="206193"/>
                    <a:pt x="290315" y="201915"/>
                  </a:cubicBezTo>
                  <a:cubicBezTo>
                    <a:pt x="288412" y="197638"/>
                    <a:pt x="287079" y="200395"/>
                    <a:pt x="278037" y="20201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2"/>
            <p:cNvSpPr/>
            <p:nvPr/>
          </p:nvSpPr>
          <p:spPr>
            <a:xfrm>
              <a:off x="2110000" y="2833008"/>
              <a:ext cx="75991" cy="89275"/>
            </a:xfrm>
            <a:custGeom>
              <a:rect b="b" l="l" r="r" t="t"/>
              <a:pathLst>
                <a:path extrusionOk="0" h="89275" w="75991">
                  <a:moveTo>
                    <a:pt x="18406" y="89237"/>
                  </a:moveTo>
                  <a:cubicBezTo>
                    <a:pt x="18406" y="89237"/>
                    <a:pt x="55147" y="91139"/>
                    <a:pt x="75991" y="68231"/>
                  </a:cubicBezTo>
                  <a:lnTo>
                    <a:pt x="53338" y="20704"/>
                  </a:lnTo>
                  <a:cubicBezTo>
                    <a:pt x="53338" y="20704"/>
                    <a:pt x="42963" y="-5436"/>
                    <a:pt x="18501" y="1028"/>
                  </a:cubicBezTo>
                  <a:cubicBezTo>
                    <a:pt x="-5960" y="7491"/>
                    <a:pt x="-6341" y="42186"/>
                    <a:pt x="18406" y="892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2"/>
            <p:cNvSpPr/>
            <p:nvPr/>
          </p:nvSpPr>
          <p:spPr>
            <a:xfrm>
              <a:off x="2246717" y="2802864"/>
              <a:ext cx="61392" cy="64630"/>
            </a:xfrm>
            <a:custGeom>
              <a:rect b="b" l="l" r="r" t="t"/>
              <a:pathLst>
                <a:path extrusionOk="0" h="64630" w="61392">
                  <a:moveTo>
                    <a:pt x="0" y="469"/>
                  </a:moveTo>
                  <a:cubicBezTo>
                    <a:pt x="0" y="469"/>
                    <a:pt x="29792" y="-9036"/>
                    <a:pt x="61392" y="57501"/>
                  </a:cubicBezTo>
                  <a:lnTo>
                    <a:pt x="49590" y="64630"/>
                  </a:lnTo>
                  <a:cubicBezTo>
                    <a:pt x="49590" y="64630"/>
                    <a:pt x="18465" y="17294"/>
                    <a:pt x="0" y="46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2"/>
            <p:cNvSpPr/>
            <p:nvPr/>
          </p:nvSpPr>
          <p:spPr>
            <a:xfrm>
              <a:off x="2092047" y="1119152"/>
              <a:ext cx="668082" cy="515307"/>
            </a:xfrm>
            <a:custGeom>
              <a:rect b="b" l="l" r="r" t="t"/>
              <a:pathLst>
                <a:path extrusionOk="0" h="515307" w="668082">
                  <a:moveTo>
                    <a:pt x="668083" y="310182"/>
                  </a:moveTo>
                  <a:lnTo>
                    <a:pt x="141345" y="6010"/>
                  </a:lnTo>
                  <a:lnTo>
                    <a:pt x="139346" y="4869"/>
                  </a:lnTo>
                  <a:lnTo>
                    <a:pt x="139346" y="4869"/>
                  </a:lnTo>
                  <a:cubicBezTo>
                    <a:pt x="124498" y="-3020"/>
                    <a:pt x="104415" y="-1594"/>
                    <a:pt x="82237" y="11143"/>
                  </a:cubicBezTo>
                  <a:cubicBezTo>
                    <a:pt x="36835" y="37378"/>
                    <a:pt x="0" y="101064"/>
                    <a:pt x="0" y="153723"/>
                  </a:cubicBezTo>
                  <a:cubicBezTo>
                    <a:pt x="0" y="180814"/>
                    <a:pt x="9994" y="199539"/>
                    <a:pt x="25890" y="207619"/>
                  </a:cubicBezTo>
                  <a:lnTo>
                    <a:pt x="559765" y="515307"/>
                  </a:ln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2"/>
            <p:cNvSpPr/>
            <p:nvPr/>
          </p:nvSpPr>
          <p:spPr>
            <a:xfrm rot="-3598236">
              <a:off x="2590249" y="1465200"/>
              <a:ext cx="232417" cy="133906"/>
            </a:xfrm>
            <a:custGeom>
              <a:rect b="b" l="l" r="r" t="t"/>
              <a:pathLst>
                <a:path extrusionOk="0" h="134025" w="232624">
                  <a:moveTo>
                    <a:pt x="232625" y="67013"/>
                  </a:moveTo>
                  <a:cubicBezTo>
                    <a:pt x="232625" y="104023"/>
                    <a:pt x="180550" y="134026"/>
                    <a:pt x="116312" y="134026"/>
                  </a:cubicBezTo>
                  <a:cubicBezTo>
                    <a:pt x="52075" y="134026"/>
                    <a:pt x="0" y="104023"/>
                    <a:pt x="0" y="67013"/>
                  </a:cubicBezTo>
                  <a:cubicBezTo>
                    <a:pt x="0" y="30003"/>
                    <a:pt x="52075" y="0"/>
                    <a:pt x="116312" y="0"/>
                  </a:cubicBezTo>
                  <a:cubicBezTo>
                    <a:pt x="180550" y="0"/>
                    <a:pt x="232625" y="30003"/>
                    <a:pt x="232625" y="67013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2"/>
            <p:cNvSpPr/>
            <p:nvPr/>
          </p:nvSpPr>
          <p:spPr>
            <a:xfrm>
              <a:off x="2667422" y="1490358"/>
              <a:ext cx="274409" cy="269191"/>
            </a:xfrm>
            <a:custGeom>
              <a:rect b="b" l="l" r="r" t="t"/>
              <a:pathLst>
                <a:path extrusionOk="0" h="269191" w="274409">
                  <a:moveTo>
                    <a:pt x="274410" y="269192"/>
                  </a:moveTo>
                  <a:lnTo>
                    <a:pt x="0" y="111023"/>
                  </a:lnTo>
                  <a:lnTo>
                    <a:pt x="0" y="0"/>
                  </a:lnTo>
                  <a:lnTo>
                    <a:pt x="274410" y="158264"/>
                  </a:lnTo>
                  <a:lnTo>
                    <a:pt x="274410" y="26919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2"/>
            <p:cNvSpPr/>
            <p:nvPr/>
          </p:nvSpPr>
          <p:spPr>
            <a:xfrm>
              <a:off x="2667422" y="1454143"/>
              <a:ext cx="337610" cy="194669"/>
            </a:xfrm>
            <a:custGeom>
              <a:rect b="b" l="l" r="r" t="t"/>
              <a:pathLst>
                <a:path extrusionOk="0" h="194669" w="337610">
                  <a:moveTo>
                    <a:pt x="274410" y="194670"/>
                  </a:moveTo>
                  <a:lnTo>
                    <a:pt x="0" y="36501"/>
                  </a:lnTo>
                  <a:lnTo>
                    <a:pt x="63201" y="0"/>
                  </a:lnTo>
                  <a:lnTo>
                    <a:pt x="337611" y="158264"/>
                  </a:lnTo>
                  <a:lnTo>
                    <a:pt x="274410" y="194670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2"/>
            <p:cNvSpPr/>
            <p:nvPr/>
          </p:nvSpPr>
          <p:spPr>
            <a:xfrm rot="-1801764">
              <a:off x="2968958" y="1259916"/>
              <a:ext cx="690027" cy="1193572"/>
            </a:xfrm>
            <a:custGeom>
              <a:rect b="b" l="l" r="r" t="t"/>
              <a:pathLst>
                <a:path extrusionOk="0" h="1194633" w="690640">
                  <a:moveTo>
                    <a:pt x="690640" y="597317"/>
                  </a:moveTo>
                  <a:cubicBezTo>
                    <a:pt x="690640" y="927206"/>
                    <a:pt x="536035" y="1194633"/>
                    <a:pt x="345320" y="1194633"/>
                  </a:cubicBezTo>
                  <a:cubicBezTo>
                    <a:pt x="154605" y="1194633"/>
                    <a:pt x="0" y="927206"/>
                    <a:pt x="0" y="597317"/>
                  </a:cubicBezTo>
                  <a:cubicBezTo>
                    <a:pt x="0" y="267428"/>
                    <a:pt x="154605" y="0"/>
                    <a:pt x="345320" y="0"/>
                  </a:cubicBezTo>
                  <a:cubicBezTo>
                    <a:pt x="536035" y="0"/>
                    <a:pt x="690640" y="267428"/>
                    <a:pt x="690640" y="597317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2"/>
            <p:cNvSpPr/>
            <p:nvPr/>
          </p:nvSpPr>
          <p:spPr>
            <a:xfrm>
              <a:off x="2858071" y="1161854"/>
              <a:ext cx="1027965" cy="1324206"/>
            </a:xfrm>
            <a:custGeom>
              <a:rect b="b" l="l" r="r" t="t"/>
              <a:pathLst>
                <a:path extrusionOk="0" h="1324206" w="1027965">
                  <a:moveTo>
                    <a:pt x="513983" y="1254422"/>
                  </a:moveTo>
                  <a:cubicBezTo>
                    <a:pt x="230816" y="1091119"/>
                    <a:pt x="0" y="692560"/>
                    <a:pt x="0" y="365955"/>
                  </a:cubicBezTo>
                  <a:cubicBezTo>
                    <a:pt x="0" y="39351"/>
                    <a:pt x="230436" y="-93439"/>
                    <a:pt x="513983" y="69863"/>
                  </a:cubicBezTo>
                  <a:cubicBezTo>
                    <a:pt x="797530" y="233165"/>
                    <a:pt x="1027966" y="631725"/>
                    <a:pt x="1027966" y="958234"/>
                  </a:cubicBezTo>
                  <a:cubicBezTo>
                    <a:pt x="1027966" y="1284744"/>
                    <a:pt x="797245" y="1417629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2"/>
            <p:cNvSpPr/>
            <p:nvPr/>
          </p:nvSpPr>
          <p:spPr>
            <a:xfrm>
              <a:off x="2800391" y="1195123"/>
              <a:ext cx="1027965" cy="1324248"/>
            </a:xfrm>
            <a:custGeom>
              <a:rect b="b" l="l" r="r" t="t"/>
              <a:pathLst>
                <a:path extrusionOk="0" h="1324248" w="1027965">
                  <a:moveTo>
                    <a:pt x="513983" y="1254422"/>
                  </a:moveTo>
                  <a:cubicBezTo>
                    <a:pt x="230721" y="1091119"/>
                    <a:pt x="0" y="692560"/>
                    <a:pt x="0" y="365955"/>
                  </a:cubicBezTo>
                  <a:cubicBezTo>
                    <a:pt x="0" y="39351"/>
                    <a:pt x="230341" y="-93439"/>
                    <a:pt x="513983" y="69863"/>
                  </a:cubicBezTo>
                  <a:cubicBezTo>
                    <a:pt x="797625" y="233165"/>
                    <a:pt x="1027966" y="631725"/>
                    <a:pt x="1027966" y="958234"/>
                  </a:cubicBezTo>
                  <a:cubicBezTo>
                    <a:pt x="1027966" y="1284744"/>
                    <a:pt x="797149" y="1417724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6" name="Google Shape;406;p2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Módulos</a:t>
            </a:r>
            <a:endParaRPr sz="3200"/>
          </a:p>
        </p:txBody>
      </p:sp>
      <p:sp>
        <p:nvSpPr>
          <p:cNvPr id="412" name="Google Shape;412;p3"/>
          <p:cNvSpPr txBox="1"/>
          <p:nvPr/>
        </p:nvSpPr>
        <p:spPr>
          <a:xfrm>
            <a:off x="457199" y="1365504"/>
            <a:ext cx="8783053" cy="32711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1 · Tiempo y prioridades.</a:t>
            </a:r>
            <a:endParaRPr b="0" i="0" sz="2400" u="none" cap="none" strike="noStrike">
              <a:solidFill>
                <a:srgbClr val="007BB9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2 · Gestión de tareas y tableros.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3 · Correo y comunicación efectiva.</a:t>
            </a:r>
            <a:endParaRPr b="0" i="0" sz="2400" u="none" cap="none" strike="noStrike">
              <a:solidFill>
                <a:srgbClr val="007BB9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4 · Productividad digital y automatización</a:t>
            </a: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.</a:t>
            </a:r>
            <a:endParaRPr/>
          </a:p>
        </p:txBody>
      </p:sp>
      <p:grpSp>
        <p:nvGrpSpPr>
          <p:cNvPr id="413" name="Google Shape;413;p3"/>
          <p:cNvGrpSpPr/>
          <p:nvPr/>
        </p:nvGrpSpPr>
        <p:grpSpPr>
          <a:xfrm>
            <a:off x="3243784" y="3575412"/>
            <a:ext cx="1925674" cy="1061238"/>
            <a:chOff x="6986665" y="3298709"/>
            <a:chExt cx="1817809" cy="1077669"/>
          </a:xfrm>
        </p:grpSpPr>
        <p:sp>
          <p:nvSpPr>
            <p:cNvPr id="414" name="Google Shape;414;p3"/>
            <p:cNvSpPr/>
            <p:nvPr/>
          </p:nvSpPr>
          <p:spPr>
            <a:xfrm>
              <a:off x="6986665" y="3342725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3"/>
            <p:cNvSpPr/>
            <p:nvPr/>
          </p:nvSpPr>
          <p:spPr>
            <a:xfrm>
              <a:off x="7014156" y="3327342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7014156" y="3298709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7976493" y="3396565"/>
              <a:ext cx="664692" cy="383742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3"/>
            <p:cNvSpPr/>
            <p:nvPr/>
          </p:nvSpPr>
          <p:spPr>
            <a:xfrm>
              <a:off x="7912754" y="3450709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7863331" y="3479190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3"/>
            <p:cNvSpPr/>
            <p:nvPr/>
          </p:nvSpPr>
          <p:spPr>
            <a:xfrm>
              <a:off x="7813984" y="3507747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7451727" y="3699575"/>
              <a:ext cx="664616" cy="383743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3"/>
            <p:cNvSpPr/>
            <p:nvPr/>
          </p:nvSpPr>
          <p:spPr>
            <a:xfrm>
              <a:off x="7387988" y="3753643"/>
              <a:ext cx="593293" cy="342595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7338565" y="3782200"/>
              <a:ext cx="582091" cy="33604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3"/>
            <p:cNvSpPr/>
            <p:nvPr/>
          </p:nvSpPr>
          <p:spPr>
            <a:xfrm>
              <a:off x="7289218" y="3810681"/>
              <a:ext cx="496671" cy="286816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3"/>
            <p:cNvSpPr/>
            <p:nvPr/>
          </p:nvSpPr>
          <p:spPr>
            <a:xfrm>
              <a:off x="7582329" y="3561435"/>
              <a:ext cx="337413" cy="194766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3"/>
            <p:cNvSpPr/>
            <p:nvPr/>
          </p:nvSpPr>
          <p:spPr>
            <a:xfrm>
              <a:off x="7800200" y="3687162"/>
              <a:ext cx="337413" cy="194843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3"/>
            <p:cNvSpPr/>
            <p:nvPr/>
          </p:nvSpPr>
          <p:spPr>
            <a:xfrm>
              <a:off x="8018073" y="3812966"/>
              <a:ext cx="337413" cy="194843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3"/>
            <p:cNvSpPr/>
            <p:nvPr/>
          </p:nvSpPr>
          <p:spPr>
            <a:xfrm>
              <a:off x="7794459" y="3551002"/>
              <a:ext cx="540846" cy="312343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3"/>
            <p:cNvSpPr/>
            <p:nvPr/>
          </p:nvSpPr>
          <p:spPr>
            <a:xfrm>
              <a:off x="7824798" y="3491907"/>
              <a:ext cx="470058" cy="181410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3"/>
            <p:cNvSpPr/>
            <p:nvPr/>
          </p:nvSpPr>
          <p:spPr>
            <a:xfrm>
              <a:off x="7794490" y="3623727"/>
              <a:ext cx="41071" cy="82677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3"/>
            <p:cNvSpPr/>
            <p:nvPr/>
          </p:nvSpPr>
          <p:spPr>
            <a:xfrm>
              <a:off x="8298847" y="3624184"/>
              <a:ext cx="36118" cy="82219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3"/>
            <p:cNvSpPr/>
            <p:nvPr/>
          </p:nvSpPr>
          <p:spPr>
            <a:xfrm>
              <a:off x="7842237" y="3535238"/>
              <a:ext cx="450190" cy="25984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3"/>
            <p:cNvSpPr/>
            <p:nvPr/>
          </p:nvSpPr>
          <p:spPr>
            <a:xfrm>
              <a:off x="7815050" y="3673683"/>
              <a:ext cx="491790" cy="176435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3"/>
            <p:cNvSpPr/>
            <p:nvPr/>
          </p:nvSpPr>
          <p:spPr>
            <a:xfrm>
              <a:off x="7794490" y="3472184"/>
              <a:ext cx="540791" cy="312391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3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3"/>
            <p:cNvSpPr/>
            <p:nvPr/>
          </p:nvSpPr>
          <p:spPr>
            <a:xfrm>
              <a:off x="7752377" y="3752957"/>
              <a:ext cx="148970" cy="86030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3"/>
            <p:cNvSpPr/>
            <p:nvPr/>
          </p:nvSpPr>
          <p:spPr>
            <a:xfrm>
              <a:off x="7787483" y="3773138"/>
              <a:ext cx="113842" cy="106298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3"/>
            <p:cNvSpPr/>
            <p:nvPr/>
          </p:nvSpPr>
          <p:spPr>
            <a:xfrm>
              <a:off x="7465892" y="3799784"/>
              <a:ext cx="345033" cy="254286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3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0" name="Google Shape;440;p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2800"/>
              <a:t>Módulo 1 ·</a:t>
            </a:r>
            <a:r>
              <a:rPr lang="es-ES" sz="2800">
                <a:solidFill>
                  <a:srgbClr val="007BB9"/>
                </a:solidFill>
              </a:rPr>
              <a:t> Tiempo y prioridades</a:t>
            </a:r>
            <a:r>
              <a:rPr lang="es-ES" sz="2000">
                <a:solidFill>
                  <a:srgbClr val="007BB9"/>
                </a:solidFill>
              </a:rPr>
              <a:t>.</a:t>
            </a:r>
            <a:br>
              <a:rPr lang="es-ES" sz="2000">
                <a:solidFill>
                  <a:srgbClr val="007BB9"/>
                </a:solidFill>
              </a:rPr>
            </a:br>
            <a:endParaRPr sz="2800"/>
          </a:p>
        </p:txBody>
      </p:sp>
      <p:sp>
        <p:nvSpPr>
          <p:cNvPr id="446" name="Google Shape;446;p4"/>
          <p:cNvSpPr txBox="1"/>
          <p:nvPr>
            <p:ph idx="1" type="body"/>
          </p:nvPr>
        </p:nvSpPr>
        <p:spPr>
          <a:xfrm>
            <a:off x="457200" y="1189350"/>
            <a:ext cx="7922100" cy="3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s-ES" sz="1700"/>
              <a:t>Aprenderás a definir objetivos SMART (específicos, medibles, alcanzables, relevantes y temporales).</a:t>
            </a:r>
            <a:endParaRPr sz="1700"/>
          </a:p>
          <a:p>
            <a:pPr indent="-3238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s-ES" sz="1700"/>
              <a:t>Ejemplo: En lugar de decir 'organizarme mejor', define 'planificar mi semana cada lunes de 9:00 a 9:30'.</a:t>
            </a:r>
            <a:endParaRPr sz="1700"/>
          </a:p>
          <a:p>
            <a:pPr indent="-3238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s-ES" sz="1700"/>
              <a:t>Usaremos la Matriz de Eisenhower para diferenciar entre lo urgente y lo importante.</a:t>
            </a:r>
            <a:endParaRPr sz="1700"/>
          </a:p>
          <a:p>
            <a:pPr indent="-32385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▹"/>
            </a:pPr>
            <a:r>
              <a:rPr lang="es-ES" sz="1700"/>
              <a:t>- Urgente: correo del cliente con plazo hoy.</a:t>
            </a:r>
            <a:endParaRPr sz="1700"/>
          </a:p>
          <a:p>
            <a:pPr indent="-32385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▹"/>
            </a:pPr>
            <a:r>
              <a:rPr lang="es-ES" sz="1700"/>
              <a:t>- Importante: revisar informe mensual.</a:t>
            </a:r>
            <a:endParaRPr sz="1700"/>
          </a:p>
          <a:p>
            <a:pPr indent="-3238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s-ES" sz="1700"/>
              <a:t>Aprenderás la técnica Pomodoro (25 min trabajo + 5 min pausa) y Timeboxing para bloques de concentración.</a:t>
            </a:r>
            <a:endParaRPr sz="1700"/>
          </a:p>
          <a:p>
            <a:pPr indent="-3238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s-ES" sz="1700"/>
              <a:t>Diseñarás tu semana con bloques de foco, reuniones y tiempo buffer para imprevistos.</a:t>
            </a:r>
            <a:endParaRPr sz="1700"/>
          </a:p>
          <a:p>
            <a:pPr indent="0" lvl="0" marL="1143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447" name="Google Shape;447;p4"/>
          <p:cNvGrpSpPr/>
          <p:nvPr/>
        </p:nvGrpSpPr>
        <p:grpSpPr>
          <a:xfrm>
            <a:off x="8127033" y="3208581"/>
            <a:ext cx="893531" cy="1308735"/>
            <a:chOff x="2152750" y="190500"/>
            <a:chExt cx="4293756" cy="4762499"/>
          </a:xfrm>
        </p:grpSpPr>
        <p:sp>
          <p:nvSpPr>
            <p:cNvPr id="448" name="Google Shape;448;p4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4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4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4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4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4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4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4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4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4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4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4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4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4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4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4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4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4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4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4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4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4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4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4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4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4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4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4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4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4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4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4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4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4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4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4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4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4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4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4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4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4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4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4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4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4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4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4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4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4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4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4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4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4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4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4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4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4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4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4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4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4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4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4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4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4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4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4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4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4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4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4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4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4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22" name="Google Shape;522;p4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523" name="Google Shape;523;p4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4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4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4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4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4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4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" name="Google Shape;530;p4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4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2" name="Google Shape;532;p4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533" name="Google Shape;533;p4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" name="Google Shape;534;p4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p4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" name="Google Shape;536;p4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537;p4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38" name="Google Shape;538;p4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4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4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4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4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4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4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4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4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4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4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4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4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4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4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4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4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4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6" name="Google Shape;556;p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2800"/>
              <a:t>Práctica guiada – Módulo 1</a:t>
            </a:r>
            <a:endParaRPr sz="2800"/>
          </a:p>
        </p:txBody>
      </p:sp>
      <p:sp>
        <p:nvSpPr>
          <p:cNvPr id="562" name="Google Shape;562;p5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1. Define 3 objetivos SMART personales o laborales.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2. Dibuja tu Matriz de Eisenhower con tus tareas actuales.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3. Planifica tu semana en un calendario digital.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4. Aplica la técnica Pomodoro con un temporizador y anota los resultados.</a:t>
            </a:r>
            <a:endParaRPr/>
          </a:p>
          <a:p>
            <a:pPr indent="0" lvl="0" marL="1143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563" name="Google Shape;563;p5"/>
          <p:cNvGrpSpPr/>
          <p:nvPr/>
        </p:nvGrpSpPr>
        <p:grpSpPr>
          <a:xfrm>
            <a:off x="7609818" y="1388285"/>
            <a:ext cx="1060296" cy="1308875"/>
            <a:chOff x="2152750" y="190500"/>
            <a:chExt cx="4293756" cy="4762499"/>
          </a:xfrm>
        </p:grpSpPr>
        <p:sp>
          <p:nvSpPr>
            <p:cNvPr id="564" name="Google Shape;564;p5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5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5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5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5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5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5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5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5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5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5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5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5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5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5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5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5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5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5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5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5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5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5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5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5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5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5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5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5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5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5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5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5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5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5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5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5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5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5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5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5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5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5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5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5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5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5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5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5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5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5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5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5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5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5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5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5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5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5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5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5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5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5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5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5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5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5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5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5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5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5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5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5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5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8" name="Google Shape;638;p5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639" name="Google Shape;639;p5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5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5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5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5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5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5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5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5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8" name="Google Shape;648;p5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649" name="Google Shape;649;p5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5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5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5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5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4" name="Google Shape;654;p5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5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5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5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5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5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5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5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5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5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5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5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5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5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5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5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5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5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2" name="Google Shape;672;p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Módulo 2 ·</a:t>
            </a:r>
            <a:r>
              <a:rPr lang="es-ES" sz="3200">
                <a:solidFill>
                  <a:srgbClr val="007BB9"/>
                </a:solidFill>
              </a:rPr>
              <a:t> Gestión de tareas y tableros.</a:t>
            </a:r>
            <a:br>
              <a:rPr lang="es-ES" sz="3200">
                <a:solidFill>
                  <a:srgbClr val="007BB9"/>
                </a:solidFill>
              </a:rPr>
            </a:br>
            <a:endParaRPr sz="3200"/>
          </a:p>
        </p:txBody>
      </p:sp>
      <p:sp>
        <p:nvSpPr>
          <p:cNvPr id="678" name="Google Shape;678;p6"/>
          <p:cNvSpPr txBox="1"/>
          <p:nvPr>
            <p:ph idx="1" type="body"/>
          </p:nvPr>
        </p:nvSpPr>
        <p:spPr>
          <a:xfrm>
            <a:off x="457200" y="1560050"/>
            <a:ext cx="8022600" cy="30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</a:pPr>
            <a:r>
              <a:rPr lang="es-ES" sz="1800"/>
              <a:t>Aprenderás a capturar todas tus tareas en un 'Inbox' central antes de organizarlas.</a:t>
            </a:r>
            <a:endParaRPr sz="1800"/>
          </a:p>
          <a:p>
            <a:pPr indent="-3302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</a:pPr>
            <a:r>
              <a:rPr lang="es-ES" sz="1800"/>
              <a:t>Ejemplo: Usar Microsoft To Do, Trello o Asana como bandeja de entrada.</a:t>
            </a:r>
            <a:endParaRPr sz="1800"/>
          </a:p>
          <a:p>
            <a:pPr indent="-3302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</a:pPr>
            <a:r>
              <a:rPr lang="es-ES" sz="1800"/>
              <a:t>Usaremos el método Kanban con columnas: 'Por hacer', 'En progreso' y 'Hecho'.</a:t>
            </a:r>
            <a:endParaRPr sz="1800"/>
          </a:p>
          <a:p>
            <a:pPr indent="-33020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</a:pPr>
            <a:r>
              <a:rPr lang="es-ES" sz="1800"/>
              <a:t>- Establece un límite de tareas activas (WIP) para evitar sobrecarga.</a:t>
            </a:r>
            <a:endParaRPr sz="1800"/>
          </a:p>
          <a:p>
            <a:pPr indent="-3302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</a:pPr>
            <a:r>
              <a:rPr lang="es-ES" sz="1800"/>
              <a:t>Veremos cómo usar etiquetas, fechas límite y vistas de calendario.</a:t>
            </a:r>
            <a:endParaRPr sz="1800"/>
          </a:p>
          <a:p>
            <a:pPr indent="-3302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</a:pPr>
            <a:r>
              <a:rPr lang="es-ES" sz="1800"/>
              <a:t>Aprenderás a realizar revisiones diarias (5’), semanales (30’) y mensuales (45’) para mantener el control.</a:t>
            </a:r>
            <a:endParaRPr sz="1800"/>
          </a:p>
        </p:txBody>
      </p:sp>
      <p:grpSp>
        <p:nvGrpSpPr>
          <p:cNvPr id="679" name="Google Shape;679;p6"/>
          <p:cNvGrpSpPr/>
          <p:nvPr/>
        </p:nvGrpSpPr>
        <p:grpSpPr>
          <a:xfrm>
            <a:off x="7930557" y="2375449"/>
            <a:ext cx="1213443" cy="1169185"/>
            <a:chOff x="1926580" y="602477"/>
            <a:chExt cx="4456273" cy="4762466"/>
          </a:xfrm>
        </p:grpSpPr>
        <p:sp>
          <p:nvSpPr>
            <p:cNvPr id="680" name="Google Shape;680;p6"/>
            <p:cNvSpPr/>
            <p:nvPr/>
          </p:nvSpPr>
          <p:spPr>
            <a:xfrm>
              <a:off x="4352367" y="1409287"/>
              <a:ext cx="1407834" cy="1779317"/>
            </a:xfrm>
            <a:custGeom>
              <a:rect b="b" l="l" r="r" t="t"/>
              <a:pathLst>
                <a:path extrusionOk="0" h="1779317" w="1407834">
                  <a:moveTo>
                    <a:pt x="1367440" y="1774437"/>
                  </a:moveTo>
                  <a:lnTo>
                    <a:pt x="40490" y="1006627"/>
                  </a:lnTo>
                  <a:cubicBezTo>
                    <a:pt x="18059" y="993768"/>
                    <a:pt x="0" y="959002"/>
                    <a:pt x="0" y="929188"/>
                  </a:cubicBezTo>
                  <a:lnTo>
                    <a:pt x="0" y="35458"/>
                  </a:lnTo>
                  <a:cubicBezTo>
                    <a:pt x="0" y="5645"/>
                    <a:pt x="18059" y="-8071"/>
                    <a:pt x="40490" y="4883"/>
                  </a:cubicBezTo>
                  <a:lnTo>
                    <a:pt x="1367440" y="772598"/>
                  </a:lnTo>
                  <a:cubicBezTo>
                    <a:pt x="1389776" y="785551"/>
                    <a:pt x="1407835" y="820223"/>
                    <a:pt x="1407835" y="850131"/>
                  </a:cubicBezTo>
                  <a:lnTo>
                    <a:pt x="1407835" y="1743767"/>
                  </a:lnTo>
                  <a:cubicBezTo>
                    <a:pt x="1407835" y="1773675"/>
                    <a:pt x="1389776" y="1787391"/>
                    <a:pt x="1367440" y="1774437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6"/>
            <p:cNvSpPr/>
            <p:nvPr/>
          </p:nvSpPr>
          <p:spPr>
            <a:xfrm>
              <a:off x="4492846" y="1745654"/>
              <a:ext cx="1118701" cy="793785"/>
            </a:xfrm>
            <a:custGeom>
              <a:rect b="b" l="l" r="r" t="t"/>
              <a:pathLst>
                <a:path extrusionOk="0" h="793785" w="1118701">
                  <a:moveTo>
                    <a:pt x="1073650" y="788370"/>
                  </a:moveTo>
                  <a:lnTo>
                    <a:pt x="45147" y="193344"/>
                  </a:lnTo>
                  <a:cubicBezTo>
                    <a:pt x="20245" y="178866"/>
                    <a:pt x="0" y="140194"/>
                    <a:pt x="0" y="106952"/>
                  </a:cubicBezTo>
                  <a:lnTo>
                    <a:pt x="0" y="39610"/>
                  </a:lnTo>
                  <a:cubicBezTo>
                    <a:pt x="0" y="6273"/>
                    <a:pt x="20245" y="-8967"/>
                    <a:pt x="45147" y="5415"/>
                  </a:cubicBezTo>
                  <a:lnTo>
                    <a:pt x="1073650" y="600442"/>
                  </a:lnTo>
                  <a:cubicBezTo>
                    <a:pt x="1098552" y="614825"/>
                    <a:pt x="1118702" y="653496"/>
                    <a:pt x="1118702" y="686834"/>
                  </a:cubicBezTo>
                  <a:lnTo>
                    <a:pt x="1118702" y="754176"/>
                  </a:lnTo>
                  <a:cubicBezTo>
                    <a:pt x="1118702" y="787513"/>
                    <a:pt x="1098552" y="802753"/>
                    <a:pt x="1073650" y="7883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6"/>
            <p:cNvSpPr/>
            <p:nvPr/>
          </p:nvSpPr>
          <p:spPr>
            <a:xfrm>
              <a:off x="3766118" y="879295"/>
              <a:ext cx="2497551" cy="3394041"/>
            </a:xfrm>
            <a:custGeom>
              <a:rect b="b" l="l" r="r" t="t"/>
              <a:pathLst>
                <a:path extrusionOk="0" h="3394041" w="2497551">
                  <a:moveTo>
                    <a:pt x="2437193" y="3386756"/>
                  </a:moveTo>
                  <a:lnTo>
                    <a:pt x="60355" y="2011346"/>
                  </a:lnTo>
                  <a:cubicBezTo>
                    <a:pt x="26993" y="1992296"/>
                    <a:pt x="0" y="1940289"/>
                    <a:pt x="0" y="1895808"/>
                  </a:cubicBezTo>
                  <a:lnTo>
                    <a:pt x="0" y="53006"/>
                  </a:lnTo>
                  <a:cubicBezTo>
                    <a:pt x="0" y="8429"/>
                    <a:pt x="26993" y="-12050"/>
                    <a:pt x="60355" y="7286"/>
                  </a:cubicBezTo>
                  <a:lnTo>
                    <a:pt x="2437193" y="1382696"/>
                  </a:lnTo>
                  <a:cubicBezTo>
                    <a:pt x="2470554" y="1401746"/>
                    <a:pt x="2497548" y="1453752"/>
                    <a:pt x="2497548" y="1498234"/>
                  </a:cubicBezTo>
                  <a:lnTo>
                    <a:pt x="2497548" y="3341036"/>
                  </a:lnTo>
                  <a:cubicBezTo>
                    <a:pt x="2497928" y="3385613"/>
                    <a:pt x="2470934" y="3406092"/>
                    <a:pt x="2437193" y="3386756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6"/>
            <p:cNvSpPr/>
            <p:nvPr/>
          </p:nvSpPr>
          <p:spPr>
            <a:xfrm>
              <a:off x="3744257" y="892344"/>
              <a:ext cx="2498022" cy="3393845"/>
            </a:xfrm>
            <a:custGeom>
              <a:rect b="b" l="l" r="r" t="t"/>
              <a:pathLst>
                <a:path extrusionOk="0" h="3393845" w="2498022">
                  <a:moveTo>
                    <a:pt x="2437668" y="3386756"/>
                  </a:moveTo>
                  <a:lnTo>
                    <a:pt x="60450" y="2010965"/>
                  </a:lnTo>
                  <a:cubicBezTo>
                    <a:pt x="27088" y="1991915"/>
                    <a:pt x="0" y="1939908"/>
                    <a:pt x="0" y="1895331"/>
                  </a:cubicBezTo>
                  <a:lnTo>
                    <a:pt x="0" y="53006"/>
                  </a:lnTo>
                  <a:cubicBezTo>
                    <a:pt x="0" y="8429"/>
                    <a:pt x="27088" y="-12050"/>
                    <a:pt x="60450" y="7286"/>
                  </a:cubicBezTo>
                  <a:lnTo>
                    <a:pt x="2437668" y="1382696"/>
                  </a:lnTo>
                  <a:cubicBezTo>
                    <a:pt x="2471030" y="1401746"/>
                    <a:pt x="2498023" y="1453752"/>
                    <a:pt x="2498023" y="1498329"/>
                  </a:cubicBezTo>
                  <a:lnTo>
                    <a:pt x="2498023" y="3340655"/>
                  </a:lnTo>
                  <a:cubicBezTo>
                    <a:pt x="2498023" y="3385136"/>
                    <a:pt x="2471030" y="3405806"/>
                    <a:pt x="2437668" y="338675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6"/>
            <p:cNvSpPr/>
            <p:nvPr/>
          </p:nvSpPr>
          <p:spPr>
            <a:xfrm>
              <a:off x="3740075" y="894303"/>
              <a:ext cx="2498022" cy="3394082"/>
            </a:xfrm>
            <a:custGeom>
              <a:rect b="b" l="l" r="r" t="t"/>
              <a:pathLst>
                <a:path extrusionOk="0" h="3394082" w="2498022">
                  <a:moveTo>
                    <a:pt x="2437668" y="3386797"/>
                  </a:moveTo>
                  <a:lnTo>
                    <a:pt x="60450" y="2011387"/>
                  </a:lnTo>
                  <a:cubicBezTo>
                    <a:pt x="27088" y="1992337"/>
                    <a:pt x="0" y="1940330"/>
                    <a:pt x="0" y="1895753"/>
                  </a:cubicBezTo>
                  <a:lnTo>
                    <a:pt x="0" y="52951"/>
                  </a:lnTo>
                  <a:cubicBezTo>
                    <a:pt x="0" y="8470"/>
                    <a:pt x="27088" y="-12009"/>
                    <a:pt x="60450" y="7231"/>
                  </a:cubicBezTo>
                  <a:lnTo>
                    <a:pt x="2437668" y="1382641"/>
                  </a:lnTo>
                  <a:cubicBezTo>
                    <a:pt x="2470935" y="1401691"/>
                    <a:pt x="2498023" y="1453698"/>
                    <a:pt x="2498023" y="1498275"/>
                  </a:cubicBezTo>
                  <a:lnTo>
                    <a:pt x="2498023" y="3341077"/>
                  </a:lnTo>
                  <a:cubicBezTo>
                    <a:pt x="2498023" y="3385654"/>
                    <a:pt x="2470935" y="3406132"/>
                    <a:pt x="2437668" y="338679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6"/>
            <p:cNvSpPr/>
            <p:nvPr/>
          </p:nvSpPr>
          <p:spPr>
            <a:xfrm>
              <a:off x="3770110" y="934160"/>
              <a:ext cx="2435672" cy="3234830"/>
            </a:xfrm>
            <a:custGeom>
              <a:rect b="b" l="l" r="r" t="t"/>
              <a:pathLst>
                <a:path extrusionOk="0" h="3234830" w="2435672">
                  <a:moveTo>
                    <a:pt x="2435292" y="3234830"/>
                  </a:moveTo>
                  <a:lnTo>
                    <a:pt x="0" y="1825988"/>
                  </a:lnTo>
                  <a:lnTo>
                    <a:pt x="1426" y="20714"/>
                  </a:lnTo>
                  <a:cubicBezTo>
                    <a:pt x="1426" y="2236"/>
                    <a:pt x="14352" y="-5289"/>
                    <a:pt x="29940" y="3950"/>
                  </a:cubicBezTo>
                  <a:lnTo>
                    <a:pt x="2407158" y="1379360"/>
                  </a:lnTo>
                  <a:cubicBezTo>
                    <a:pt x="2424086" y="1390600"/>
                    <a:pt x="2434674" y="1409231"/>
                    <a:pt x="2435672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6"/>
            <p:cNvSpPr/>
            <p:nvPr/>
          </p:nvSpPr>
          <p:spPr>
            <a:xfrm>
              <a:off x="3770110" y="934160"/>
              <a:ext cx="2435006" cy="3234925"/>
            </a:xfrm>
            <a:custGeom>
              <a:rect b="b" l="l" r="r" t="t"/>
              <a:pathLst>
                <a:path extrusionOk="0" h="3234925" w="2435006">
                  <a:moveTo>
                    <a:pt x="2434532" y="3234926"/>
                  </a:moveTo>
                  <a:lnTo>
                    <a:pt x="0" y="1826083"/>
                  </a:lnTo>
                  <a:lnTo>
                    <a:pt x="760" y="20714"/>
                  </a:lnTo>
                  <a:cubicBezTo>
                    <a:pt x="760" y="2236"/>
                    <a:pt x="13687" y="-5289"/>
                    <a:pt x="29274" y="3950"/>
                  </a:cubicBezTo>
                  <a:lnTo>
                    <a:pt x="2406493" y="1379360"/>
                  </a:lnTo>
                  <a:cubicBezTo>
                    <a:pt x="2423411" y="1390609"/>
                    <a:pt x="2433990" y="1409240"/>
                    <a:pt x="2435007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6"/>
            <p:cNvSpPr/>
            <p:nvPr/>
          </p:nvSpPr>
          <p:spPr>
            <a:xfrm>
              <a:off x="6215951" y="4191660"/>
              <a:ext cx="26328" cy="93440"/>
            </a:xfrm>
            <a:custGeom>
              <a:rect b="b" l="l" r="r" t="t"/>
              <a:pathLst>
                <a:path extrusionOk="0" h="93440" w="26328">
                  <a:moveTo>
                    <a:pt x="0" y="93440"/>
                  </a:moveTo>
                  <a:lnTo>
                    <a:pt x="26328" y="78200"/>
                  </a:lnTo>
                  <a:lnTo>
                    <a:pt x="14922" y="0"/>
                  </a:lnTo>
                  <a:lnTo>
                    <a:pt x="0" y="9344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6"/>
            <p:cNvSpPr/>
            <p:nvPr/>
          </p:nvSpPr>
          <p:spPr>
            <a:xfrm>
              <a:off x="3761840" y="882675"/>
              <a:ext cx="63206" cy="27150"/>
            </a:xfrm>
            <a:custGeom>
              <a:rect b="b" l="l" r="r" t="t"/>
              <a:pathLst>
                <a:path extrusionOk="0" h="27150" w="63206">
                  <a:moveTo>
                    <a:pt x="0" y="15049"/>
                  </a:moveTo>
                  <a:lnTo>
                    <a:pt x="25948" y="0"/>
                  </a:lnTo>
                  <a:lnTo>
                    <a:pt x="63206" y="21336"/>
                  </a:lnTo>
                  <a:cubicBezTo>
                    <a:pt x="63206" y="21336"/>
                    <a:pt x="23477" y="27337"/>
                    <a:pt x="22526" y="27146"/>
                  </a:cubicBezTo>
                  <a:cubicBezTo>
                    <a:pt x="21576" y="26956"/>
                    <a:pt x="0" y="15049"/>
                    <a:pt x="0" y="1504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6"/>
            <p:cNvSpPr/>
            <p:nvPr/>
          </p:nvSpPr>
          <p:spPr>
            <a:xfrm>
              <a:off x="1985051" y="2961416"/>
              <a:ext cx="4154298" cy="2403527"/>
            </a:xfrm>
            <a:custGeom>
              <a:rect b="b" l="l" r="r" t="t"/>
              <a:pathLst>
                <a:path extrusionOk="0" h="2403527" w="4154298">
                  <a:moveTo>
                    <a:pt x="2399727" y="2390484"/>
                  </a:moveTo>
                  <a:lnTo>
                    <a:pt x="22508" y="1015074"/>
                  </a:lnTo>
                  <a:cubicBezTo>
                    <a:pt x="-10853" y="996024"/>
                    <a:pt x="-6671" y="962115"/>
                    <a:pt x="32013" y="939826"/>
                  </a:cubicBezTo>
                  <a:lnTo>
                    <a:pt x="1624524" y="18378"/>
                  </a:lnTo>
                  <a:cubicBezTo>
                    <a:pt x="1662543" y="-3815"/>
                    <a:pt x="1721282" y="-6292"/>
                    <a:pt x="1754548" y="13044"/>
                  </a:cubicBezTo>
                  <a:lnTo>
                    <a:pt x="4131861" y="1388454"/>
                  </a:lnTo>
                  <a:cubicBezTo>
                    <a:pt x="4165128" y="1407504"/>
                    <a:pt x="4160946" y="1441413"/>
                    <a:pt x="4122357" y="1463701"/>
                  </a:cubicBezTo>
                  <a:lnTo>
                    <a:pt x="2529751" y="2385150"/>
                  </a:lnTo>
                  <a:cubicBezTo>
                    <a:pt x="2491257" y="2407343"/>
                    <a:pt x="2432993" y="2409820"/>
                    <a:pt x="2399727" y="23904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6"/>
            <p:cNvSpPr/>
            <p:nvPr/>
          </p:nvSpPr>
          <p:spPr>
            <a:xfrm>
              <a:off x="2036757" y="2930659"/>
              <a:ext cx="4154369" cy="2403042"/>
            </a:xfrm>
            <a:custGeom>
              <a:rect b="b" l="l" r="r" t="t"/>
              <a:pathLst>
                <a:path extrusionOk="0" h="2403042" w="4154369">
                  <a:moveTo>
                    <a:pt x="2399917" y="2389999"/>
                  </a:moveTo>
                  <a:lnTo>
                    <a:pt x="22508" y="1015065"/>
                  </a:lnTo>
                  <a:cubicBezTo>
                    <a:pt x="-10853" y="996015"/>
                    <a:pt x="-6671" y="962106"/>
                    <a:pt x="32013" y="939818"/>
                  </a:cubicBezTo>
                  <a:lnTo>
                    <a:pt x="1624524" y="18464"/>
                  </a:lnTo>
                  <a:cubicBezTo>
                    <a:pt x="1662543" y="-3824"/>
                    <a:pt x="1721282" y="-6301"/>
                    <a:pt x="1754643" y="13035"/>
                  </a:cubicBezTo>
                  <a:lnTo>
                    <a:pt x="4131861" y="1388445"/>
                  </a:lnTo>
                  <a:cubicBezTo>
                    <a:pt x="4165223" y="1407495"/>
                    <a:pt x="4161041" y="1441404"/>
                    <a:pt x="4122357" y="1463693"/>
                  </a:cubicBezTo>
                  <a:lnTo>
                    <a:pt x="2530036" y="2384665"/>
                  </a:lnTo>
                  <a:cubicBezTo>
                    <a:pt x="2491542" y="2406858"/>
                    <a:pt x="2433278" y="2409335"/>
                    <a:pt x="2399917" y="238999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6"/>
            <p:cNvSpPr/>
            <p:nvPr/>
          </p:nvSpPr>
          <p:spPr>
            <a:xfrm>
              <a:off x="2036929" y="3869239"/>
              <a:ext cx="50374" cy="44958"/>
            </a:xfrm>
            <a:custGeom>
              <a:rect b="b" l="l" r="r" t="t"/>
              <a:pathLst>
                <a:path extrusionOk="0" h="44958" w="50374">
                  <a:moveTo>
                    <a:pt x="0" y="44958"/>
                  </a:moveTo>
                  <a:lnTo>
                    <a:pt x="0" y="0"/>
                  </a:lnTo>
                  <a:lnTo>
                    <a:pt x="50375" y="21146"/>
                  </a:lnTo>
                  <a:lnTo>
                    <a:pt x="0" y="44958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6"/>
            <p:cNvSpPr/>
            <p:nvPr/>
          </p:nvSpPr>
          <p:spPr>
            <a:xfrm>
              <a:off x="6153886" y="4308341"/>
              <a:ext cx="37258" cy="49244"/>
            </a:xfrm>
            <a:custGeom>
              <a:rect b="b" l="l" r="r" t="t"/>
              <a:pathLst>
                <a:path extrusionOk="0" h="49244" w="37258">
                  <a:moveTo>
                    <a:pt x="37259" y="43910"/>
                  </a:moveTo>
                  <a:lnTo>
                    <a:pt x="37259" y="0"/>
                  </a:lnTo>
                  <a:lnTo>
                    <a:pt x="0" y="12859"/>
                  </a:lnTo>
                  <a:lnTo>
                    <a:pt x="24712" y="49244"/>
                  </a:lnTo>
                  <a:lnTo>
                    <a:pt x="37259" y="4391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6"/>
            <p:cNvSpPr/>
            <p:nvPr/>
          </p:nvSpPr>
          <p:spPr>
            <a:xfrm>
              <a:off x="2036757" y="2892519"/>
              <a:ext cx="4154369" cy="2403360"/>
            </a:xfrm>
            <a:custGeom>
              <a:rect b="b" l="l" r="r" t="t"/>
              <a:pathLst>
                <a:path extrusionOk="0" h="2403360" w="4154369">
                  <a:moveTo>
                    <a:pt x="2399917" y="2390326"/>
                  </a:moveTo>
                  <a:lnTo>
                    <a:pt x="22508" y="1015106"/>
                  </a:lnTo>
                  <a:cubicBezTo>
                    <a:pt x="-10853" y="996056"/>
                    <a:pt x="-6671" y="962147"/>
                    <a:pt x="32013" y="939859"/>
                  </a:cubicBezTo>
                  <a:lnTo>
                    <a:pt x="1624524" y="18410"/>
                  </a:lnTo>
                  <a:cubicBezTo>
                    <a:pt x="1662543" y="-3879"/>
                    <a:pt x="1721282" y="-6260"/>
                    <a:pt x="1754643" y="13076"/>
                  </a:cubicBezTo>
                  <a:lnTo>
                    <a:pt x="4131861" y="1388486"/>
                  </a:lnTo>
                  <a:cubicBezTo>
                    <a:pt x="4165223" y="1407536"/>
                    <a:pt x="4161041" y="1441445"/>
                    <a:pt x="4122357" y="1463734"/>
                  </a:cubicBezTo>
                  <a:lnTo>
                    <a:pt x="2530036" y="2384896"/>
                  </a:lnTo>
                  <a:cubicBezTo>
                    <a:pt x="2491542" y="2407185"/>
                    <a:pt x="2433278" y="2409661"/>
                    <a:pt x="2399917" y="239032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6"/>
            <p:cNvSpPr/>
            <p:nvPr/>
          </p:nvSpPr>
          <p:spPr>
            <a:xfrm>
              <a:off x="2036757" y="2886502"/>
              <a:ext cx="4154369" cy="2403527"/>
            </a:xfrm>
            <a:custGeom>
              <a:rect b="b" l="l" r="r" t="t"/>
              <a:pathLst>
                <a:path extrusionOk="0" h="2403527" w="4154369">
                  <a:moveTo>
                    <a:pt x="2399917" y="2390532"/>
                  </a:moveTo>
                  <a:lnTo>
                    <a:pt x="22508" y="1015122"/>
                  </a:lnTo>
                  <a:cubicBezTo>
                    <a:pt x="-10853" y="996072"/>
                    <a:pt x="-6671" y="962067"/>
                    <a:pt x="32013" y="939874"/>
                  </a:cubicBezTo>
                  <a:lnTo>
                    <a:pt x="1624524" y="18425"/>
                  </a:lnTo>
                  <a:cubicBezTo>
                    <a:pt x="1662543" y="-3863"/>
                    <a:pt x="1721282" y="-6244"/>
                    <a:pt x="1754643" y="12996"/>
                  </a:cubicBezTo>
                  <a:lnTo>
                    <a:pt x="4131861" y="1388502"/>
                  </a:lnTo>
                  <a:cubicBezTo>
                    <a:pt x="4165223" y="1407552"/>
                    <a:pt x="4161041" y="1441461"/>
                    <a:pt x="4122357" y="1463749"/>
                  </a:cubicBezTo>
                  <a:lnTo>
                    <a:pt x="2530036" y="2385103"/>
                  </a:lnTo>
                  <a:cubicBezTo>
                    <a:pt x="2491542" y="2407391"/>
                    <a:pt x="2433278" y="2409772"/>
                    <a:pt x="2399917" y="23905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6"/>
            <p:cNvSpPr/>
            <p:nvPr/>
          </p:nvSpPr>
          <p:spPr>
            <a:xfrm>
              <a:off x="3500252" y="306524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6"/>
            <p:cNvSpPr/>
            <p:nvPr/>
          </p:nvSpPr>
          <p:spPr>
            <a:xfrm>
              <a:off x="3657092" y="3155925"/>
              <a:ext cx="266442" cy="153985"/>
            </a:xfrm>
            <a:custGeom>
              <a:rect b="b" l="l" r="r" t="t"/>
              <a:pathLst>
                <a:path extrusionOk="0" h="153985" w="266442">
                  <a:moveTo>
                    <a:pt x="116819" y="150482"/>
                  </a:moveTo>
                  <a:lnTo>
                    <a:pt x="6090" y="86379"/>
                  </a:lnTo>
                  <a:cubicBezTo>
                    <a:pt x="-2940" y="81235"/>
                    <a:pt x="-1799" y="72091"/>
                    <a:pt x="8656" y="65995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6"/>
            <p:cNvSpPr/>
            <p:nvPr/>
          </p:nvSpPr>
          <p:spPr>
            <a:xfrm>
              <a:off x="3815428" y="3247563"/>
              <a:ext cx="266636" cy="153995"/>
            </a:xfrm>
            <a:custGeom>
              <a:rect b="b" l="l" r="r" t="t"/>
              <a:pathLst>
                <a:path extrusionOk="0" h="153995" w="266636">
                  <a:moveTo>
                    <a:pt x="116927" y="150570"/>
                  </a:moveTo>
                  <a:lnTo>
                    <a:pt x="6292" y="86466"/>
                  </a:lnTo>
                  <a:cubicBezTo>
                    <a:pt x="-3213" y="81228"/>
                    <a:pt x="-1597" y="72083"/>
                    <a:pt x="8763" y="66083"/>
                  </a:cubicBezTo>
                  <a:lnTo>
                    <a:pt x="114456" y="5028"/>
                  </a:lnTo>
                  <a:cubicBezTo>
                    <a:pt x="125262" y="-1087"/>
                    <a:pt x="138331" y="-1659"/>
                    <a:pt x="149623" y="3504"/>
                  </a:cubicBezTo>
                  <a:lnTo>
                    <a:pt x="260353" y="67607"/>
                  </a:lnTo>
                  <a:cubicBezTo>
                    <a:pt x="269857" y="72750"/>
                    <a:pt x="268242" y="81894"/>
                    <a:pt x="257786" y="87990"/>
                  </a:cubicBezTo>
                  <a:lnTo>
                    <a:pt x="152189" y="149046"/>
                  </a:lnTo>
                  <a:cubicBezTo>
                    <a:pt x="141325" y="155056"/>
                    <a:pt x="128266" y="155627"/>
                    <a:pt x="116927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6"/>
            <p:cNvSpPr/>
            <p:nvPr/>
          </p:nvSpPr>
          <p:spPr>
            <a:xfrm>
              <a:off x="3970462" y="3337185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5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6"/>
            <p:cNvSpPr/>
            <p:nvPr/>
          </p:nvSpPr>
          <p:spPr>
            <a:xfrm>
              <a:off x="4127000" y="3427863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4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6"/>
            <p:cNvSpPr/>
            <p:nvPr/>
          </p:nvSpPr>
          <p:spPr>
            <a:xfrm>
              <a:off x="4283886" y="3519017"/>
              <a:ext cx="266280" cy="153993"/>
            </a:xfrm>
            <a:custGeom>
              <a:rect b="b" l="l" r="r" t="t"/>
              <a:pathLst>
                <a:path extrusionOk="0" h="153993" w="266280">
                  <a:moveTo>
                    <a:pt x="116765" y="150482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260191" y="67519"/>
                  </a:lnTo>
                  <a:cubicBezTo>
                    <a:pt x="269220" y="72758"/>
                    <a:pt x="268080" y="81902"/>
                    <a:pt x="257625" y="87903"/>
                  </a:cubicBezTo>
                  <a:lnTo>
                    <a:pt x="152027" y="149053"/>
                  </a:lnTo>
                  <a:cubicBezTo>
                    <a:pt x="141164" y="155092"/>
                    <a:pt x="128085" y="155626"/>
                    <a:pt x="116765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6"/>
            <p:cNvSpPr/>
            <p:nvPr/>
          </p:nvSpPr>
          <p:spPr>
            <a:xfrm>
              <a:off x="4440564" y="3609219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6"/>
            <p:cNvSpPr/>
            <p:nvPr/>
          </p:nvSpPr>
          <p:spPr>
            <a:xfrm>
              <a:off x="4597287" y="3699905"/>
              <a:ext cx="266442" cy="153983"/>
            </a:xfrm>
            <a:custGeom>
              <a:rect b="b" l="l" r="r" t="t"/>
              <a:pathLst>
                <a:path extrusionOk="0" h="153983" w="266442">
                  <a:moveTo>
                    <a:pt x="116733" y="150570"/>
                  </a:moveTo>
                  <a:lnTo>
                    <a:pt x="6099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3" y="72846"/>
                    <a:pt x="268048" y="81894"/>
                    <a:pt x="257593" y="87990"/>
                  </a:cubicBezTo>
                  <a:lnTo>
                    <a:pt x="151805" y="148950"/>
                  </a:lnTo>
                  <a:cubicBezTo>
                    <a:pt x="141037" y="155037"/>
                    <a:pt x="128015" y="155637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6"/>
            <p:cNvSpPr/>
            <p:nvPr/>
          </p:nvSpPr>
          <p:spPr>
            <a:xfrm>
              <a:off x="4753934" y="3790488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7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150" y="67607"/>
                  </a:lnTo>
                  <a:cubicBezTo>
                    <a:pt x="269179" y="72750"/>
                    <a:pt x="268039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39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6"/>
            <p:cNvSpPr/>
            <p:nvPr/>
          </p:nvSpPr>
          <p:spPr>
            <a:xfrm>
              <a:off x="4910657" y="3881158"/>
              <a:ext cx="266058" cy="153915"/>
            </a:xfrm>
            <a:custGeom>
              <a:rect b="b" l="l" r="r" t="t"/>
              <a:pathLst>
                <a:path extrusionOk="0" h="153915" w="266058">
                  <a:moveTo>
                    <a:pt x="116733" y="150292"/>
                  </a:moveTo>
                  <a:lnTo>
                    <a:pt x="6099" y="86284"/>
                  </a:lnTo>
                  <a:cubicBezTo>
                    <a:pt x="-2931" y="81045"/>
                    <a:pt x="-1790" y="71901"/>
                    <a:pt x="8570" y="65900"/>
                  </a:cubicBezTo>
                  <a:lnTo>
                    <a:pt x="114072" y="4940"/>
                  </a:lnTo>
                  <a:cubicBezTo>
                    <a:pt x="124907" y="-1099"/>
                    <a:pt x="137957" y="-1632"/>
                    <a:pt x="149239" y="3511"/>
                  </a:cubicBezTo>
                  <a:lnTo>
                    <a:pt x="259969" y="67519"/>
                  </a:lnTo>
                  <a:cubicBezTo>
                    <a:pt x="268998" y="72758"/>
                    <a:pt x="267858" y="81902"/>
                    <a:pt x="257402" y="87903"/>
                  </a:cubicBezTo>
                  <a:lnTo>
                    <a:pt x="152090" y="149053"/>
                  </a:lnTo>
                  <a:cubicBezTo>
                    <a:pt x="141170" y="155064"/>
                    <a:pt x="128044" y="155530"/>
                    <a:pt x="11673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6"/>
            <p:cNvSpPr/>
            <p:nvPr/>
          </p:nvSpPr>
          <p:spPr>
            <a:xfrm>
              <a:off x="5067303" y="3971836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4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6"/>
            <p:cNvSpPr/>
            <p:nvPr/>
          </p:nvSpPr>
          <p:spPr>
            <a:xfrm>
              <a:off x="5224035" y="4062514"/>
              <a:ext cx="266528" cy="154092"/>
            </a:xfrm>
            <a:custGeom>
              <a:rect b="b" l="l" r="r" t="t"/>
              <a:pathLst>
                <a:path extrusionOk="0" h="154092" w="26652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348" y="4940"/>
                  </a:lnTo>
                  <a:cubicBezTo>
                    <a:pt x="125212" y="-1099"/>
                    <a:pt x="138290" y="-1632"/>
                    <a:pt x="149610" y="3511"/>
                  </a:cubicBezTo>
                  <a:lnTo>
                    <a:pt x="260245" y="67519"/>
                  </a:lnTo>
                  <a:cubicBezTo>
                    <a:pt x="269750" y="72758"/>
                    <a:pt x="268134" y="81902"/>
                    <a:pt x="257679" y="87903"/>
                  </a:cubicBezTo>
                  <a:lnTo>
                    <a:pt x="152367" y="149053"/>
                  </a:lnTo>
                  <a:cubicBezTo>
                    <a:pt x="141436" y="155226"/>
                    <a:pt x="128206" y="155759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6"/>
            <p:cNvSpPr/>
            <p:nvPr/>
          </p:nvSpPr>
          <p:spPr>
            <a:xfrm>
              <a:off x="5380534" y="4153137"/>
              <a:ext cx="266473" cy="154041"/>
            </a:xfrm>
            <a:custGeom>
              <a:rect b="b" l="l" r="r" t="t"/>
              <a:pathLst>
                <a:path extrusionOk="0" h="154041" w="266473">
                  <a:moveTo>
                    <a:pt x="116958" y="150537"/>
                  </a:moveTo>
                  <a:lnTo>
                    <a:pt x="6324" y="86434"/>
                  </a:lnTo>
                  <a:cubicBezTo>
                    <a:pt x="-3181" y="81195"/>
                    <a:pt x="-1660" y="72147"/>
                    <a:pt x="8795" y="66051"/>
                  </a:cubicBezTo>
                  <a:lnTo>
                    <a:pt x="114392" y="4995"/>
                  </a:lnTo>
                  <a:cubicBezTo>
                    <a:pt x="125247" y="-1082"/>
                    <a:pt x="138325" y="-1644"/>
                    <a:pt x="149655" y="3472"/>
                  </a:cubicBezTo>
                  <a:lnTo>
                    <a:pt x="260384" y="67575"/>
                  </a:lnTo>
                  <a:cubicBezTo>
                    <a:pt x="269414" y="72814"/>
                    <a:pt x="268273" y="81862"/>
                    <a:pt x="257818" y="87958"/>
                  </a:cubicBezTo>
                  <a:lnTo>
                    <a:pt x="152221" y="149014"/>
                  </a:lnTo>
                  <a:cubicBezTo>
                    <a:pt x="141386" y="155129"/>
                    <a:pt x="128279" y="155700"/>
                    <a:pt x="116958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6"/>
            <p:cNvSpPr/>
            <p:nvPr/>
          </p:nvSpPr>
          <p:spPr>
            <a:xfrm>
              <a:off x="5537405" y="4243783"/>
              <a:ext cx="341715" cy="197836"/>
            </a:xfrm>
            <a:custGeom>
              <a:rect b="b" l="l" r="r" t="t"/>
              <a:pathLst>
                <a:path extrusionOk="0" h="197836" w="341715">
                  <a:moveTo>
                    <a:pt x="192287" y="19419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633" y="5028"/>
                  </a:lnTo>
                  <a:cubicBezTo>
                    <a:pt x="125469" y="-1087"/>
                    <a:pt x="138576" y="-1659"/>
                    <a:pt x="149896" y="3504"/>
                  </a:cubicBezTo>
                  <a:lnTo>
                    <a:pt x="335617" y="111517"/>
                  </a:lnTo>
                  <a:cubicBezTo>
                    <a:pt x="344647" y="116756"/>
                    <a:pt x="343506" y="125900"/>
                    <a:pt x="333146" y="131901"/>
                  </a:cubicBezTo>
                  <a:lnTo>
                    <a:pt x="227454" y="193051"/>
                  </a:lnTo>
                  <a:cubicBezTo>
                    <a:pt x="216581" y="199004"/>
                    <a:pt x="203531" y="199423"/>
                    <a:pt x="192287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6"/>
            <p:cNvSpPr/>
            <p:nvPr/>
          </p:nvSpPr>
          <p:spPr>
            <a:xfrm>
              <a:off x="3580766" y="3287750"/>
              <a:ext cx="266442" cy="153846"/>
            </a:xfrm>
            <a:custGeom>
              <a:rect b="b" l="l" r="r" t="t"/>
              <a:pathLst>
                <a:path extrusionOk="0" h="153846" w="266442">
                  <a:moveTo>
                    <a:pt x="117013" y="15029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424"/>
                  </a:lnTo>
                  <a:cubicBezTo>
                    <a:pt x="269373" y="72663"/>
                    <a:pt x="268233" y="81807"/>
                    <a:pt x="257873" y="87808"/>
                  </a:cubicBezTo>
                  <a:lnTo>
                    <a:pt x="152181" y="148958"/>
                  </a:lnTo>
                  <a:cubicBezTo>
                    <a:pt x="141336" y="154968"/>
                    <a:pt x="128286" y="155464"/>
                    <a:pt x="11701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6"/>
            <p:cNvSpPr/>
            <p:nvPr/>
          </p:nvSpPr>
          <p:spPr>
            <a:xfrm>
              <a:off x="3737968" y="3378809"/>
              <a:ext cx="266343" cy="153636"/>
            </a:xfrm>
            <a:custGeom>
              <a:rect b="b" l="l" r="r" t="t"/>
              <a:pathLst>
                <a:path extrusionOk="0" h="153636" w="266343">
                  <a:moveTo>
                    <a:pt x="116733" y="150101"/>
                  </a:moveTo>
                  <a:lnTo>
                    <a:pt x="6098" y="86093"/>
                  </a:lnTo>
                  <a:cubicBezTo>
                    <a:pt x="-2931" y="80854"/>
                    <a:pt x="-1790" y="71710"/>
                    <a:pt x="8570" y="6571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254" y="67138"/>
                  </a:lnTo>
                  <a:cubicBezTo>
                    <a:pt x="269283" y="72377"/>
                    <a:pt x="268143" y="81521"/>
                    <a:pt x="257688" y="87522"/>
                  </a:cubicBezTo>
                  <a:lnTo>
                    <a:pt x="152091" y="148672"/>
                  </a:lnTo>
                  <a:cubicBezTo>
                    <a:pt x="141198" y="154749"/>
                    <a:pt x="128072" y="155273"/>
                    <a:pt x="11673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6"/>
            <p:cNvSpPr/>
            <p:nvPr/>
          </p:nvSpPr>
          <p:spPr>
            <a:xfrm>
              <a:off x="3894706" y="346920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873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6"/>
            <p:cNvSpPr/>
            <p:nvPr/>
          </p:nvSpPr>
          <p:spPr>
            <a:xfrm>
              <a:off x="4051822" y="3559729"/>
              <a:ext cx="266144" cy="154280"/>
            </a:xfrm>
            <a:custGeom>
              <a:rect b="b" l="l" r="r" t="t"/>
              <a:pathLst>
                <a:path extrusionOk="0" h="154280" w="266144">
                  <a:moveTo>
                    <a:pt x="116819" y="150823"/>
                  </a:moveTo>
                  <a:lnTo>
                    <a:pt x="6090" y="86720"/>
                  </a:lnTo>
                  <a:cubicBezTo>
                    <a:pt x="-2940" y="81576"/>
                    <a:pt x="-1799" y="72432"/>
                    <a:pt x="8656" y="66336"/>
                  </a:cubicBezTo>
                  <a:lnTo>
                    <a:pt x="114253" y="4995"/>
                  </a:lnTo>
                  <a:cubicBezTo>
                    <a:pt x="125107" y="-1082"/>
                    <a:pt x="138186" y="-1643"/>
                    <a:pt x="149515" y="3471"/>
                  </a:cubicBezTo>
                  <a:lnTo>
                    <a:pt x="260055" y="67860"/>
                  </a:lnTo>
                  <a:cubicBezTo>
                    <a:pt x="269084" y="73099"/>
                    <a:pt x="267944" y="82148"/>
                    <a:pt x="257489" y="88244"/>
                  </a:cubicBezTo>
                  <a:lnTo>
                    <a:pt x="151892" y="149299"/>
                  </a:lnTo>
                  <a:cubicBezTo>
                    <a:pt x="141104" y="155357"/>
                    <a:pt x="128092" y="155919"/>
                    <a:pt x="116819" y="150823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6"/>
            <p:cNvSpPr/>
            <p:nvPr/>
          </p:nvSpPr>
          <p:spPr>
            <a:xfrm>
              <a:off x="4207595" y="3649708"/>
              <a:ext cx="266442" cy="154372"/>
            </a:xfrm>
            <a:custGeom>
              <a:rect b="b" l="l" r="r" t="t"/>
              <a:pathLst>
                <a:path extrusionOk="0" h="154372" w="266442">
                  <a:moveTo>
                    <a:pt x="116733" y="15095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4" y="72750"/>
                    <a:pt x="268048" y="81894"/>
                    <a:pt x="257593" y="87990"/>
                  </a:cubicBezTo>
                  <a:lnTo>
                    <a:pt x="151805" y="149426"/>
                  </a:lnTo>
                  <a:cubicBezTo>
                    <a:pt x="141008" y="155437"/>
                    <a:pt x="128015" y="155999"/>
                    <a:pt x="116733" y="15095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6"/>
            <p:cNvSpPr/>
            <p:nvPr/>
          </p:nvSpPr>
          <p:spPr>
            <a:xfrm>
              <a:off x="4364526" y="3740759"/>
              <a:ext cx="266248" cy="154101"/>
            </a:xfrm>
            <a:custGeom>
              <a:rect b="b" l="l" r="r" t="t"/>
              <a:pathLst>
                <a:path extrusionOk="0" h="154101" w="266248">
                  <a:moveTo>
                    <a:pt x="116819" y="150672"/>
                  </a:moveTo>
                  <a:lnTo>
                    <a:pt x="6089" y="86664"/>
                  </a:lnTo>
                  <a:cubicBezTo>
                    <a:pt x="-2940" y="81426"/>
                    <a:pt x="-1799" y="72282"/>
                    <a:pt x="8656" y="6628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89" y="155159"/>
                    <a:pt x="128130" y="155759"/>
                    <a:pt x="116819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6"/>
            <p:cNvSpPr/>
            <p:nvPr/>
          </p:nvSpPr>
          <p:spPr>
            <a:xfrm>
              <a:off x="4521449" y="3831731"/>
              <a:ext cx="266334" cy="153985"/>
            </a:xfrm>
            <a:custGeom>
              <a:rect b="b" l="l" r="r" t="t"/>
              <a:pathLst>
                <a:path extrusionOk="0" h="153985" w="266334">
                  <a:moveTo>
                    <a:pt x="116819" y="150474"/>
                  </a:moveTo>
                  <a:lnTo>
                    <a:pt x="6090" y="86466"/>
                  </a:lnTo>
                  <a:cubicBezTo>
                    <a:pt x="-2940" y="81228"/>
                    <a:pt x="-1799" y="72084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40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6"/>
            <p:cNvSpPr/>
            <p:nvPr/>
          </p:nvSpPr>
          <p:spPr>
            <a:xfrm>
              <a:off x="4678466" y="3922592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23" y="155092"/>
                    <a:pt x="128044" y="155626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6"/>
            <p:cNvSpPr/>
            <p:nvPr/>
          </p:nvSpPr>
          <p:spPr>
            <a:xfrm>
              <a:off x="4835195" y="4013365"/>
              <a:ext cx="266474" cy="153993"/>
            </a:xfrm>
            <a:custGeom>
              <a:rect b="b" l="l" r="r" t="t"/>
              <a:pathLst>
                <a:path extrusionOk="0" h="153993" w="266474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6"/>
            <p:cNvSpPr/>
            <p:nvPr/>
          </p:nvSpPr>
          <p:spPr>
            <a:xfrm>
              <a:off x="4992397" y="4104213"/>
              <a:ext cx="266533" cy="154079"/>
            </a:xfrm>
            <a:custGeom>
              <a:rect b="b" l="l" r="r" t="t"/>
              <a:pathLst>
                <a:path extrusionOk="0" h="154079" w="266533">
                  <a:moveTo>
                    <a:pt x="116733" y="150502"/>
                  </a:moveTo>
                  <a:lnTo>
                    <a:pt x="6098" y="86399"/>
                  </a:lnTo>
                  <a:cubicBezTo>
                    <a:pt x="-2931" y="81255"/>
                    <a:pt x="-1790" y="72111"/>
                    <a:pt x="8570" y="66015"/>
                  </a:cubicBezTo>
                  <a:lnTo>
                    <a:pt x="114262" y="4960"/>
                  </a:lnTo>
                  <a:cubicBezTo>
                    <a:pt x="125088" y="-1069"/>
                    <a:pt x="138119" y="-1631"/>
                    <a:pt x="149429" y="3436"/>
                  </a:cubicBezTo>
                  <a:lnTo>
                    <a:pt x="260444" y="67539"/>
                  </a:lnTo>
                  <a:cubicBezTo>
                    <a:pt x="269474" y="72778"/>
                    <a:pt x="268333" y="81922"/>
                    <a:pt x="257878" y="87923"/>
                  </a:cubicBezTo>
                  <a:lnTo>
                    <a:pt x="152281" y="148978"/>
                  </a:lnTo>
                  <a:cubicBezTo>
                    <a:pt x="141369" y="155198"/>
                    <a:pt x="128139" y="155760"/>
                    <a:pt x="116733" y="15050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6"/>
            <p:cNvSpPr/>
            <p:nvPr/>
          </p:nvSpPr>
          <p:spPr>
            <a:xfrm>
              <a:off x="5149329" y="4195292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6"/>
            <p:cNvSpPr/>
            <p:nvPr/>
          </p:nvSpPr>
          <p:spPr>
            <a:xfrm>
              <a:off x="5306305" y="4285820"/>
              <a:ext cx="266280" cy="154040"/>
            </a:xfrm>
            <a:custGeom>
              <a:rect b="b" l="l" r="r" t="t"/>
              <a:pathLst>
                <a:path extrusionOk="0" h="154040" w="266280">
                  <a:moveTo>
                    <a:pt x="116765" y="150537"/>
                  </a:moveTo>
                  <a:lnTo>
                    <a:pt x="6130" y="86434"/>
                  </a:lnTo>
                  <a:cubicBezTo>
                    <a:pt x="-2899" y="81195"/>
                    <a:pt x="-1853" y="72147"/>
                    <a:pt x="8602" y="66051"/>
                  </a:cubicBezTo>
                  <a:lnTo>
                    <a:pt x="114199" y="4995"/>
                  </a:lnTo>
                  <a:cubicBezTo>
                    <a:pt x="125053" y="-1081"/>
                    <a:pt x="138132" y="-1644"/>
                    <a:pt x="149461" y="3471"/>
                  </a:cubicBezTo>
                  <a:lnTo>
                    <a:pt x="260191" y="67575"/>
                  </a:lnTo>
                  <a:cubicBezTo>
                    <a:pt x="269221" y="72813"/>
                    <a:pt x="268080" y="81862"/>
                    <a:pt x="257625" y="87958"/>
                  </a:cubicBezTo>
                  <a:lnTo>
                    <a:pt x="152028" y="149013"/>
                  </a:lnTo>
                  <a:cubicBezTo>
                    <a:pt x="141192" y="155128"/>
                    <a:pt x="128085" y="155700"/>
                    <a:pt x="116765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6"/>
            <p:cNvSpPr/>
            <p:nvPr/>
          </p:nvSpPr>
          <p:spPr>
            <a:xfrm>
              <a:off x="3348561" y="3153075"/>
              <a:ext cx="342095" cy="197622"/>
            </a:xfrm>
            <a:custGeom>
              <a:rect b="b" l="l" r="r" t="t"/>
              <a:pathLst>
                <a:path extrusionOk="0" h="197622" w="342095">
                  <a:moveTo>
                    <a:pt x="192200" y="194194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336006" y="111231"/>
                  </a:lnTo>
                  <a:cubicBezTo>
                    <a:pt x="345036" y="116470"/>
                    <a:pt x="343895" y="125614"/>
                    <a:pt x="333440" y="131615"/>
                  </a:cubicBezTo>
                  <a:lnTo>
                    <a:pt x="227463" y="192575"/>
                  </a:lnTo>
                  <a:cubicBezTo>
                    <a:pt x="216627" y="198680"/>
                    <a:pt x="203549" y="199281"/>
                    <a:pt x="192200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6"/>
            <p:cNvSpPr/>
            <p:nvPr/>
          </p:nvSpPr>
          <p:spPr>
            <a:xfrm>
              <a:off x="5350264" y="4375807"/>
              <a:ext cx="378572" cy="242223"/>
            </a:xfrm>
            <a:custGeom>
              <a:rect b="b" l="l" r="r" t="t"/>
              <a:pathLst>
                <a:path extrusionOk="0" h="242223" w="378572">
                  <a:moveTo>
                    <a:pt x="371823" y="67980"/>
                  </a:moveTo>
                  <a:lnTo>
                    <a:pt x="261189" y="3972"/>
                  </a:lnTo>
                  <a:cubicBezTo>
                    <a:pt x="250867" y="-1324"/>
                    <a:pt x="238625" y="-1324"/>
                    <a:pt x="228303" y="3972"/>
                  </a:cubicBezTo>
                  <a:lnTo>
                    <a:pt x="116718" y="68551"/>
                  </a:lnTo>
                  <a:cubicBezTo>
                    <a:pt x="107213" y="73790"/>
                    <a:pt x="107213" y="82267"/>
                    <a:pt x="116718" y="87601"/>
                  </a:cubicBezTo>
                  <a:lnTo>
                    <a:pt x="125557" y="92745"/>
                  </a:lnTo>
                  <a:cubicBezTo>
                    <a:pt x="133921" y="97507"/>
                    <a:pt x="133826" y="105413"/>
                    <a:pt x="125557" y="110271"/>
                  </a:cubicBezTo>
                  <a:lnTo>
                    <a:pt x="7129" y="178470"/>
                  </a:lnTo>
                  <a:cubicBezTo>
                    <a:pt x="-2376" y="183804"/>
                    <a:pt x="-2376" y="192281"/>
                    <a:pt x="7129" y="197520"/>
                  </a:cubicBezTo>
                  <a:lnTo>
                    <a:pt x="77558" y="238287"/>
                  </a:lnTo>
                  <a:cubicBezTo>
                    <a:pt x="87861" y="243535"/>
                    <a:pt x="100046" y="243535"/>
                    <a:pt x="110349" y="238287"/>
                  </a:cubicBezTo>
                  <a:lnTo>
                    <a:pt x="220794" y="174469"/>
                  </a:lnTo>
                  <a:lnTo>
                    <a:pt x="243605" y="161229"/>
                  </a:lnTo>
                  <a:lnTo>
                    <a:pt x="260048" y="151704"/>
                  </a:lnTo>
                  <a:lnTo>
                    <a:pt x="276587" y="142179"/>
                  </a:lnTo>
                  <a:lnTo>
                    <a:pt x="371633" y="87220"/>
                  </a:lnTo>
                  <a:cubicBezTo>
                    <a:pt x="380853" y="81696"/>
                    <a:pt x="380853" y="73219"/>
                    <a:pt x="371823" y="6798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6"/>
            <p:cNvSpPr/>
            <p:nvPr/>
          </p:nvSpPr>
          <p:spPr>
            <a:xfrm>
              <a:off x="2893378" y="3416909"/>
              <a:ext cx="266442" cy="154101"/>
            </a:xfrm>
            <a:custGeom>
              <a:rect b="b" l="l" r="r" t="t"/>
              <a:pathLst>
                <a:path extrusionOk="0" h="154101" w="266442">
                  <a:moveTo>
                    <a:pt x="116927" y="150672"/>
                  </a:moveTo>
                  <a:lnTo>
                    <a:pt x="6292" y="86664"/>
                  </a:lnTo>
                  <a:cubicBezTo>
                    <a:pt x="-3212" y="81426"/>
                    <a:pt x="-1597" y="72282"/>
                    <a:pt x="8763" y="6628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54" y="155159"/>
                    <a:pt x="128275" y="155759"/>
                    <a:pt x="116927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6"/>
            <p:cNvSpPr/>
            <p:nvPr/>
          </p:nvSpPr>
          <p:spPr>
            <a:xfrm>
              <a:off x="3049635" y="350749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6"/>
            <p:cNvSpPr/>
            <p:nvPr/>
          </p:nvSpPr>
          <p:spPr>
            <a:xfrm>
              <a:off x="3205860" y="3597884"/>
              <a:ext cx="266188" cy="153922"/>
            </a:xfrm>
            <a:custGeom>
              <a:rect b="b" l="l" r="r" t="t"/>
              <a:pathLst>
                <a:path extrusionOk="0" h="153922" w="266188">
                  <a:moveTo>
                    <a:pt x="116959" y="150482"/>
                  </a:moveTo>
                  <a:lnTo>
                    <a:pt x="6324" y="86474"/>
                  </a:lnTo>
                  <a:cubicBezTo>
                    <a:pt x="-3181" y="81235"/>
                    <a:pt x="-1660" y="72091"/>
                    <a:pt x="8795" y="66091"/>
                  </a:cubicBezTo>
                  <a:lnTo>
                    <a:pt x="114392" y="4940"/>
                  </a:lnTo>
                  <a:cubicBezTo>
                    <a:pt x="125256" y="-1099"/>
                    <a:pt x="138335" y="-1632"/>
                    <a:pt x="149655" y="3511"/>
                  </a:cubicBezTo>
                  <a:lnTo>
                    <a:pt x="260099" y="67519"/>
                  </a:lnTo>
                  <a:cubicBezTo>
                    <a:pt x="269129" y="72758"/>
                    <a:pt x="267988" y="81902"/>
                    <a:pt x="257533" y="87903"/>
                  </a:cubicBezTo>
                  <a:lnTo>
                    <a:pt x="151936" y="149053"/>
                  </a:lnTo>
                  <a:cubicBezTo>
                    <a:pt x="141148" y="154997"/>
                    <a:pt x="128193" y="155530"/>
                    <a:pt x="11695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6"/>
            <p:cNvSpPr/>
            <p:nvPr/>
          </p:nvSpPr>
          <p:spPr>
            <a:xfrm>
              <a:off x="4536462" y="4367735"/>
              <a:ext cx="266437" cy="154256"/>
            </a:xfrm>
            <a:custGeom>
              <a:rect b="b" l="l" r="r" t="t"/>
              <a:pathLst>
                <a:path extrusionOk="0" h="154256" w="266437">
                  <a:moveTo>
                    <a:pt x="117013" y="150537"/>
                  </a:moveTo>
                  <a:lnTo>
                    <a:pt x="6284" y="86434"/>
                  </a:lnTo>
                  <a:cubicBezTo>
                    <a:pt x="-3221" y="81291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2"/>
                    <a:pt x="138380" y="-1644"/>
                    <a:pt x="149709" y="3472"/>
                  </a:cubicBezTo>
                  <a:lnTo>
                    <a:pt x="260154" y="67575"/>
                  </a:lnTo>
                  <a:cubicBezTo>
                    <a:pt x="269659" y="72814"/>
                    <a:pt x="268043" y="81862"/>
                    <a:pt x="257588" y="87958"/>
                  </a:cubicBezTo>
                  <a:lnTo>
                    <a:pt x="152181" y="149490"/>
                  </a:lnTo>
                  <a:cubicBezTo>
                    <a:pt x="141298" y="155452"/>
                    <a:pt x="128229" y="155843"/>
                    <a:pt x="117013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6"/>
            <p:cNvSpPr/>
            <p:nvPr/>
          </p:nvSpPr>
          <p:spPr>
            <a:xfrm>
              <a:off x="4692711" y="4458183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5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2" y="67519"/>
                  </a:lnTo>
                  <a:cubicBezTo>
                    <a:pt x="269857" y="72758"/>
                    <a:pt x="268242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6"/>
            <p:cNvSpPr/>
            <p:nvPr/>
          </p:nvSpPr>
          <p:spPr>
            <a:xfrm>
              <a:off x="4849162" y="4548575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733" y="150482"/>
                  </a:moveTo>
                  <a:lnTo>
                    <a:pt x="6099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663" y="72758"/>
                    <a:pt x="268048" y="81902"/>
                    <a:pt x="257593" y="87903"/>
                  </a:cubicBezTo>
                  <a:lnTo>
                    <a:pt x="151995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6"/>
            <p:cNvSpPr/>
            <p:nvPr/>
          </p:nvSpPr>
          <p:spPr>
            <a:xfrm>
              <a:off x="5005419" y="4638967"/>
              <a:ext cx="266537" cy="154092"/>
            </a:xfrm>
            <a:custGeom>
              <a:rect b="b" l="l" r="r" t="t"/>
              <a:pathLst>
                <a:path extrusionOk="0" h="154092" w="266537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357" y="4940"/>
                  </a:lnTo>
                  <a:cubicBezTo>
                    <a:pt x="125192" y="-1099"/>
                    <a:pt x="138242" y="-1632"/>
                    <a:pt x="149524" y="3511"/>
                  </a:cubicBezTo>
                  <a:lnTo>
                    <a:pt x="260254" y="67519"/>
                  </a:lnTo>
                  <a:cubicBezTo>
                    <a:pt x="269759" y="72758"/>
                    <a:pt x="268143" y="81902"/>
                    <a:pt x="257688" y="87903"/>
                  </a:cubicBezTo>
                  <a:lnTo>
                    <a:pt x="152376" y="149053"/>
                  </a:lnTo>
                  <a:cubicBezTo>
                    <a:pt x="141407" y="155226"/>
                    <a:pt x="128158" y="155759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6"/>
            <p:cNvSpPr/>
            <p:nvPr/>
          </p:nvSpPr>
          <p:spPr>
            <a:xfrm>
              <a:off x="3362257" y="3688277"/>
              <a:ext cx="306733" cy="177321"/>
            </a:xfrm>
            <a:custGeom>
              <a:rect b="b" l="l" r="r" t="t"/>
              <a:pathLst>
                <a:path extrusionOk="0" h="177321" w="306733">
                  <a:moveTo>
                    <a:pt x="157024" y="173818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300450" y="90856"/>
                  </a:lnTo>
                  <a:cubicBezTo>
                    <a:pt x="309955" y="96094"/>
                    <a:pt x="308339" y="105143"/>
                    <a:pt x="297884" y="111239"/>
                  </a:cubicBezTo>
                  <a:lnTo>
                    <a:pt x="192287" y="172294"/>
                  </a:lnTo>
                  <a:cubicBezTo>
                    <a:pt x="181451" y="178409"/>
                    <a:pt x="168344" y="178981"/>
                    <a:pt x="157024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6"/>
            <p:cNvSpPr/>
            <p:nvPr/>
          </p:nvSpPr>
          <p:spPr>
            <a:xfrm>
              <a:off x="4339992" y="4254062"/>
              <a:ext cx="306655" cy="177321"/>
            </a:xfrm>
            <a:custGeom>
              <a:rect b="b" l="l" r="r" t="t"/>
              <a:pathLst>
                <a:path extrusionOk="0" h="177321" w="306655">
                  <a:moveTo>
                    <a:pt x="157227" y="173818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300557" y="90855"/>
                  </a:lnTo>
                  <a:cubicBezTo>
                    <a:pt x="309587" y="96094"/>
                    <a:pt x="308446" y="105143"/>
                    <a:pt x="298086" y="111239"/>
                  </a:cubicBezTo>
                  <a:lnTo>
                    <a:pt x="192394" y="172294"/>
                  </a:lnTo>
                  <a:cubicBezTo>
                    <a:pt x="181587" y="178409"/>
                    <a:pt x="168518" y="178981"/>
                    <a:pt x="157227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6"/>
            <p:cNvSpPr/>
            <p:nvPr/>
          </p:nvSpPr>
          <p:spPr>
            <a:xfrm>
              <a:off x="3558805" y="3802100"/>
              <a:ext cx="891371" cy="515693"/>
            </a:xfrm>
            <a:custGeom>
              <a:rect b="b" l="l" r="r" t="t"/>
              <a:pathLst>
                <a:path extrusionOk="0" h="515693" w="891371">
                  <a:moveTo>
                    <a:pt x="741857" y="512051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885282" y="429374"/>
                  </a:lnTo>
                  <a:cubicBezTo>
                    <a:pt x="894312" y="434613"/>
                    <a:pt x="893171" y="443757"/>
                    <a:pt x="882716" y="449758"/>
                  </a:cubicBezTo>
                  <a:lnTo>
                    <a:pt x="777119" y="510908"/>
                  </a:lnTo>
                  <a:cubicBezTo>
                    <a:pt x="766208" y="516861"/>
                    <a:pt x="753129" y="517280"/>
                    <a:pt x="741857" y="51205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6"/>
            <p:cNvSpPr/>
            <p:nvPr/>
          </p:nvSpPr>
          <p:spPr>
            <a:xfrm>
              <a:off x="3471751" y="3400145"/>
              <a:ext cx="266623" cy="154042"/>
            </a:xfrm>
            <a:custGeom>
              <a:rect b="b" l="l" r="r" t="t"/>
              <a:pathLst>
                <a:path extrusionOk="0" h="154042" w="266623">
                  <a:moveTo>
                    <a:pt x="11672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340" y="67519"/>
                  </a:lnTo>
                  <a:cubicBezTo>
                    <a:pt x="269845" y="72758"/>
                    <a:pt x="268229" y="81902"/>
                    <a:pt x="257774" y="87903"/>
                  </a:cubicBezTo>
                  <a:lnTo>
                    <a:pt x="152177" y="149053"/>
                  </a:lnTo>
                  <a:cubicBezTo>
                    <a:pt x="141256" y="155159"/>
                    <a:pt x="128092" y="155692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6"/>
            <p:cNvSpPr/>
            <p:nvPr/>
          </p:nvSpPr>
          <p:spPr>
            <a:xfrm>
              <a:off x="3628284" y="3490390"/>
              <a:ext cx="266442" cy="154037"/>
            </a:xfrm>
            <a:custGeom>
              <a:rect b="b" l="l" r="r" t="t"/>
              <a:pathLst>
                <a:path extrusionOk="0" h="154037" w="266442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192"/>
                    <a:pt x="-1790" y="72143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159" y="67571"/>
                  </a:lnTo>
                  <a:cubicBezTo>
                    <a:pt x="269664" y="72810"/>
                    <a:pt x="268048" y="81859"/>
                    <a:pt x="257593" y="87955"/>
                  </a:cubicBezTo>
                  <a:lnTo>
                    <a:pt x="151996" y="149010"/>
                  </a:lnTo>
                  <a:cubicBezTo>
                    <a:pt x="141160" y="155125"/>
                    <a:pt x="128053" y="155697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6"/>
            <p:cNvSpPr/>
            <p:nvPr/>
          </p:nvSpPr>
          <p:spPr>
            <a:xfrm>
              <a:off x="3784546" y="3581216"/>
              <a:ext cx="266667" cy="153993"/>
            </a:xfrm>
            <a:custGeom>
              <a:rect b="b" l="l" r="r" t="t"/>
              <a:pathLst>
                <a:path extrusionOk="0" h="153993" w="266667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849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6"/>
            <p:cNvSpPr/>
            <p:nvPr/>
          </p:nvSpPr>
          <p:spPr>
            <a:xfrm>
              <a:off x="3941088" y="3671799"/>
              <a:ext cx="266351" cy="153784"/>
            </a:xfrm>
            <a:custGeom>
              <a:rect b="b" l="l" r="r" t="t"/>
              <a:pathLst>
                <a:path extrusionOk="0" h="153784" w="266351">
                  <a:moveTo>
                    <a:pt x="117013" y="150101"/>
                  </a:moveTo>
                  <a:lnTo>
                    <a:pt x="6284" y="86093"/>
                  </a:lnTo>
                  <a:cubicBezTo>
                    <a:pt x="-3221" y="80854"/>
                    <a:pt x="-1605" y="71710"/>
                    <a:pt x="8850" y="65710"/>
                  </a:cubicBezTo>
                  <a:lnTo>
                    <a:pt x="114162" y="4940"/>
                  </a:lnTo>
                  <a:cubicBezTo>
                    <a:pt x="125026" y="-1099"/>
                    <a:pt x="138104" y="-1632"/>
                    <a:pt x="149424" y="3511"/>
                  </a:cubicBezTo>
                  <a:lnTo>
                    <a:pt x="260059" y="67519"/>
                  </a:lnTo>
                  <a:cubicBezTo>
                    <a:pt x="269564" y="72758"/>
                    <a:pt x="267948" y="81902"/>
                    <a:pt x="257588" y="87903"/>
                  </a:cubicBezTo>
                  <a:lnTo>
                    <a:pt x="152181" y="149053"/>
                  </a:lnTo>
                  <a:cubicBezTo>
                    <a:pt x="141288" y="154968"/>
                    <a:pt x="128238" y="155359"/>
                    <a:pt x="11701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6"/>
            <p:cNvSpPr/>
            <p:nvPr/>
          </p:nvSpPr>
          <p:spPr>
            <a:xfrm>
              <a:off x="4097622" y="3762381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857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6"/>
            <p:cNvSpPr/>
            <p:nvPr/>
          </p:nvSpPr>
          <p:spPr>
            <a:xfrm>
              <a:off x="4254133" y="3852876"/>
              <a:ext cx="266854" cy="154172"/>
            </a:xfrm>
            <a:custGeom>
              <a:rect b="b" l="l" r="r" t="t"/>
              <a:pathLst>
                <a:path extrusionOk="0" h="154172" w="266854">
                  <a:moveTo>
                    <a:pt x="116959" y="150570"/>
                  </a:moveTo>
                  <a:lnTo>
                    <a:pt x="6324" y="86466"/>
                  </a:lnTo>
                  <a:cubicBezTo>
                    <a:pt x="-3181" y="81228"/>
                    <a:pt x="-1660" y="72179"/>
                    <a:pt x="8795" y="66083"/>
                  </a:cubicBezTo>
                  <a:lnTo>
                    <a:pt x="114772" y="5028"/>
                  </a:lnTo>
                  <a:cubicBezTo>
                    <a:pt x="125608" y="-1087"/>
                    <a:pt x="138715" y="-1659"/>
                    <a:pt x="150035" y="3504"/>
                  </a:cubicBezTo>
                  <a:lnTo>
                    <a:pt x="260764" y="67607"/>
                  </a:lnTo>
                  <a:cubicBezTo>
                    <a:pt x="269794" y="72846"/>
                    <a:pt x="268653" y="81894"/>
                    <a:pt x="258198" y="87990"/>
                  </a:cubicBezTo>
                  <a:lnTo>
                    <a:pt x="152601" y="149046"/>
                  </a:lnTo>
                  <a:cubicBezTo>
                    <a:pt x="141661" y="155294"/>
                    <a:pt x="128383" y="155865"/>
                    <a:pt x="11695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6"/>
            <p:cNvSpPr/>
            <p:nvPr/>
          </p:nvSpPr>
          <p:spPr>
            <a:xfrm>
              <a:off x="4410814" y="394345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6"/>
            <p:cNvSpPr/>
            <p:nvPr/>
          </p:nvSpPr>
          <p:spPr>
            <a:xfrm>
              <a:off x="4567356" y="4034034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6"/>
            <p:cNvSpPr/>
            <p:nvPr/>
          </p:nvSpPr>
          <p:spPr>
            <a:xfrm>
              <a:off x="4723985" y="4124617"/>
              <a:ext cx="266248" cy="154017"/>
            </a:xfrm>
            <a:custGeom>
              <a:rect b="b" l="l" r="r" t="t"/>
              <a:pathLst>
                <a:path extrusionOk="0" h="154017" w="266248">
                  <a:moveTo>
                    <a:pt x="116638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2" y="87903"/>
                  </a:cubicBezTo>
                  <a:lnTo>
                    <a:pt x="151996" y="149053"/>
                  </a:lnTo>
                  <a:cubicBezTo>
                    <a:pt x="141103" y="155130"/>
                    <a:pt x="127977" y="155654"/>
                    <a:pt x="11663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6"/>
            <p:cNvSpPr/>
            <p:nvPr/>
          </p:nvSpPr>
          <p:spPr>
            <a:xfrm>
              <a:off x="4880346" y="4215112"/>
              <a:ext cx="266334" cy="154040"/>
            </a:xfrm>
            <a:custGeom>
              <a:rect b="b" l="l" r="r" t="t"/>
              <a:pathLst>
                <a:path extrusionOk="0" h="154040" w="266334">
                  <a:moveTo>
                    <a:pt x="116819" y="150570"/>
                  </a:moveTo>
                  <a:lnTo>
                    <a:pt x="6090" y="86466"/>
                  </a:lnTo>
                  <a:cubicBezTo>
                    <a:pt x="-2940" y="81228"/>
                    <a:pt x="-1799" y="72179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27" y="155122"/>
                    <a:pt x="128149" y="155685"/>
                    <a:pt x="11681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6"/>
            <p:cNvSpPr/>
            <p:nvPr/>
          </p:nvSpPr>
          <p:spPr>
            <a:xfrm>
              <a:off x="5036888" y="430568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6"/>
            <p:cNvSpPr/>
            <p:nvPr/>
          </p:nvSpPr>
          <p:spPr>
            <a:xfrm>
              <a:off x="5193145" y="4396270"/>
              <a:ext cx="266239" cy="154284"/>
            </a:xfrm>
            <a:custGeom>
              <a:rect b="b" l="l" r="r" t="t"/>
              <a:pathLst>
                <a:path extrusionOk="0" h="154284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2272" y="149529"/>
                  </a:lnTo>
                  <a:cubicBezTo>
                    <a:pt x="141256" y="155511"/>
                    <a:pt x="128044" y="155873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6"/>
            <p:cNvSpPr/>
            <p:nvPr/>
          </p:nvSpPr>
          <p:spPr>
            <a:xfrm>
              <a:off x="3196776" y="3241078"/>
              <a:ext cx="384874" cy="222382"/>
            </a:xfrm>
            <a:custGeom>
              <a:rect b="b" l="l" r="r" t="t"/>
              <a:pathLst>
                <a:path extrusionOk="0" h="222382" w="384874">
                  <a:moveTo>
                    <a:pt x="235252" y="218871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378582" y="135909"/>
                  </a:lnTo>
                  <a:cubicBezTo>
                    <a:pt x="388087" y="141147"/>
                    <a:pt x="386471" y="150291"/>
                    <a:pt x="376111" y="156292"/>
                  </a:cubicBezTo>
                  <a:lnTo>
                    <a:pt x="270419" y="217443"/>
                  </a:lnTo>
                  <a:cubicBezTo>
                    <a:pt x="259584" y="223482"/>
                    <a:pt x="246534" y="224015"/>
                    <a:pt x="235252" y="21887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6"/>
            <p:cNvSpPr/>
            <p:nvPr/>
          </p:nvSpPr>
          <p:spPr>
            <a:xfrm>
              <a:off x="3242171" y="3443016"/>
              <a:ext cx="266280" cy="153882"/>
            </a:xfrm>
            <a:custGeom>
              <a:rect b="b" l="l" r="r" t="t"/>
              <a:pathLst>
                <a:path extrusionOk="0" h="153882" w="266280">
                  <a:moveTo>
                    <a:pt x="116765" y="150284"/>
                  </a:moveTo>
                  <a:lnTo>
                    <a:pt x="6131" y="86466"/>
                  </a:lnTo>
                  <a:cubicBezTo>
                    <a:pt x="-2899" y="81228"/>
                    <a:pt x="-1853" y="72179"/>
                    <a:pt x="8602" y="66083"/>
                  </a:cubicBezTo>
                  <a:lnTo>
                    <a:pt x="114199" y="5028"/>
                  </a:lnTo>
                  <a:cubicBezTo>
                    <a:pt x="125034" y="-1087"/>
                    <a:pt x="138141" y="-1659"/>
                    <a:pt x="149461" y="3504"/>
                  </a:cubicBezTo>
                  <a:lnTo>
                    <a:pt x="260191" y="67607"/>
                  </a:lnTo>
                  <a:cubicBezTo>
                    <a:pt x="269220" y="72750"/>
                    <a:pt x="268080" y="81894"/>
                    <a:pt x="257625" y="87990"/>
                  </a:cubicBezTo>
                  <a:lnTo>
                    <a:pt x="152028" y="149046"/>
                  </a:lnTo>
                  <a:cubicBezTo>
                    <a:pt x="141135" y="155027"/>
                    <a:pt x="128057" y="155484"/>
                    <a:pt x="116765" y="15028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6"/>
            <p:cNvSpPr/>
            <p:nvPr/>
          </p:nvSpPr>
          <p:spPr>
            <a:xfrm>
              <a:off x="3398660" y="353359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6"/>
            <p:cNvSpPr/>
            <p:nvPr/>
          </p:nvSpPr>
          <p:spPr>
            <a:xfrm>
              <a:off x="3554723" y="3624118"/>
              <a:ext cx="266722" cy="153784"/>
            </a:xfrm>
            <a:custGeom>
              <a:rect b="b" l="l" r="r" t="t"/>
              <a:pathLst>
                <a:path extrusionOk="0" h="153784" w="266722">
                  <a:moveTo>
                    <a:pt x="117203" y="150156"/>
                  </a:moveTo>
                  <a:lnTo>
                    <a:pt x="6284" y="86434"/>
                  </a:lnTo>
                  <a:cubicBezTo>
                    <a:pt x="-3221" y="81195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1"/>
                    <a:pt x="138380" y="-1644"/>
                    <a:pt x="149709" y="3471"/>
                  </a:cubicBezTo>
                  <a:lnTo>
                    <a:pt x="260439" y="67575"/>
                  </a:lnTo>
                  <a:cubicBezTo>
                    <a:pt x="269944" y="72813"/>
                    <a:pt x="268328" y="81862"/>
                    <a:pt x="257873" y="87958"/>
                  </a:cubicBezTo>
                  <a:lnTo>
                    <a:pt x="152276" y="149013"/>
                  </a:lnTo>
                  <a:cubicBezTo>
                    <a:pt x="141431" y="154947"/>
                    <a:pt x="128409" y="155367"/>
                    <a:pt x="117203" y="15015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6"/>
            <p:cNvSpPr/>
            <p:nvPr/>
          </p:nvSpPr>
          <p:spPr>
            <a:xfrm>
              <a:off x="3711455" y="3714661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6918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282" y="-1099"/>
                    <a:pt x="138332" y="-1632"/>
                    <a:pt x="149614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17" y="155092"/>
                    <a:pt x="128238" y="155625"/>
                    <a:pt x="11691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6"/>
            <p:cNvSpPr/>
            <p:nvPr/>
          </p:nvSpPr>
          <p:spPr>
            <a:xfrm>
              <a:off x="3868572" y="3805244"/>
              <a:ext cx="266280" cy="154106"/>
            </a:xfrm>
            <a:custGeom>
              <a:rect b="b" l="l" r="r" t="t"/>
              <a:pathLst>
                <a:path extrusionOk="0" h="154106" w="266280">
                  <a:moveTo>
                    <a:pt x="11634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134" y="81902"/>
                    <a:pt x="257679" y="87903"/>
                  </a:cubicBezTo>
                  <a:lnTo>
                    <a:pt x="152082" y="148958"/>
                  </a:lnTo>
                  <a:cubicBezTo>
                    <a:pt x="141123" y="155235"/>
                    <a:pt x="127797" y="155807"/>
                    <a:pt x="11634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6"/>
            <p:cNvSpPr/>
            <p:nvPr/>
          </p:nvSpPr>
          <p:spPr>
            <a:xfrm>
              <a:off x="4024630" y="3895731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3" y="87903"/>
                  </a:cubicBezTo>
                  <a:lnTo>
                    <a:pt x="151996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6"/>
            <p:cNvSpPr/>
            <p:nvPr/>
          </p:nvSpPr>
          <p:spPr>
            <a:xfrm>
              <a:off x="4181086" y="398631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6"/>
            <p:cNvSpPr/>
            <p:nvPr/>
          </p:nvSpPr>
          <p:spPr>
            <a:xfrm>
              <a:off x="4337714" y="4076809"/>
              <a:ext cx="266248" cy="154040"/>
            </a:xfrm>
            <a:custGeom>
              <a:rect b="b" l="l" r="r" t="t"/>
              <a:pathLst>
                <a:path extrusionOk="0" h="154040" w="266248">
                  <a:moveTo>
                    <a:pt x="116733" y="15057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188" y="72750"/>
                    <a:pt x="268048" y="81894"/>
                    <a:pt x="257593" y="87990"/>
                  </a:cubicBezTo>
                  <a:lnTo>
                    <a:pt x="151995" y="149046"/>
                  </a:lnTo>
                  <a:cubicBezTo>
                    <a:pt x="141141" y="155122"/>
                    <a:pt x="128063" y="155684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6"/>
            <p:cNvSpPr/>
            <p:nvPr/>
          </p:nvSpPr>
          <p:spPr>
            <a:xfrm>
              <a:off x="4494075" y="416738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6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6"/>
            <p:cNvSpPr/>
            <p:nvPr/>
          </p:nvSpPr>
          <p:spPr>
            <a:xfrm>
              <a:off x="4650609" y="4257915"/>
              <a:ext cx="266153" cy="154012"/>
            </a:xfrm>
            <a:custGeom>
              <a:rect b="b" l="l" r="r" t="t"/>
              <a:pathLst>
                <a:path extrusionOk="0" h="154012" w="266153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287"/>
                    <a:pt x="-1790" y="72144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064" y="67571"/>
                  </a:lnTo>
                  <a:cubicBezTo>
                    <a:pt x="269093" y="72810"/>
                    <a:pt x="267953" y="81859"/>
                    <a:pt x="257498" y="87955"/>
                  </a:cubicBezTo>
                  <a:lnTo>
                    <a:pt x="151900" y="149010"/>
                  </a:lnTo>
                  <a:cubicBezTo>
                    <a:pt x="141084" y="155097"/>
                    <a:pt x="128034" y="155659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6"/>
            <p:cNvSpPr/>
            <p:nvPr/>
          </p:nvSpPr>
          <p:spPr>
            <a:xfrm>
              <a:off x="4807065" y="434845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6"/>
            <p:cNvSpPr/>
            <p:nvPr/>
          </p:nvSpPr>
          <p:spPr>
            <a:xfrm>
              <a:off x="4963756" y="4439037"/>
              <a:ext cx="459701" cy="266038"/>
            </a:xfrm>
            <a:custGeom>
              <a:rect b="b" l="l" r="r" t="t"/>
              <a:pathLst>
                <a:path extrusionOk="0" h="266038" w="459701">
                  <a:moveTo>
                    <a:pt x="310281" y="262591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453611" y="179629"/>
                  </a:lnTo>
                  <a:cubicBezTo>
                    <a:pt x="462641" y="184772"/>
                    <a:pt x="461500" y="193916"/>
                    <a:pt x="451045" y="200012"/>
                  </a:cubicBezTo>
                  <a:lnTo>
                    <a:pt x="345448" y="261067"/>
                  </a:lnTo>
                  <a:cubicBezTo>
                    <a:pt x="334622" y="267106"/>
                    <a:pt x="321582" y="267678"/>
                    <a:pt x="310281" y="26259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6"/>
            <p:cNvSpPr/>
            <p:nvPr/>
          </p:nvSpPr>
          <p:spPr>
            <a:xfrm>
              <a:off x="3045263" y="3329192"/>
              <a:ext cx="306655" cy="177371"/>
            </a:xfrm>
            <a:custGeom>
              <a:rect b="b" l="l" r="r" t="t"/>
              <a:pathLst>
                <a:path extrusionOk="0" h="177371" w="306655">
                  <a:moveTo>
                    <a:pt x="157227" y="173811"/>
                  </a:moveTo>
                  <a:lnTo>
                    <a:pt x="6292" y="86466"/>
                  </a:lnTo>
                  <a:cubicBezTo>
                    <a:pt x="-3212" y="81228"/>
                    <a:pt x="-1597" y="72084"/>
                    <a:pt x="8763" y="66083"/>
                  </a:cubicBezTo>
                  <a:lnTo>
                    <a:pt x="114456" y="5028"/>
                  </a:lnTo>
                  <a:cubicBezTo>
                    <a:pt x="125262" y="-1088"/>
                    <a:pt x="138331" y="-1659"/>
                    <a:pt x="149623" y="3504"/>
                  </a:cubicBezTo>
                  <a:lnTo>
                    <a:pt x="300557" y="90848"/>
                  </a:lnTo>
                  <a:cubicBezTo>
                    <a:pt x="309587" y="96087"/>
                    <a:pt x="308446" y="105231"/>
                    <a:pt x="298086" y="111232"/>
                  </a:cubicBezTo>
                  <a:lnTo>
                    <a:pt x="192584" y="172382"/>
                  </a:lnTo>
                  <a:cubicBezTo>
                    <a:pt x="181701" y="178487"/>
                    <a:pt x="168566" y="179021"/>
                    <a:pt x="157227" y="17381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6"/>
            <p:cNvSpPr/>
            <p:nvPr/>
          </p:nvSpPr>
          <p:spPr>
            <a:xfrm>
              <a:off x="3658039" y="3005282"/>
              <a:ext cx="2325529" cy="1345328"/>
            </a:xfrm>
            <a:custGeom>
              <a:rect b="b" l="l" r="r" t="t"/>
              <a:pathLst>
                <a:path extrusionOk="0" h="1345328" w="2325529">
                  <a:moveTo>
                    <a:pt x="2228861" y="1341731"/>
                  </a:moveTo>
                  <a:lnTo>
                    <a:pt x="6284" y="55856"/>
                  </a:lnTo>
                  <a:cubicBezTo>
                    <a:pt x="-3221" y="50712"/>
                    <a:pt x="-1605" y="41568"/>
                    <a:pt x="8850" y="35472"/>
                  </a:cubicBezTo>
                  <a:lnTo>
                    <a:pt x="61696" y="4992"/>
                  </a:lnTo>
                  <a:cubicBezTo>
                    <a:pt x="72512" y="-1075"/>
                    <a:pt x="85562" y="-1647"/>
                    <a:pt x="96863" y="3468"/>
                  </a:cubicBezTo>
                  <a:lnTo>
                    <a:pt x="2319440" y="1289343"/>
                  </a:lnTo>
                  <a:cubicBezTo>
                    <a:pt x="2328470" y="1294582"/>
                    <a:pt x="2327329" y="1303631"/>
                    <a:pt x="2316874" y="1309727"/>
                  </a:cubicBezTo>
                  <a:lnTo>
                    <a:pt x="2264123" y="1340492"/>
                  </a:lnTo>
                  <a:cubicBezTo>
                    <a:pt x="2253231" y="1346474"/>
                    <a:pt x="2240152" y="1346931"/>
                    <a:pt x="2228861" y="134173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6"/>
            <p:cNvSpPr/>
            <p:nvPr/>
          </p:nvSpPr>
          <p:spPr>
            <a:xfrm>
              <a:off x="2758377" y="3858961"/>
              <a:ext cx="1752611" cy="1013632"/>
            </a:xfrm>
            <a:custGeom>
              <a:rect b="b" l="l" r="r" t="t"/>
              <a:pathLst>
                <a:path extrusionOk="0" h="1013632" w="1752611">
                  <a:moveTo>
                    <a:pt x="1751672" y="634261"/>
                  </a:moveTo>
                  <a:cubicBezTo>
                    <a:pt x="1748498" y="641186"/>
                    <a:pt x="1743071" y="646834"/>
                    <a:pt x="1736275" y="650263"/>
                  </a:cubicBezTo>
                  <a:lnTo>
                    <a:pt x="1124743" y="1004117"/>
                  </a:lnTo>
                  <a:cubicBezTo>
                    <a:pt x="1103871" y="1015747"/>
                    <a:pt x="1078721" y="1016775"/>
                    <a:pt x="1056974" y="1006879"/>
                  </a:cubicBezTo>
                  <a:lnTo>
                    <a:pt x="11458" y="402136"/>
                  </a:lnTo>
                  <a:cubicBezTo>
                    <a:pt x="6990" y="399812"/>
                    <a:pt x="3390" y="396107"/>
                    <a:pt x="1193" y="391564"/>
                  </a:cubicBezTo>
                  <a:cubicBezTo>
                    <a:pt x="-2609" y="382039"/>
                    <a:pt x="2714" y="371466"/>
                    <a:pt x="16591" y="363465"/>
                  </a:cubicBezTo>
                  <a:lnTo>
                    <a:pt x="628218" y="9516"/>
                  </a:lnTo>
                  <a:cubicBezTo>
                    <a:pt x="649090" y="-2114"/>
                    <a:pt x="674240" y="-3143"/>
                    <a:pt x="695986" y="6754"/>
                  </a:cubicBezTo>
                  <a:lnTo>
                    <a:pt x="1741502" y="611496"/>
                  </a:lnTo>
                  <a:cubicBezTo>
                    <a:pt x="1750266" y="615306"/>
                    <a:pt x="1754676" y="625174"/>
                    <a:pt x="1751672" y="63426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6"/>
            <p:cNvSpPr/>
            <p:nvPr/>
          </p:nvSpPr>
          <p:spPr>
            <a:xfrm>
              <a:off x="2759571" y="3871207"/>
              <a:ext cx="1750478" cy="1001386"/>
            </a:xfrm>
            <a:custGeom>
              <a:rect b="b" l="l" r="r" t="t"/>
              <a:pathLst>
                <a:path extrusionOk="0" h="1001386" w="1750478">
                  <a:moveTo>
                    <a:pt x="1750479" y="622015"/>
                  </a:moveTo>
                  <a:cubicBezTo>
                    <a:pt x="1747304" y="628939"/>
                    <a:pt x="1741877" y="634588"/>
                    <a:pt x="1735081" y="638017"/>
                  </a:cubicBezTo>
                  <a:lnTo>
                    <a:pt x="1123550" y="991870"/>
                  </a:lnTo>
                  <a:cubicBezTo>
                    <a:pt x="1102677" y="1003501"/>
                    <a:pt x="1077528" y="1004529"/>
                    <a:pt x="1055781" y="994633"/>
                  </a:cubicBezTo>
                  <a:lnTo>
                    <a:pt x="10265" y="389890"/>
                  </a:lnTo>
                  <a:cubicBezTo>
                    <a:pt x="5797" y="387566"/>
                    <a:pt x="2197" y="383861"/>
                    <a:pt x="0" y="379318"/>
                  </a:cubicBezTo>
                  <a:cubicBezTo>
                    <a:pt x="3240" y="372460"/>
                    <a:pt x="8654" y="366869"/>
                    <a:pt x="15398" y="363411"/>
                  </a:cubicBezTo>
                  <a:lnTo>
                    <a:pt x="627024" y="9557"/>
                  </a:lnTo>
                  <a:cubicBezTo>
                    <a:pt x="647887" y="-2092"/>
                    <a:pt x="673027" y="-3149"/>
                    <a:pt x="694793" y="6700"/>
                  </a:cubicBezTo>
                  <a:lnTo>
                    <a:pt x="1740309" y="611537"/>
                  </a:lnTo>
                  <a:cubicBezTo>
                    <a:pt x="1744748" y="613823"/>
                    <a:pt x="1748321" y="617509"/>
                    <a:pt x="1750479" y="622015"/>
                  </a:cubicBezTo>
                  <a:close/>
                </a:path>
              </a:pathLst>
            </a:custGeom>
            <a:solidFill>
              <a:srgbClr val="C3C6D1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6"/>
            <p:cNvSpPr/>
            <p:nvPr/>
          </p:nvSpPr>
          <p:spPr>
            <a:xfrm>
              <a:off x="3817633" y="2891711"/>
              <a:ext cx="2255273" cy="1359741"/>
            </a:xfrm>
            <a:custGeom>
              <a:rect b="b" l="l" r="r" t="t"/>
              <a:pathLst>
                <a:path extrusionOk="0" h="1359741" w="2255273">
                  <a:moveTo>
                    <a:pt x="2238450" y="1357766"/>
                  </a:moveTo>
                  <a:lnTo>
                    <a:pt x="15873" y="71891"/>
                  </a:lnTo>
                  <a:cubicBezTo>
                    <a:pt x="5950" y="64538"/>
                    <a:pt x="67" y="52927"/>
                    <a:pt x="0" y="40554"/>
                  </a:cubicBezTo>
                  <a:lnTo>
                    <a:pt x="0" y="14360"/>
                  </a:lnTo>
                  <a:cubicBezTo>
                    <a:pt x="0" y="2263"/>
                    <a:pt x="7319" y="-3261"/>
                    <a:pt x="16348" y="1978"/>
                  </a:cubicBezTo>
                  <a:lnTo>
                    <a:pt x="2238925" y="1287852"/>
                  </a:lnTo>
                  <a:cubicBezTo>
                    <a:pt x="2249028" y="1295063"/>
                    <a:pt x="2255092" y="1306664"/>
                    <a:pt x="2255273" y="1319094"/>
                  </a:cubicBezTo>
                  <a:lnTo>
                    <a:pt x="2255273" y="1345288"/>
                  </a:lnTo>
                  <a:cubicBezTo>
                    <a:pt x="2254798" y="1357480"/>
                    <a:pt x="2247479" y="1363005"/>
                    <a:pt x="2238450" y="135776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6"/>
            <p:cNvSpPr/>
            <p:nvPr/>
          </p:nvSpPr>
          <p:spPr>
            <a:xfrm>
              <a:off x="3899944" y="2334804"/>
              <a:ext cx="319167" cy="507819"/>
            </a:xfrm>
            <a:custGeom>
              <a:rect b="b" l="l" r="r" t="t"/>
              <a:pathLst>
                <a:path extrusionOk="0" h="507819" w="319167">
                  <a:moveTo>
                    <a:pt x="269363" y="501829"/>
                  </a:moveTo>
                  <a:lnTo>
                    <a:pt x="49804" y="375052"/>
                  </a:lnTo>
                  <a:cubicBezTo>
                    <a:pt x="22336" y="359145"/>
                    <a:pt x="0" y="316378"/>
                    <a:pt x="0" y="279802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4" y="5767"/>
                  </a:cubicBezTo>
                  <a:lnTo>
                    <a:pt x="269363" y="132926"/>
                  </a:lnTo>
                  <a:cubicBezTo>
                    <a:pt x="296926" y="148833"/>
                    <a:pt x="319168" y="191600"/>
                    <a:pt x="319168" y="228176"/>
                  </a:cubicBezTo>
                  <a:lnTo>
                    <a:pt x="319168" y="464110"/>
                  </a:lnTo>
                  <a:cubicBezTo>
                    <a:pt x="318787" y="500877"/>
                    <a:pt x="296546" y="517736"/>
                    <a:pt x="269363" y="5018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6"/>
            <p:cNvSpPr/>
            <p:nvPr/>
          </p:nvSpPr>
          <p:spPr>
            <a:xfrm>
              <a:off x="3899468" y="1737396"/>
              <a:ext cx="318787" cy="562544"/>
            </a:xfrm>
            <a:custGeom>
              <a:rect b="b" l="l" r="r" t="t"/>
              <a:pathLst>
                <a:path extrusionOk="0" h="562544" w="318787">
                  <a:moveTo>
                    <a:pt x="268983" y="558884"/>
                  </a:moveTo>
                  <a:lnTo>
                    <a:pt x="49805" y="432106"/>
                  </a:lnTo>
                  <a:cubicBezTo>
                    <a:pt x="22336" y="416200"/>
                    <a:pt x="0" y="351144"/>
                    <a:pt x="0" y="319330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5" y="5767"/>
                  </a:cubicBezTo>
                  <a:lnTo>
                    <a:pt x="268983" y="132545"/>
                  </a:lnTo>
                  <a:cubicBezTo>
                    <a:pt x="296546" y="148452"/>
                    <a:pt x="318787" y="191219"/>
                    <a:pt x="318787" y="227795"/>
                  </a:cubicBezTo>
                  <a:lnTo>
                    <a:pt x="318787" y="503258"/>
                  </a:lnTo>
                  <a:cubicBezTo>
                    <a:pt x="318787" y="535643"/>
                    <a:pt x="296546" y="574791"/>
                    <a:pt x="268983" y="558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5" name="Google Shape;765;p6"/>
            <p:cNvSpPr/>
            <p:nvPr/>
          </p:nvSpPr>
          <p:spPr>
            <a:xfrm>
              <a:off x="3979213" y="1913870"/>
              <a:ext cx="161864" cy="209418"/>
            </a:xfrm>
            <a:custGeom>
              <a:rect b="b" l="l" r="r" t="t"/>
              <a:pathLst>
                <a:path extrusionOk="0" h="209418" w="161864">
                  <a:moveTo>
                    <a:pt x="80885" y="198388"/>
                  </a:moveTo>
                  <a:cubicBezTo>
                    <a:pt x="36308" y="172575"/>
                    <a:pt x="0" y="109519"/>
                    <a:pt x="0" y="57894"/>
                  </a:cubicBezTo>
                  <a:cubicBezTo>
                    <a:pt x="0" y="6268"/>
                    <a:pt x="36308" y="-14782"/>
                    <a:pt x="80885" y="11031"/>
                  </a:cubicBezTo>
                  <a:cubicBezTo>
                    <a:pt x="125462" y="36844"/>
                    <a:pt x="161865" y="99899"/>
                    <a:pt x="161865" y="151525"/>
                  </a:cubicBezTo>
                  <a:cubicBezTo>
                    <a:pt x="161865" y="203150"/>
                    <a:pt x="125557" y="224200"/>
                    <a:pt x="80885" y="198388"/>
                  </a:cubicBezTo>
                  <a:close/>
                  <a:moveTo>
                    <a:pt x="80885" y="35034"/>
                  </a:moveTo>
                  <a:cubicBezTo>
                    <a:pt x="47714" y="15984"/>
                    <a:pt x="20720" y="31510"/>
                    <a:pt x="20720" y="69895"/>
                  </a:cubicBezTo>
                  <a:cubicBezTo>
                    <a:pt x="22916" y="112443"/>
                    <a:pt x="45280" y="151382"/>
                    <a:pt x="80885" y="174670"/>
                  </a:cubicBezTo>
                  <a:cubicBezTo>
                    <a:pt x="114151" y="193720"/>
                    <a:pt x="141145" y="178290"/>
                    <a:pt x="141145" y="139904"/>
                  </a:cubicBezTo>
                  <a:cubicBezTo>
                    <a:pt x="138949" y="97299"/>
                    <a:pt x="116556" y="58322"/>
                    <a:pt x="80885" y="35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6"/>
            <p:cNvSpPr/>
            <p:nvPr/>
          </p:nvSpPr>
          <p:spPr>
            <a:xfrm>
              <a:off x="4045651" y="1966906"/>
              <a:ext cx="50374" cy="107156"/>
            </a:xfrm>
            <a:custGeom>
              <a:rect b="b" l="l" r="r" t="t"/>
              <a:pathLst>
                <a:path extrusionOk="0" h="107156" w="50374">
                  <a:moveTo>
                    <a:pt x="36688" y="107156"/>
                  </a:moveTo>
                  <a:lnTo>
                    <a:pt x="0" y="48673"/>
                  </a:lnTo>
                  <a:lnTo>
                    <a:pt x="0" y="0"/>
                  </a:lnTo>
                  <a:lnTo>
                    <a:pt x="20720" y="12001"/>
                  </a:lnTo>
                  <a:lnTo>
                    <a:pt x="20720" y="49816"/>
                  </a:lnTo>
                  <a:lnTo>
                    <a:pt x="50375" y="96964"/>
                  </a:lnTo>
                  <a:lnTo>
                    <a:pt x="36688" y="107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6"/>
            <p:cNvSpPr/>
            <p:nvPr/>
          </p:nvSpPr>
          <p:spPr>
            <a:xfrm>
              <a:off x="3899183" y="1178204"/>
              <a:ext cx="318787" cy="538687"/>
            </a:xfrm>
            <a:custGeom>
              <a:rect b="b" l="l" r="r" t="t"/>
              <a:pathLst>
                <a:path extrusionOk="0" h="538687" w="318787">
                  <a:moveTo>
                    <a:pt x="268983" y="535432"/>
                  </a:moveTo>
                  <a:lnTo>
                    <a:pt x="49805" y="408655"/>
                  </a:lnTo>
                  <a:cubicBezTo>
                    <a:pt x="22336" y="392653"/>
                    <a:pt x="0" y="321025"/>
                    <a:pt x="0" y="289116"/>
                  </a:cubicBezTo>
                  <a:lnTo>
                    <a:pt x="0" y="35560"/>
                  </a:lnTo>
                  <a:cubicBezTo>
                    <a:pt x="0" y="3747"/>
                    <a:pt x="22336" y="-9207"/>
                    <a:pt x="49805" y="6985"/>
                  </a:cubicBezTo>
                  <a:lnTo>
                    <a:pt x="268983" y="133858"/>
                  </a:lnTo>
                  <a:cubicBezTo>
                    <a:pt x="298400" y="153033"/>
                    <a:pt x="316905" y="185135"/>
                    <a:pt x="318787" y="220250"/>
                  </a:cubicBezTo>
                  <a:lnTo>
                    <a:pt x="318787" y="473901"/>
                  </a:lnTo>
                  <a:cubicBezTo>
                    <a:pt x="318787" y="505429"/>
                    <a:pt x="296546" y="551339"/>
                    <a:pt x="268983" y="53543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6"/>
            <p:cNvSpPr/>
            <p:nvPr/>
          </p:nvSpPr>
          <p:spPr>
            <a:xfrm>
              <a:off x="3979213" y="1338206"/>
              <a:ext cx="159393" cy="203465"/>
            </a:xfrm>
            <a:custGeom>
              <a:rect b="b" l="l" r="r" t="t"/>
              <a:pathLst>
                <a:path extrusionOk="0" h="203465" w="159393">
                  <a:moveTo>
                    <a:pt x="79364" y="71487"/>
                  </a:moveTo>
                  <a:cubicBezTo>
                    <a:pt x="66153" y="63867"/>
                    <a:pt x="55507" y="70059"/>
                    <a:pt x="55507" y="85394"/>
                  </a:cubicBezTo>
                  <a:cubicBezTo>
                    <a:pt x="56401" y="102231"/>
                    <a:pt x="65259" y="117629"/>
                    <a:pt x="79364" y="126828"/>
                  </a:cubicBezTo>
                  <a:cubicBezTo>
                    <a:pt x="92576" y="134448"/>
                    <a:pt x="103316" y="128256"/>
                    <a:pt x="103316" y="113016"/>
                  </a:cubicBezTo>
                  <a:cubicBezTo>
                    <a:pt x="102356" y="96150"/>
                    <a:pt x="93469" y="80738"/>
                    <a:pt x="79364" y="71487"/>
                  </a:cubicBezTo>
                  <a:close/>
                  <a:moveTo>
                    <a:pt x="143141" y="81012"/>
                  </a:moveTo>
                  <a:lnTo>
                    <a:pt x="124131" y="69963"/>
                  </a:lnTo>
                  <a:cubicBezTo>
                    <a:pt x="121052" y="67857"/>
                    <a:pt x="118828" y="64715"/>
                    <a:pt x="117858" y="61105"/>
                  </a:cubicBezTo>
                  <a:lnTo>
                    <a:pt x="112916" y="41007"/>
                  </a:lnTo>
                  <a:cubicBezTo>
                    <a:pt x="111880" y="37405"/>
                    <a:pt x="109627" y="34274"/>
                    <a:pt x="106548" y="32149"/>
                  </a:cubicBezTo>
                  <a:lnTo>
                    <a:pt x="52371" y="812"/>
                  </a:lnTo>
                  <a:cubicBezTo>
                    <a:pt x="49709" y="-712"/>
                    <a:pt x="46953" y="-45"/>
                    <a:pt x="46098" y="2431"/>
                  </a:cubicBezTo>
                  <a:lnTo>
                    <a:pt x="41155" y="16719"/>
                  </a:lnTo>
                  <a:cubicBezTo>
                    <a:pt x="40271" y="18799"/>
                    <a:pt x="37867" y="19765"/>
                    <a:pt x="35795" y="18876"/>
                  </a:cubicBezTo>
                  <a:cubicBezTo>
                    <a:pt x="35462" y="18737"/>
                    <a:pt x="35158" y="18556"/>
                    <a:pt x="34882" y="18338"/>
                  </a:cubicBezTo>
                  <a:lnTo>
                    <a:pt x="15873" y="7289"/>
                  </a:lnTo>
                  <a:cubicBezTo>
                    <a:pt x="7129" y="2145"/>
                    <a:pt x="0" y="6336"/>
                    <a:pt x="0" y="16814"/>
                  </a:cubicBezTo>
                  <a:lnTo>
                    <a:pt x="0" y="99872"/>
                  </a:lnTo>
                  <a:cubicBezTo>
                    <a:pt x="608" y="111084"/>
                    <a:pt x="6501" y="121337"/>
                    <a:pt x="15873" y="127494"/>
                  </a:cubicBezTo>
                  <a:lnTo>
                    <a:pt x="143426" y="201313"/>
                  </a:lnTo>
                  <a:cubicBezTo>
                    <a:pt x="152170" y="206361"/>
                    <a:pt x="159394" y="202266"/>
                    <a:pt x="159394" y="191788"/>
                  </a:cubicBezTo>
                  <a:lnTo>
                    <a:pt x="159394" y="108444"/>
                  </a:lnTo>
                  <a:cubicBezTo>
                    <a:pt x="158700" y="97136"/>
                    <a:pt x="152655" y="86841"/>
                    <a:pt x="143141" y="80727"/>
                  </a:cubicBezTo>
                  <a:close/>
                  <a:moveTo>
                    <a:pt x="79364" y="145592"/>
                  </a:moveTo>
                  <a:cubicBezTo>
                    <a:pt x="55878" y="130194"/>
                    <a:pt x="41089" y="104524"/>
                    <a:pt x="39540" y="76440"/>
                  </a:cubicBezTo>
                  <a:cubicBezTo>
                    <a:pt x="39540" y="50913"/>
                    <a:pt x="57408" y="40626"/>
                    <a:pt x="79364" y="53390"/>
                  </a:cubicBezTo>
                  <a:cubicBezTo>
                    <a:pt x="102907" y="68733"/>
                    <a:pt x="117716" y="94435"/>
                    <a:pt x="119189" y="122541"/>
                  </a:cubicBezTo>
                  <a:cubicBezTo>
                    <a:pt x="119189" y="147687"/>
                    <a:pt x="101415" y="158070"/>
                    <a:pt x="79364" y="145306"/>
                  </a:cubicBezTo>
                  <a:close/>
                  <a:moveTo>
                    <a:pt x="137533" y="109111"/>
                  </a:moveTo>
                  <a:cubicBezTo>
                    <a:pt x="134292" y="106996"/>
                    <a:pt x="132239" y="103459"/>
                    <a:pt x="132020" y="99586"/>
                  </a:cubicBezTo>
                  <a:cubicBezTo>
                    <a:pt x="132020" y="95967"/>
                    <a:pt x="134491" y="94538"/>
                    <a:pt x="137533" y="96348"/>
                  </a:cubicBezTo>
                  <a:cubicBezTo>
                    <a:pt x="140812" y="98441"/>
                    <a:pt x="142903" y="101982"/>
                    <a:pt x="143141" y="105873"/>
                  </a:cubicBezTo>
                  <a:cubicBezTo>
                    <a:pt x="143141" y="109206"/>
                    <a:pt x="140669" y="110635"/>
                    <a:pt x="137533" y="1088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6"/>
            <p:cNvSpPr/>
            <p:nvPr/>
          </p:nvSpPr>
          <p:spPr>
            <a:xfrm>
              <a:off x="3993280" y="2480040"/>
              <a:ext cx="134491" cy="224767"/>
            </a:xfrm>
            <a:custGeom>
              <a:rect b="b" l="l" r="r" t="t"/>
              <a:pathLst>
                <a:path extrusionOk="0" h="224767" w="134491">
                  <a:moveTo>
                    <a:pt x="134491" y="125994"/>
                  </a:moveTo>
                  <a:cubicBezTo>
                    <a:pt x="134491" y="168951"/>
                    <a:pt x="67293" y="224768"/>
                    <a:pt x="67293" y="224768"/>
                  </a:cubicBezTo>
                  <a:cubicBezTo>
                    <a:pt x="67293" y="224768"/>
                    <a:pt x="0" y="91418"/>
                    <a:pt x="0" y="48174"/>
                  </a:cubicBezTo>
                  <a:cubicBezTo>
                    <a:pt x="0" y="4931"/>
                    <a:pt x="30130" y="-12214"/>
                    <a:pt x="67293" y="9217"/>
                  </a:cubicBezTo>
                  <a:cubicBezTo>
                    <a:pt x="106975" y="35192"/>
                    <a:pt x="131935" y="78559"/>
                    <a:pt x="134491" y="1259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6"/>
            <p:cNvSpPr/>
            <p:nvPr/>
          </p:nvSpPr>
          <p:spPr>
            <a:xfrm rot="-1801764">
              <a:off x="4024636" y="2501896"/>
              <a:ext cx="71791" cy="124475"/>
            </a:xfrm>
            <a:custGeom>
              <a:rect b="b" l="l" r="r" t="t"/>
              <a:pathLst>
                <a:path extrusionOk="0" h="124586" w="71855">
                  <a:moveTo>
                    <a:pt x="71855" y="62293"/>
                  </a:moveTo>
                  <a:cubicBezTo>
                    <a:pt x="71855" y="96697"/>
                    <a:pt x="55770" y="124587"/>
                    <a:pt x="35928" y="124587"/>
                  </a:cubicBezTo>
                  <a:cubicBezTo>
                    <a:pt x="16085" y="124587"/>
                    <a:pt x="0" y="96697"/>
                    <a:pt x="0" y="62293"/>
                  </a:cubicBezTo>
                  <a:cubicBezTo>
                    <a:pt x="0" y="27890"/>
                    <a:pt x="16085" y="0"/>
                    <a:pt x="35928" y="0"/>
                  </a:cubicBezTo>
                  <a:cubicBezTo>
                    <a:pt x="55770" y="0"/>
                    <a:pt x="71855" y="27890"/>
                    <a:pt x="71855" y="62293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6"/>
            <p:cNvSpPr/>
            <p:nvPr/>
          </p:nvSpPr>
          <p:spPr>
            <a:xfrm>
              <a:off x="4492846" y="2048739"/>
              <a:ext cx="559351" cy="469824"/>
            </a:xfrm>
            <a:custGeom>
              <a:rect b="b" l="l" r="r" t="t"/>
              <a:pathLst>
                <a:path extrusionOk="0" h="469824" w="559351">
                  <a:moveTo>
                    <a:pt x="514299" y="464425"/>
                  </a:moveTo>
                  <a:lnTo>
                    <a:pt x="45147" y="192963"/>
                  </a:lnTo>
                  <a:cubicBezTo>
                    <a:pt x="20245" y="178580"/>
                    <a:pt x="0" y="139908"/>
                    <a:pt x="0" y="106571"/>
                  </a:cubicBezTo>
                  <a:lnTo>
                    <a:pt x="0" y="39610"/>
                  </a:lnTo>
                  <a:cubicBezTo>
                    <a:pt x="0" y="6273"/>
                    <a:pt x="20245" y="-8968"/>
                    <a:pt x="45147" y="5415"/>
                  </a:cubicBezTo>
                  <a:lnTo>
                    <a:pt x="514299" y="276878"/>
                  </a:lnTo>
                  <a:cubicBezTo>
                    <a:pt x="539201" y="291261"/>
                    <a:pt x="559351" y="329932"/>
                    <a:pt x="559351" y="363270"/>
                  </a:cubicBezTo>
                  <a:lnTo>
                    <a:pt x="559351" y="430135"/>
                  </a:lnTo>
                  <a:cubicBezTo>
                    <a:pt x="559351" y="463473"/>
                    <a:pt x="539201" y="478808"/>
                    <a:pt x="514299" y="4644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6"/>
            <p:cNvSpPr/>
            <p:nvPr/>
          </p:nvSpPr>
          <p:spPr>
            <a:xfrm>
              <a:off x="4353888" y="2645824"/>
              <a:ext cx="1638988" cy="1231605"/>
            </a:xfrm>
            <a:custGeom>
              <a:rect b="b" l="l" r="r" t="t"/>
              <a:pathLst>
                <a:path extrusionOk="0" h="123160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  <a:lnTo>
                    <a:pt x="0" y="283392"/>
                  </a:lnTo>
                  <a:lnTo>
                    <a:pt x="1638989" y="1231606"/>
                  </a:ln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6"/>
            <p:cNvSpPr/>
            <p:nvPr/>
          </p:nvSpPr>
          <p:spPr>
            <a:xfrm>
              <a:off x="4353888" y="2645824"/>
              <a:ext cx="1638988" cy="746475"/>
            </a:xfrm>
            <a:custGeom>
              <a:rect b="b" l="l" r="r" t="t"/>
              <a:pathLst>
                <a:path extrusionOk="0" h="74647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</a:path>
              </a:pathLst>
            </a:custGeom>
            <a:noFill/>
            <a:ln cap="flat" cmpd="sng" w="8350">
              <a:solidFill>
                <a:srgbClr val="CCCE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6"/>
            <p:cNvSpPr/>
            <p:nvPr/>
          </p:nvSpPr>
          <p:spPr>
            <a:xfrm>
              <a:off x="4257005" y="773645"/>
              <a:ext cx="165344" cy="325643"/>
            </a:xfrm>
            <a:custGeom>
              <a:rect b="b" l="l" r="r" t="t"/>
              <a:pathLst>
                <a:path extrusionOk="0" h="325643" w="165344">
                  <a:moveTo>
                    <a:pt x="94696" y="251714"/>
                  </a:moveTo>
                  <a:cubicBezTo>
                    <a:pt x="80068" y="277923"/>
                    <a:pt x="62295" y="302235"/>
                    <a:pt x="41755" y="324104"/>
                  </a:cubicBezTo>
                  <a:cubicBezTo>
                    <a:pt x="36052" y="330772"/>
                    <a:pt x="-7955" y="313912"/>
                    <a:pt x="1265" y="309150"/>
                  </a:cubicBezTo>
                  <a:cubicBezTo>
                    <a:pt x="10485" y="304387"/>
                    <a:pt x="39284" y="264192"/>
                    <a:pt x="53731" y="237331"/>
                  </a:cubicBezTo>
                  <a:cubicBezTo>
                    <a:pt x="65821" y="205263"/>
                    <a:pt x="76095" y="172541"/>
                    <a:pt x="84526" y="139319"/>
                  </a:cubicBezTo>
                  <a:cubicBezTo>
                    <a:pt x="93556" y="106458"/>
                    <a:pt x="101349" y="58261"/>
                    <a:pt x="108003" y="35592"/>
                  </a:cubicBezTo>
                  <a:cubicBezTo>
                    <a:pt x="111481" y="18487"/>
                    <a:pt x="124655" y="5022"/>
                    <a:pt x="141649" y="1207"/>
                  </a:cubicBezTo>
                  <a:cubicBezTo>
                    <a:pt x="157522" y="-2508"/>
                    <a:pt x="167787" y="1873"/>
                    <a:pt x="164841" y="21114"/>
                  </a:cubicBezTo>
                  <a:cubicBezTo>
                    <a:pt x="159423" y="54642"/>
                    <a:pt x="133475" y="185515"/>
                    <a:pt x="94696" y="25171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6"/>
            <p:cNvSpPr/>
            <p:nvPr/>
          </p:nvSpPr>
          <p:spPr>
            <a:xfrm>
              <a:off x="4272441" y="1538278"/>
              <a:ext cx="113451" cy="88273"/>
            </a:xfrm>
            <a:custGeom>
              <a:rect b="b" l="l" r="r" t="t"/>
              <a:pathLst>
                <a:path extrusionOk="0" h="88273" w="113451">
                  <a:moveTo>
                    <a:pt x="104448" y="2"/>
                  </a:moveTo>
                  <a:cubicBezTo>
                    <a:pt x="90856" y="11146"/>
                    <a:pt x="70706" y="955"/>
                    <a:pt x="69660" y="2002"/>
                  </a:cubicBezTo>
                  <a:cubicBezTo>
                    <a:pt x="53645" y="16871"/>
                    <a:pt x="36860" y="30892"/>
                    <a:pt x="19381" y="44008"/>
                  </a:cubicBezTo>
                  <a:cubicBezTo>
                    <a:pt x="10827" y="50675"/>
                    <a:pt x="-2385" y="59629"/>
                    <a:pt x="371" y="72583"/>
                  </a:cubicBezTo>
                  <a:cubicBezTo>
                    <a:pt x="4648" y="95538"/>
                    <a:pt x="41432" y="88490"/>
                    <a:pt x="55308" y="81441"/>
                  </a:cubicBezTo>
                  <a:cubicBezTo>
                    <a:pt x="69185" y="74392"/>
                    <a:pt x="80591" y="62391"/>
                    <a:pt x="93327" y="54581"/>
                  </a:cubicBezTo>
                  <a:cubicBezTo>
                    <a:pt x="102832" y="48675"/>
                    <a:pt x="112337" y="45722"/>
                    <a:pt x="113382" y="33816"/>
                  </a:cubicBezTo>
                  <a:cubicBezTo>
                    <a:pt x="114238" y="26672"/>
                    <a:pt x="106919" y="-283"/>
                    <a:pt x="10444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6"/>
            <p:cNvSpPr/>
            <p:nvPr/>
          </p:nvSpPr>
          <p:spPr>
            <a:xfrm>
              <a:off x="4272622" y="1567332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4" y="40576"/>
                    <a:pt x="53797" y="47625"/>
                  </a:cubicBezTo>
                  <a:cubicBezTo>
                    <a:pt x="39920" y="54673"/>
                    <a:pt x="9030" y="60579"/>
                    <a:pt x="0" y="44101"/>
                  </a:cubicBezTo>
                  <a:cubicBezTo>
                    <a:pt x="4847" y="66294"/>
                    <a:pt x="41060" y="59341"/>
                    <a:pt x="54747" y="52388"/>
                  </a:cubicBezTo>
                  <a:cubicBezTo>
                    <a:pt x="68434" y="45434"/>
                    <a:pt x="80029" y="33338"/>
                    <a:pt x="92766" y="25527"/>
                  </a:cubicBezTo>
                  <a:cubicBezTo>
                    <a:pt x="102271" y="19621"/>
                    <a:pt x="111775" y="16669"/>
                    <a:pt x="112821" y="4763"/>
                  </a:cubicBezTo>
                  <a:cubicBezTo>
                    <a:pt x="113011" y="3181"/>
                    <a:pt x="113077" y="1591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6"/>
            <p:cNvSpPr/>
            <p:nvPr/>
          </p:nvSpPr>
          <p:spPr>
            <a:xfrm>
              <a:off x="4135669" y="1458312"/>
              <a:ext cx="113522" cy="85076"/>
            </a:xfrm>
            <a:custGeom>
              <a:rect b="b" l="l" r="r" t="t"/>
              <a:pathLst>
                <a:path extrusionOk="0" h="85076" w="113522">
                  <a:moveTo>
                    <a:pt x="102832" y="54"/>
                  </a:moveTo>
                  <a:cubicBezTo>
                    <a:pt x="89240" y="11198"/>
                    <a:pt x="65383" y="-898"/>
                    <a:pt x="64338" y="54"/>
                  </a:cubicBezTo>
                  <a:cubicBezTo>
                    <a:pt x="50176" y="14503"/>
                    <a:pt x="35168" y="28084"/>
                    <a:pt x="19381" y="40726"/>
                  </a:cubicBezTo>
                  <a:cubicBezTo>
                    <a:pt x="10827" y="47489"/>
                    <a:pt x="-2385" y="56442"/>
                    <a:pt x="371" y="69301"/>
                  </a:cubicBezTo>
                  <a:cubicBezTo>
                    <a:pt x="4648" y="92351"/>
                    <a:pt x="41432" y="85303"/>
                    <a:pt x="55403" y="78254"/>
                  </a:cubicBezTo>
                  <a:cubicBezTo>
                    <a:pt x="69375" y="71206"/>
                    <a:pt x="80591" y="59204"/>
                    <a:pt x="93422" y="51299"/>
                  </a:cubicBezTo>
                  <a:cubicBezTo>
                    <a:pt x="102927" y="45488"/>
                    <a:pt x="112432" y="42440"/>
                    <a:pt x="113477" y="30629"/>
                  </a:cubicBezTo>
                  <a:cubicBezTo>
                    <a:pt x="114238" y="23486"/>
                    <a:pt x="105303" y="-232"/>
                    <a:pt x="102832" y="5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6"/>
            <p:cNvSpPr/>
            <p:nvPr/>
          </p:nvSpPr>
          <p:spPr>
            <a:xfrm>
              <a:off x="4135660" y="1485798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3" y="40577"/>
                    <a:pt x="53796" y="47625"/>
                  </a:cubicBezTo>
                  <a:cubicBezTo>
                    <a:pt x="39920" y="54674"/>
                    <a:pt x="8934" y="60579"/>
                    <a:pt x="0" y="44101"/>
                  </a:cubicBezTo>
                  <a:cubicBezTo>
                    <a:pt x="4847" y="66294"/>
                    <a:pt x="40965" y="59341"/>
                    <a:pt x="54747" y="52388"/>
                  </a:cubicBezTo>
                  <a:cubicBezTo>
                    <a:pt x="68529" y="45434"/>
                    <a:pt x="79934" y="33338"/>
                    <a:pt x="92766" y="25432"/>
                  </a:cubicBezTo>
                  <a:cubicBezTo>
                    <a:pt x="102270" y="19622"/>
                    <a:pt x="111775" y="16669"/>
                    <a:pt x="112821" y="4763"/>
                  </a:cubicBezTo>
                  <a:cubicBezTo>
                    <a:pt x="113011" y="3183"/>
                    <a:pt x="113077" y="1590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6"/>
            <p:cNvSpPr/>
            <p:nvPr/>
          </p:nvSpPr>
          <p:spPr>
            <a:xfrm>
              <a:off x="4163850" y="1066881"/>
              <a:ext cx="398264" cy="482949"/>
            </a:xfrm>
            <a:custGeom>
              <a:rect b="b" l="l" r="r" t="t"/>
              <a:pathLst>
                <a:path extrusionOk="0" h="482949" w="398264">
                  <a:moveTo>
                    <a:pt x="395149" y="33155"/>
                  </a:moveTo>
                  <a:cubicBezTo>
                    <a:pt x="410261" y="127833"/>
                    <a:pt x="368346" y="163171"/>
                    <a:pt x="313789" y="183269"/>
                  </a:cubicBezTo>
                  <a:cubicBezTo>
                    <a:pt x="274630" y="197747"/>
                    <a:pt x="218742" y="220035"/>
                    <a:pt x="218742" y="220035"/>
                  </a:cubicBezTo>
                  <a:cubicBezTo>
                    <a:pt x="218742" y="220035"/>
                    <a:pt x="219502" y="240800"/>
                    <a:pt x="219882" y="287377"/>
                  </a:cubicBezTo>
                  <a:cubicBezTo>
                    <a:pt x="219882" y="328430"/>
                    <a:pt x="214940" y="477877"/>
                    <a:pt x="214940" y="477877"/>
                  </a:cubicBezTo>
                  <a:cubicBezTo>
                    <a:pt x="201814" y="484641"/>
                    <a:pt x="186245" y="484641"/>
                    <a:pt x="173119" y="477877"/>
                  </a:cubicBezTo>
                  <a:cubicBezTo>
                    <a:pt x="173119" y="477877"/>
                    <a:pt x="151164" y="363101"/>
                    <a:pt x="146506" y="311285"/>
                  </a:cubicBezTo>
                  <a:cubicBezTo>
                    <a:pt x="140138" y="241085"/>
                    <a:pt x="129398" y="195080"/>
                    <a:pt x="133010" y="179935"/>
                  </a:cubicBezTo>
                  <a:cubicBezTo>
                    <a:pt x="136146" y="166600"/>
                    <a:pt x="212754" y="128881"/>
                    <a:pt x="237086" y="108688"/>
                  </a:cubicBezTo>
                  <a:lnTo>
                    <a:pt x="76552" y="162599"/>
                  </a:lnTo>
                  <a:cubicBezTo>
                    <a:pt x="79745" y="180037"/>
                    <a:pt x="81304" y="197735"/>
                    <a:pt x="81209" y="215463"/>
                  </a:cubicBezTo>
                  <a:cubicBezTo>
                    <a:pt x="79783" y="271184"/>
                    <a:pt x="76647" y="391866"/>
                    <a:pt x="76647" y="391866"/>
                  </a:cubicBezTo>
                  <a:cubicBezTo>
                    <a:pt x="76647" y="391866"/>
                    <a:pt x="54691" y="407773"/>
                    <a:pt x="35872" y="391866"/>
                  </a:cubicBezTo>
                  <a:cubicBezTo>
                    <a:pt x="35872" y="391866"/>
                    <a:pt x="-4523" y="153074"/>
                    <a:pt x="419" y="121451"/>
                  </a:cubicBezTo>
                  <a:cubicBezTo>
                    <a:pt x="5077" y="91448"/>
                    <a:pt x="146506" y="30107"/>
                    <a:pt x="171504" y="8961"/>
                  </a:cubicBezTo>
                  <a:cubicBezTo>
                    <a:pt x="180286" y="1807"/>
                    <a:pt x="191692" y="-1275"/>
                    <a:pt x="202869" y="4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6"/>
            <p:cNvSpPr/>
            <p:nvPr/>
          </p:nvSpPr>
          <p:spPr>
            <a:xfrm>
              <a:off x="4403391" y="743705"/>
              <a:ext cx="125692" cy="122150"/>
            </a:xfrm>
            <a:custGeom>
              <a:rect b="b" l="l" r="r" t="t"/>
              <a:pathLst>
                <a:path extrusionOk="0" h="122150" w="125692">
                  <a:moveTo>
                    <a:pt x="100101" y="0"/>
                  </a:moveTo>
                  <a:cubicBezTo>
                    <a:pt x="100101" y="0"/>
                    <a:pt x="97725" y="45053"/>
                    <a:pt x="98770" y="49054"/>
                  </a:cubicBezTo>
                  <a:cubicBezTo>
                    <a:pt x="99816" y="53054"/>
                    <a:pt x="119395" y="66294"/>
                    <a:pt x="125098" y="71057"/>
                  </a:cubicBezTo>
                  <a:cubicBezTo>
                    <a:pt x="130801" y="75819"/>
                    <a:pt x="94018" y="112205"/>
                    <a:pt x="76149" y="120396"/>
                  </a:cubicBezTo>
                  <a:cubicBezTo>
                    <a:pt x="58280" y="128588"/>
                    <a:pt x="1442" y="106966"/>
                    <a:pt x="112" y="78962"/>
                  </a:cubicBezTo>
                  <a:cubicBezTo>
                    <a:pt x="-1219" y="50959"/>
                    <a:pt x="9616" y="27622"/>
                    <a:pt x="18550" y="26384"/>
                  </a:cubicBezTo>
                  <a:cubicBezTo>
                    <a:pt x="27485" y="25146"/>
                    <a:pt x="100101" y="0"/>
                    <a:pt x="10010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6"/>
            <p:cNvSpPr/>
            <p:nvPr/>
          </p:nvSpPr>
          <p:spPr>
            <a:xfrm>
              <a:off x="4358991" y="760843"/>
              <a:ext cx="203859" cy="398340"/>
            </a:xfrm>
            <a:custGeom>
              <a:rect b="b" l="l" r="r" t="t"/>
              <a:pathLst>
                <a:path extrusionOk="0" h="398340" w="203859">
                  <a:moveTo>
                    <a:pt x="149443" y="39726"/>
                  </a:moveTo>
                  <a:cubicBezTo>
                    <a:pt x="149443" y="39726"/>
                    <a:pt x="116842" y="88494"/>
                    <a:pt x="71315" y="93066"/>
                  </a:cubicBezTo>
                  <a:cubicBezTo>
                    <a:pt x="56963" y="78874"/>
                    <a:pt x="55632" y="28392"/>
                    <a:pt x="75497" y="12294"/>
                  </a:cubicBezTo>
                  <a:cubicBezTo>
                    <a:pt x="75497" y="12294"/>
                    <a:pt x="57248" y="-2565"/>
                    <a:pt x="44702" y="388"/>
                  </a:cubicBezTo>
                  <a:cubicBezTo>
                    <a:pt x="31110" y="8435"/>
                    <a:pt x="20959" y="21220"/>
                    <a:pt x="16187" y="36297"/>
                  </a:cubicBezTo>
                  <a:cubicBezTo>
                    <a:pt x="4525" y="69955"/>
                    <a:pt x="-912" y="105459"/>
                    <a:pt x="125" y="141073"/>
                  </a:cubicBezTo>
                  <a:cubicBezTo>
                    <a:pt x="885" y="188697"/>
                    <a:pt x="125" y="309760"/>
                    <a:pt x="125" y="309760"/>
                  </a:cubicBezTo>
                  <a:cubicBezTo>
                    <a:pt x="5533" y="338651"/>
                    <a:pt x="22993" y="363848"/>
                    <a:pt x="48123" y="379007"/>
                  </a:cubicBezTo>
                  <a:cubicBezTo>
                    <a:pt x="81028" y="397713"/>
                    <a:pt x="119827" y="403098"/>
                    <a:pt x="156572" y="394057"/>
                  </a:cubicBezTo>
                  <a:cubicBezTo>
                    <a:pt x="179668" y="388627"/>
                    <a:pt x="188222" y="375769"/>
                    <a:pt x="196206" y="358909"/>
                  </a:cubicBezTo>
                  <a:cubicBezTo>
                    <a:pt x="194115" y="325476"/>
                    <a:pt x="180904" y="256420"/>
                    <a:pt x="186702" y="214224"/>
                  </a:cubicBezTo>
                  <a:cubicBezTo>
                    <a:pt x="192499" y="172029"/>
                    <a:pt x="201149" y="140596"/>
                    <a:pt x="203430" y="106592"/>
                  </a:cubicBezTo>
                  <a:cubicBezTo>
                    <a:pt x="205711" y="72588"/>
                    <a:pt x="198963" y="73159"/>
                    <a:pt x="181854" y="60967"/>
                  </a:cubicBezTo>
                  <a:cubicBezTo>
                    <a:pt x="171580" y="53111"/>
                    <a:pt x="160744" y="46012"/>
                    <a:pt x="149443" y="3972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6"/>
            <p:cNvSpPr/>
            <p:nvPr/>
          </p:nvSpPr>
          <p:spPr>
            <a:xfrm>
              <a:off x="4398650" y="616917"/>
              <a:ext cx="135166" cy="164844"/>
            </a:xfrm>
            <a:custGeom>
              <a:rect b="b" l="l" r="r" t="t"/>
              <a:pathLst>
                <a:path extrusionOk="0" h="164844" w="135166">
                  <a:moveTo>
                    <a:pt x="2951" y="59542"/>
                  </a:moveTo>
                  <a:lnTo>
                    <a:pt x="2951" y="59542"/>
                  </a:lnTo>
                  <a:cubicBezTo>
                    <a:pt x="8369" y="24585"/>
                    <a:pt x="33556" y="-1894"/>
                    <a:pt x="69484" y="106"/>
                  </a:cubicBezTo>
                  <a:cubicBezTo>
                    <a:pt x="107645" y="2052"/>
                    <a:pt x="137015" y="34634"/>
                    <a:pt x="135076" y="72881"/>
                  </a:cubicBezTo>
                  <a:cubicBezTo>
                    <a:pt x="133974" y="94625"/>
                    <a:pt x="122739" y="114587"/>
                    <a:pt x="104747" y="126789"/>
                  </a:cubicBezTo>
                  <a:cubicBezTo>
                    <a:pt x="103473" y="132100"/>
                    <a:pt x="101591" y="137245"/>
                    <a:pt x="99139" y="142124"/>
                  </a:cubicBezTo>
                  <a:cubicBezTo>
                    <a:pt x="86498" y="156983"/>
                    <a:pt x="48003" y="166508"/>
                    <a:pt x="36788" y="164603"/>
                  </a:cubicBezTo>
                  <a:cubicBezTo>
                    <a:pt x="23358" y="163381"/>
                    <a:pt x="12047" y="154047"/>
                    <a:pt x="8274" y="141076"/>
                  </a:cubicBezTo>
                  <a:cubicBezTo>
                    <a:pt x="-3702" y="113644"/>
                    <a:pt x="5" y="76878"/>
                    <a:pt x="2951" y="595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6"/>
            <p:cNvSpPr/>
            <p:nvPr/>
          </p:nvSpPr>
          <p:spPr>
            <a:xfrm>
              <a:off x="4403852" y="602477"/>
              <a:ext cx="142520" cy="141227"/>
            </a:xfrm>
            <a:custGeom>
              <a:rect b="b" l="l" r="r" t="t"/>
              <a:pathLst>
                <a:path extrusionOk="0" h="141227" w="142520">
                  <a:moveTo>
                    <a:pt x="99640" y="141228"/>
                  </a:moveTo>
                  <a:lnTo>
                    <a:pt x="99640" y="141228"/>
                  </a:lnTo>
                  <a:lnTo>
                    <a:pt x="96313" y="110653"/>
                  </a:lnTo>
                  <a:cubicBezTo>
                    <a:pt x="96313" y="110653"/>
                    <a:pt x="121215" y="46073"/>
                    <a:pt x="62381" y="58456"/>
                  </a:cubicBezTo>
                  <a:cubicBezTo>
                    <a:pt x="23602" y="66647"/>
                    <a:pt x="13812" y="70267"/>
                    <a:pt x="2027" y="44168"/>
                  </a:cubicBezTo>
                  <a:cubicBezTo>
                    <a:pt x="-9759" y="18070"/>
                    <a:pt x="31586" y="-5457"/>
                    <a:pt x="81296" y="1115"/>
                  </a:cubicBezTo>
                  <a:cubicBezTo>
                    <a:pt x="116615" y="4775"/>
                    <a:pt x="143238" y="34972"/>
                    <a:pt x="142506" y="70552"/>
                  </a:cubicBezTo>
                  <a:cubicBezTo>
                    <a:pt x="141270" y="89793"/>
                    <a:pt x="136138" y="128655"/>
                    <a:pt x="99640" y="141228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6"/>
            <p:cNvSpPr/>
            <p:nvPr/>
          </p:nvSpPr>
          <p:spPr>
            <a:xfrm>
              <a:off x="4338015" y="761231"/>
              <a:ext cx="65677" cy="95630"/>
            </a:xfrm>
            <a:custGeom>
              <a:rect b="b" l="l" r="r" t="t"/>
              <a:pathLst>
                <a:path extrusionOk="0" h="95630" w="65677">
                  <a:moveTo>
                    <a:pt x="23762" y="95631"/>
                  </a:moveTo>
                  <a:cubicBezTo>
                    <a:pt x="14780" y="95307"/>
                    <a:pt x="6264" y="91519"/>
                    <a:pt x="0" y="85058"/>
                  </a:cubicBezTo>
                  <a:cubicBezTo>
                    <a:pt x="1331" y="68294"/>
                    <a:pt x="22716" y="4667"/>
                    <a:pt x="65677" y="0"/>
                  </a:cubicBezTo>
                  <a:cubicBezTo>
                    <a:pt x="53987" y="8214"/>
                    <a:pt x="44729" y="19435"/>
                    <a:pt x="38874" y="32480"/>
                  </a:cubicBezTo>
                  <a:cubicBezTo>
                    <a:pt x="32192" y="53100"/>
                    <a:pt x="27136" y="74216"/>
                    <a:pt x="23762" y="9563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6"/>
            <p:cNvSpPr/>
            <p:nvPr/>
          </p:nvSpPr>
          <p:spPr>
            <a:xfrm>
              <a:off x="5408528" y="1603174"/>
              <a:ext cx="974325" cy="1973896"/>
            </a:xfrm>
            <a:custGeom>
              <a:rect b="b" l="l" r="r" t="t"/>
              <a:pathLst>
                <a:path extrusionOk="0" h="1973896" w="974325">
                  <a:moveTo>
                    <a:pt x="884126" y="1962979"/>
                  </a:moveTo>
                  <a:lnTo>
                    <a:pt x="90295" y="1503684"/>
                  </a:lnTo>
                  <a:cubicBezTo>
                    <a:pt x="40395" y="1475109"/>
                    <a:pt x="0" y="1397480"/>
                    <a:pt x="0" y="1330900"/>
                  </a:cubicBezTo>
                  <a:lnTo>
                    <a:pt x="0" y="79220"/>
                  </a:lnTo>
                  <a:cubicBezTo>
                    <a:pt x="0" y="12545"/>
                    <a:pt x="40395" y="-17935"/>
                    <a:pt x="90295" y="10831"/>
                  </a:cubicBezTo>
                  <a:lnTo>
                    <a:pt x="884126" y="470221"/>
                  </a:lnTo>
                  <a:cubicBezTo>
                    <a:pt x="933931" y="498796"/>
                    <a:pt x="974326" y="576425"/>
                    <a:pt x="974326" y="643005"/>
                  </a:cubicBezTo>
                  <a:lnTo>
                    <a:pt x="974326" y="1894876"/>
                  </a:lnTo>
                  <a:cubicBezTo>
                    <a:pt x="974326" y="1961551"/>
                    <a:pt x="933931" y="1991840"/>
                    <a:pt x="884126" y="1962979"/>
                  </a:cubicBez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6"/>
            <p:cNvSpPr/>
            <p:nvPr/>
          </p:nvSpPr>
          <p:spPr>
            <a:xfrm>
              <a:off x="6324400" y="3534911"/>
              <a:ext cx="27183" cy="49530"/>
            </a:xfrm>
            <a:custGeom>
              <a:rect b="b" l="l" r="r" t="t"/>
              <a:pathLst>
                <a:path extrusionOk="0" h="49530" w="27183">
                  <a:moveTo>
                    <a:pt x="0" y="49530"/>
                  </a:moveTo>
                  <a:lnTo>
                    <a:pt x="27184" y="36100"/>
                  </a:lnTo>
                  <a:lnTo>
                    <a:pt x="8840" y="0"/>
                  </a:lnTo>
                  <a:lnTo>
                    <a:pt x="0" y="4953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6"/>
            <p:cNvSpPr/>
            <p:nvPr/>
          </p:nvSpPr>
          <p:spPr>
            <a:xfrm>
              <a:off x="5423355" y="1605432"/>
              <a:ext cx="45242" cy="39909"/>
            </a:xfrm>
            <a:custGeom>
              <a:rect b="b" l="l" r="r" t="t"/>
              <a:pathLst>
                <a:path extrusionOk="0" h="39909" w="45242">
                  <a:moveTo>
                    <a:pt x="0" y="12097"/>
                  </a:moveTo>
                  <a:cubicBezTo>
                    <a:pt x="7993" y="7334"/>
                    <a:pt x="16396" y="3286"/>
                    <a:pt x="25092" y="0"/>
                  </a:cubicBezTo>
                  <a:lnTo>
                    <a:pt x="45242" y="3991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6"/>
            <p:cNvSpPr/>
            <p:nvPr/>
          </p:nvSpPr>
          <p:spPr>
            <a:xfrm>
              <a:off x="5387713" y="1613611"/>
              <a:ext cx="974325" cy="1973876"/>
            </a:xfrm>
            <a:custGeom>
              <a:rect b="b" l="l" r="r" t="t"/>
              <a:pathLst>
                <a:path extrusionOk="0" h="1973876" w="974325">
                  <a:moveTo>
                    <a:pt x="884126" y="1963020"/>
                  </a:moveTo>
                  <a:lnTo>
                    <a:pt x="90199" y="1503439"/>
                  </a:lnTo>
                  <a:cubicBezTo>
                    <a:pt x="40395" y="1474864"/>
                    <a:pt x="0" y="1397235"/>
                    <a:pt x="0" y="1330655"/>
                  </a:cubicBezTo>
                  <a:lnTo>
                    <a:pt x="0" y="79261"/>
                  </a:lnTo>
                  <a:cubicBezTo>
                    <a:pt x="0" y="12586"/>
                    <a:pt x="40395" y="-17990"/>
                    <a:pt x="90199" y="10871"/>
                  </a:cubicBezTo>
                  <a:lnTo>
                    <a:pt x="884126" y="470262"/>
                  </a:lnTo>
                  <a:cubicBezTo>
                    <a:pt x="933931" y="498837"/>
                    <a:pt x="974326" y="576370"/>
                    <a:pt x="974326" y="642950"/>
                  </a:cubicBezTo>
                  <a:lnTo>
                    <a:pt x="974326" y="1894630"/>
                  </a:lnTo>
                  <a:cubicBezTo>
                    <a:pt x="974326" y="1961210"/>
                    <a:pt x="933931" y="1991881"/>
                    <a:pt x="884126" y="1963020"/>
                  </a:cubicBezTo>
                  <a:close/>
                </a:path>
              </a:pathLst>
            </a:custGeom>
            <a:solidFill>
              <a:srgbClr val="2E245B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6"/>
            <p:cNvSpPr/>
            <p:nvPr/>
          </p:nvSpPr>
          <p:spPr>
            <a:xfrm>
              <a:off x="5477912" y="174973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6"/>
            <p:cNvSpPr/>
            <p:nvPr/>
          </p:nvSpPr>
          <p:spPr>
            <a:xfrm>
              <a:off x="5649377" y="1848986"/>
              <a:ext cx="613432" cy="407098"/>
            </a:xfrm>
            <a:custGeom>
              <a:rect b="b" l="l" r="r" t="t"/>
              <a:pathLst>
                <a:path extrusionOk="0" h="407098" w="613432">
                  <a:moveTo>
                    <a:pt x="613433" y="407099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0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6"/>
            <p:cNvSpPr/>
            <p:nvPr/>
          </p:nvSpPr>
          <p:spPr>
            <a:xfrm>
              <a:off x="5477912" y="191680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6"/>
            <p:cNvSpPr/>
            <p:nvPr/>
          </p:nvSpPr>
          <p:spPr>
            <a:xfrm>
              <a:off x="5649377" y="2015959"/>
              <a:ext cx="405945" cy="287083"/>
            </a:xfrm>
            <a:custGeom>
              <a:rect b="b" l="l" r="r" t="t"/>
              <a:pathLst>
                <a:path extrusionOk="0" h="287083" w="405945">
                  <a:moveTo>
                    <a:pt x="405945" y="28708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05945" y="234887"/>
                  </a:lnTo>
                  <a:lnTo>
                    <a:pt x="405945" y="287084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6"/>
            <p:cNvSpPr/>
            <p:nvPr/>
          </p:nvSpPr>
          <p:spPr>
            <a:xfrm>
              <a:off x="5477912" y="2000338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439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6"/>
            <p:cNvSpPr/>
            <p:nvPr/>
          </p:nvSpPr>
          <p:spPr>
            <a:xfrm>
              <a:off x="5649377" y="2099494"/>
              <a:ext cx="505174" cy="344519"/>
            </a:xfrm>
            <a:custGeom>
              <a:rect b="b" l="l" r="r" t="t"/>
              <a:pathLst>
                <a:path extrusionOk="0" h="344519" w="505174">
                  <a:moveTo>
                    <a:pt x="505174" y="344519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05174" y="292322"/>
                  </a:lnTo>
                  <a:lnTo>
                    <a:pt x="505174" y="344519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6"/>
            <p:cNvSpPr/>
            <p:nvPr/>
          </p:nvSpPr>
          <p:spPr>
            <a:xfrm>
              <a:off x="5477912" y="208377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6"/>
            <p:cNvSpPr/>
            <p:nvPr/>
          </p:nvSpPr>
          <p:spPr>
            <a:xfrm>
              <a:off x="5649377" y="2183028"/>
              <a:ext cx="351863" cy="255746"/>
            </a:xfrm>
            <a:custGeom>
              <a:rect b="b" l="l" r="r" t="t"/>
              <a:pathLst>
                <a:path extrusionOk="0" h="255746" w="351863">
                  <a:moveTo>
                    <a:pt x="351864" y="25574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51864" y="203549"/>
                  </a:lnTo>
                  <a:lnTo>
                    <a:pt x="351864" y="25574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6"/>
            <p:cNvSpPr/>
            <p:nvPr/>
          </p:nvSpPr>
          <p:spPr>
            <a:xfrm>
              <a:off x="5477912" y="1833270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6"/>
            <p:cNvSpPr/>
            <p:nvPr/>
          </p:nvSpPr>
          <p:spPr>
            <a:xfrm>
              <a:off x="5649377" y="1932425"/>
              <a:ext cx="306716" cy="229742"/>
            </a:xfrm>
            <a:custGeom>
              <a:rect b="b" l="l" r="r" t="t"/>
              <a:pathLst>
                <a:path extrusionOk="0" h="229742" w="306716">
                  <a:moveTo>
                    <a:pt x="306716" y="22974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743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6"/>
            <p:cNvSpPr/>
            <p:nvPr/>
          </p:nvSpPr>
          <p:spPr>
            <a:xfrm>
              <a:off x="5477912" y="216731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6"/>
            <p:cNvSpPr/>
            <p:nvPr/>
          </p:nvSpPr>
          <p:spPr>
            <a:xfrm>
              <a:off x="5649377" y="2266467"/>
              <a:ext cx="180399" cy="156591"/>
            </a:xfrm>
            <a:custGeom>
              <a:rect b="b" l="l" r="r" t="t"/>
              <a:pathLst>
                <a:path extrusionOk="0" h="156591" w="180399">
                  <a:moveTo>
                    <a:pt x="180399" y="15659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80399" y="104394"/>
                  </a:lnTo>
                  <a:lnTo>
                    <a:pt x="180399" y="1565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6"/>
            <p:cNvSpPr/>
            <p:nvPr/>
          </p:nvSpPr>
          <p:spPr>
            <a:xfrm>
              <a:off x="5477912" y="2334380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6"/>
            <p:cNvSpPr/>
            <p:nvPr/>
          </p:nvSpPr>
          <p:spPr>
            <a:xfrm>
              <a:off x="5649377" y="2433536"/>
              <a:ext cx="568380" cy="381000"/>
            </a:xfrm>
            <a:custGeom>
              <a:rect b="b" l="l" r="r" t="t"/>
              <a:pathLst>
                <a:path extrusionOk="0" h="381000" w="568380">
                  <a:moveTo>
                    <a:pt x="568380" y="381000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68380" y="328803"/>
                  </a:lnTo>
                  <a:lnTo>
                    <a:pt x="568380" y="381000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6"/>
            <p:cNvSpPr/>
            <p:nvPr/>
          </p:nvSpPr>
          <p:spPr>
            <a:xfrm>
              <a:off x="5477912" y="241781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6"/>
            <p:cNvSpPr/>
            <p:nvPr/>
          </p:nvSpPr>
          <p:spPr>
            <a:xfrm>
              <a:off x="5649377" y="2517070"/>
              <a:ext cx="171369" cy="151352"/>
            </a:xfrm>
            <a:custGeom>
              <a:rect b="b" l="l" r="r" t="t"/>
              <a:pathLst>
                <a:path extrusionOk="0" h="151352" w="171369">
                  <a:moveTo>
                    <a:pt x="171370" y="151352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71370" y="99155"/>
                  </a:lnTo>
                  <a:lnTo>
                    <a:pt x="171370" y="151352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6"/>
            <p:cNvSpPr/>
            <p:nvPr/>
          </p:nvSpPr>
          <p:spPr>
            <a:xfrm>
              <a:off x="5477912" y="250135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6"/>
            <p:cNvSpPr/>
            <p:nvPr/>
          </p:nvSpPr>
          <p:spPr>
            <a:xfrm>
              <a:off x="5649377" y="2600604"/>
              <a:ext cx="505174" cy="344424"/>
            </a:xfrm>
            <a:custGeom>
              <a:rect b="b" l="l" r="r" t="t"/>
              <a:pathLst>
                <a:path extrusionOk="0" h="344424" w="505174">
                  <a:moveTo>
                    <a:pt x="505174" y="344424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505174" y="292227"/>
                  </a:lnTo>
                  <a:lnTo>
                    <a:pt x="505174" y="344424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6"/>
            <p:cNvSpPr/>
            <p:nvPr/>
          </p:nvSpPr>
          <p:spPr>
            <a:xfrm>
              <a:off x="5477912" y="225084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6"/>
            <p:cNvSpPr/>
            <p:nvPr/>
          </p:nvSpPr>
          <p:spPr>
            <a:xfrm>
              <a:off x="5649377" y="2350001"/>
              <a:ext cx="478085" cy="328898"/>
            </a:xfrm>
            <a:custGeom>
              <a:rect b="b" l="l" r="r" t="t"/>
              <a:pathLst>
                <a:path extrusionOk="0" h="328898" w="478085">
                  <a:moveTo>
                    <a:pt x="478086" y="32889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78086" y="276701"/>
                  </a:lnTo>
                  <a:lnTo>
                    <a:pt x="478086" y="328898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6"/>
            <p:cNvSpPr/>
            <p:nvPr/>
          </p:nvSpPr>
          <p:spPr>
            <a:xfrm>
              <a:off x="5477912" y="258488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6"/>
            <p:cNvSpPr/>
            <p:nvPr/>
          </p:nvSpPr>
          <p:spPr>
            <a:xfrm>
              <a:off x="5649377" y="2684043"/>
              <a:ext cx="63110" cy="88773"/>
            </a:xfrm>
            <a:custGeom>
              <a:rect b="b" l="l" r="r" t="t"/>
              <a:pathLst>
                <a:path extrusionOk="0" h="88773" w="63110">
                  <a:moveTo>
                    <a:pt x="63111" y="8877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3111" y="36576"/>
                  </a:lnTo>
                  <a:lnTo>
                    <a:pt x="63111" y="887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6"/>
            <p:cNvSpPr/>
            <p:nvPr/>
          </p:nvSpPr>
          <p:spPr>
            <a:xfrm>
              <a:off x="5477912" y="2751956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6"/>
            <p:cNvSpPr/>
            <p:nvPr/>
          </p:nvSpPr>
          <p:spPr>
            <a:xfrm>
              <a:off x="5649377" y="2851112"/>
              <a:ext cx="117287" cy="120014"/>
            </a:xfrm>
            <a:custGeom>
              <a:rect b="b" l="l" r="r" t="t"/>
              <a:pathLst>
                <a:path extrusionOk="0" h="120014" w="117287">
                  <a:moveTo>
                    <a:pt x="117288" y="120015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17288" y="67818"/>
                  </a:lnTo>
                  <a:lnTo>
                    <a:pt x="117288" y="120015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6"/>
            <p:cNvSpPr/>
            <p:nvPr/>
          </p:nvSpPr>
          <p:spPr>
            <a:xfrm>
              <a:off x="5477912" y="2835395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6"/>
            <p:cNvSpPr/>
            <p:nvPr/>
          </p:nvSpPr>
          <p:spPr>
            <a:xfrm>
              <a:off x="5649377" y="2934646"/>
              <a:ext cx="306716" cy="229647"/>
            </a:xfrm>
            <a:custGeom>
              <a:rect b="b" l="l" r="r" t="t"/>
              <a:pathLst>
                <a:path extrusionOk="0" h="229647" w="306716">
                  <a:moveTo>
                    <a:pt x="306716" y="22964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648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6"/>
            <p:cNvSpPr/>
            <p:nvPr/>
          </p:nvSpPr>
          <p:spPr>
            <a:xfrm>
              <a:off x="5477912" y="291892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6"/>
            <p:cNvSpPr/>
            <p:nvPr/>
          </p:nvSpPr>
          <p:spPr>
            <a:xfrm>
              <a:off x="5649377" y="3018085"/>
              <a:ext cx="487115" cy="334137"/>
            </a:xfrm>
            <a:custGeom>
              <a:rect b="b" l="l" r="r" t="t"/>
              <a:pathLst>
                <a:path extrusionOk="0" h="334137" w="487115">
                  <a:moveTo>
                    <a:pt x="487115" y="334137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87115" y="281940"/>
                  </a:lnTo>
                  <a:lnTo>
                    <a:pt x="487115" y="334137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6"/>
            <p:cNvSpPr/>
            <p:nvPr/>
          </p:nvSpPr>
          <p:spPr>
            <a:xfrm>
              <a:off x="5477912" y="266842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6"/>
            <p:cNvSpPr/>
            <p:nvPr/>
          </p:nvSpPr>
          <p:spPr>
            <a:xfrm>
              <a:off x="5649377" y="2767577"/>
              <a:ext cx="613432" cy="407193"/>
            </a:xfrm>
            <a:custGeom>
              <a:rect b="b" l="l" r="r" t="t"/>
              <a:pathLst>
                <a:path extrusionOk="0" h="407193" w="613432">
                  <a:moveTo>
                    <a:pt x="613433" y="40719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194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6"/>
            <p:cNvSpPr/>
            <p:nvPr/>
          </p:nvSpPr>
          <p:spPr>
            <a:xfrm>
              <a:off x="1926580" y="1674106"/>
              <a:ext cx="1230952" cy="1017480"/>
            </a:xfrm>
            <a:custGeom>
              <a:rect b="b" l="l" r="r" t="t"/>
              <a:pathLst>
                <a:path extrusionOk="0" h="1017480" w="1230952">
                  <a:moveTo>
                    <a:pt x="342929" y="947072"/>
                  </a:moveTo>
                  <a:lnTo>
                    <a:pt x="256246" y="902495"/>
                  </a:lnTo>
                  <a:lnTo>
                    <a:pt x="74612" y="1007270"/>
                  </a:lnTo>
                  <a:cubicBezTo>
                    <a:pt x="33457" y="1031082"/>
                    <a:pt x="0" y="1011842"/>
                    <a:pt x="0" y="964122"/>
                  </a:cubicBezTo>
                  <a:lnTo>
                    <a:pt x="0" y="765811"/>
                  </a:lnTo>
                  <a:cubicBezTo>
                    <a:pt x="2848" y="713186"/>
                    <a:pt x="30561" y="665065"/>
                    <a:pt x="74612" y="636271"/>
                  </a:cubicBezTo>
                  <a:lnTo>
                    <a:pt x="1156341" y="10193"/>
                  </a:lnTo>
                  <a:cubicBezTo>
                    <a:pt x="1197496" y="-13620"/>
                    <a:pt x="1230953" y="5716"/>
                    <a:pt x="1230953" y="53341"/>
                  </a:cubicBezTo>
                  <a:lnTo>
                    <a:pt x="1230953" y="252318"/>
                  </a:lnTo>
                  <a:cubicBezTo>
                    <a:pt x="1228101" y="304944"/>
                    <a:pt x="1200395" y="353064"/>
                    <a:pt x="1156341" y="381859"/>
                  </a:cubicBezTo>
                  <a:lnTo>
                    <a:pt x="429042" y="802292"/>
                  </a:lnTo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6"/>
            <p:cNvSpPr/>
            <p:nvPr/>
          </p:nvSpPr>
          <p:spPr>
            <a:xfrm>
              <a:off x="3112195" y="1676584"/>
              <a:ext cx="59119" cy="52197"/>
            </a:xfrm>
            <a:custGeom>
              <a:rect b="b" l="l" r="r" t="t"/>
              <a:pathLst>
                <a:path extrusionOk="0" h="52197" w="59119">
                  <a:moveTo>
                    <a:pt x="18249" y="0"/>
                  </a:moveTo>
                  <a:lnTo>
                    <a:pt x="59119" y="16574"/>
                  </a:lnTo>
                  <a:lnTo>
                    <a:pt x="24522" y="52197"/>
                  </a:lnTo>
                  <a:lnTo>
                    <a:pt x="0" y="12859"/>
                  </a:lnTo>
                  <a:lnTo>
                    <a:pt x="18249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6"/>
            <p:cNvSpPr/>
            <p:nvPr/>
          </p:nvSpPr>
          <p:spPr>
            <a:xfrm>
              <a:off x="2269509" y="2593746"/>
              <a:ext cx="43151" cy="44767"/>
            </a:xfrm>
            <a:custGeom>
              <a:rect b="b" l="l" r="r" t="t"/>
              <a:pathLst>
                <a:path extrusionOk="0" h="44767" w="43151">
                  <a:moveTo>
                    <a:pt x="0" y="27432"/>
                  </a:moveTo>
                  <a:lnTo>
                    <a:pt x="43056" y="44767"/>
                  </a:lnTo>
                  <a:lnTo>
                    <a:pt x="43151" y="7620"/>
                  </a:lnTo>
                  <a:lnTo>
                    <a:pt x="5038" y="0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6"/>
            <p:cNvSpPr/>
            <p:nvPr/>
          </p:nvSpPr>
          <p:spPr>
            <a:xfrm>
              <a:off x="1950116" y="2650325"/>
              <a:ext cx="58584" cy="57547"/>
            </a:xfrm>
            <a:custGeom>
              <a:rect b="b" l="l" r="r" t="t"/>
              <a:pathLst>
                <a:path extrusionOk="0" h="57547" w="58584">
                  <a:moveTo>
                    <a:pt x="48415" y="57150"/>
                  </a:moveTo>
                  <a:cubicBezTo>
                    <a:pt x="50030" y="60579"/>
                    <a:pt x="1747" y="40767"/>
                    <a:pt x="36" y="38100"/>
                  </a:cubicBezTo>
                  <a:cubicBezTo>
                    <a:pt x="-1675" y="35433"/>
                    <a:pt x="58585" y="0"/>
                    <a:pt x="5858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6"/>
            <p:cNvSpPr/>
            <p:nvPr/>
          </p:nvSpPr>
          <p:spPr>
            <a:xfrm>
              <a:off x="1969256" y="1691533"/>
              <a:ext cx="1231332" cy="1017436"/>
            </a:xfrm>
            <a:custGeom>
              <a:rect b="b" l="l" r="r" t="t"/>
              <a:pathLst>
                <a:path extrusionOk="0" h="1017436" w="1231332">
                  <a:moveTo>
                    <a:pt x="429422" y="802106"/>
                  </a:moveTo>
                  <a:lnTo>
                    <a:pt x="1156721" y="381386"/>
                  </a:lnTo>
                  <a:cubicBezTo>
                    <a:pt x="1200737" y="352554"/>
                    <a:pt x="1228443" y="304462"/>
                    <a:pt x="1231333" y="251846"/>
                  </a:cubicBezTo>
                  <a:lnTo>
                    <a:pt x="1231333" y="53250"/>
                  </a:lnTo>
                  <a:cubicBezTo>
                    <a:pt x="1231333" y="5625"/>
                    <a:pt x="1197876" y="-13425"/>
                    <a:pt x="1156721" y="10007"/>
                  </a:cubicBezTo>
                  <a:lnTo>
                    <a:pt x="74612" y="636085"/>
                  </a:lnTo>
                  <a:cubicBezTo>
                    <a:pt x="30584" y="664898"/>
                    <a:pt x="2878" y="713009"/>
                    <a:pt x="0" y="765625"/>
                  </a:cubicBezTo>
                  <a:lnTo>
                    <a:pt x="0" y="964221"/>
                  </a:lnTo>
                  <a:cubicBezTo>
                    <a:pt x="0" y="1011846"/>
                    <a:pt x="33457" y="1030896"/>
                    <a:pt x="74612" y="1007369"/>
                  </a:cubicBezTo>
                  <a:lnTo>
                    <a:pt x="256246" y="902594"/>
                  </a:lnTo>
                  <a:lnTo>
                    <a:pt x="343309" y="94726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6"/>
            <p:cNvSpPr/>
            <p:nvPr/>
          </p:nvSpPr>
          <p:spPr>
            <a:xfrm>
              <a:off x="2066299" y="1805171"/>
              <a:ext cx="1037246" cy="669226"/>
            </a:xfrm>
            <a:custGeom>
              <a:rect b="b" l="l" r="r" t="t"/>
              <a:pathLst>
                <a:path extrusionOk="0" h="669226" w="1037246">
                  <a:moveTo>
                    <a:pt x="1037247" y="69152"/>
                  </a:moveTo>
                  <a:lnTo>
                    <a:pt x="0" y="669227"/>
                  </a:lnTo>
                  <a:lnTo>
                    <a:pt x="0" y="600170"/>
                  </a:lnTo>
                  <a:lnTo>
                    <a:pt x="1037247" y="0"/>
                  </a:lnTo>
                  <a:lnTo>
                    <a:pt x="1037247" y="691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6"/>
            <p:cNvSpPr/>
            <p:nvPr/>
          </p:nvSpPr>
          <p:spPr>
            <a:xfrm>
              <a:off x="2066299" y="2133308"/>
              <a:ext cx="679110" cy="462057"/>
            </a:xfrm>
            <a:custGeom>
              <a:rect b="b" l="l" r="r" t="t"/>
              <a:pathLst>
                <a:path extrusionOk="0" h="462057" w="679110">
                  <a:moveTo>
                    <a:pt x="679110" y="69151"/>
                  </a:moveTo>
                  <a:lnTo>
                    <a:pt x="0" y="462058"/>
                  </a:lnTo>
                  <a:lnTo>
                    <a:pt x="0" y="392906"/>
                  </a:lnTo>
                  <a:lnTo>
                    <a:pt x="679110" y="0"/>
                  </a:lnTo>
                  <a:lnTo>
                    <a:pt x="679110" y="691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26" name="Google Shape;826;p6"/>
            <p:cNvGrpSpPr/>
            <p:nvPr/>
          </p:nvGrpSpPr>
          <p:grpSpPr>
            <a:xfrm>
              <a:off x="4146745" y="1006881"/>
              <a:ext cx="330894" cy="250785"/>
              <a:chOff x="6621095" y="1452181"/>
              <a:chExt cx="330894" cy="250785"/>
            </a:xfrm>
          </p:grpSpPr>
          <p:sp>
            <p:nvSpPr>
              <p:cNvPr id="827" name="Google Shape;827;p6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900" lIns="75850" spcFirstLastPara="1" rIns="75850" wrap="square" tIns="3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3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8" name="Google Shape;828;p6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37900" lIns="75850" spcFirstLastPara="1" rIns="75850" wrap="square" tIns="3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3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6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37900" lIns="75850" spcFirstLastPara="1" rIns="75850" wrap="square" tIns="3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3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6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900" lIns="75850" spcFirstLastPara="1" rIns="75850" wrap="square" tIns="3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3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6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37900" lIns="75850" spcFirstLastPara="1" rIns="75850" wrap="square" tIns="3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3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32" name="Google Shape;832;p6"/>
            <p:cNvSpPr/>
            <p:nvPr/>
          </p:nvSpPr>
          <p:spPr>
            <a:xfrm>
              <a:off x="4444588" y="826743"/>
              <a:ext cx="153590" cy="431871"/>
            </a:xfrm>
            <a:custGeom>
              <a:rect b="b" l="l" r="r" t="t"/>
              <a:pathLst>
                <a:path extrusionOk="0" h="431871" w="153590">
                  <a:moveTo>
                    <a:pt x="11570" y="362351"/>
                  </a:moveTo>
                  <a:cubicBezTo>
                    <a:pt x="19754" y="356891"/>
                    <a:pt x="28299" y="351990"/>
                    <a:pt x="37138" y="347682"/>
                  </a:cubicBezTo>
                  <a:cubicBezTo>
                    <a:pt x="45379" y="345048"/>
                    <a:pt x="52878" y="340475"/>
                    <a:pt x="58999" y="334347"/>
                  </a:cubicBezTo>
                  <a:cubicBezTo>
                    <a:pt x="66983" y="326537"/>
                    <a:pt x="80099" y="296819"/>
                    <a:pt x="89509" y="267672"/>
                  </a:cubicBezTo>
                  <a:cubicBezTo>
                    <a:pt x="98871" y="234986"/>
                    <a:pt x="102568" y="200933"/>
                    <a:pt x="100439" y="166993"/>
                  </a:cubicBezTo>
                  <a:cubicBezTo>
                    <a:pt x="96542" y="126321"/>
                    <a:pt x="81905" y="69457"/>
                    <a:pt x="78198" y="46121"/>
                  </a:cubicBezTo>
                  <a:cubicBezTo>
                    <a:pt x="74491" y="22785"/>
                    <a:pt x="82000" y="13355"/>
                    <a:pt x="92930" y="4782"/>
                  </a:cubicBezTo>
                  <a:cubicBezTo>
                    <a:pt x="105667" y="-5314"/>
                    <a:pt x="123250" y="-837"/>
                    <a:pt x="132660" y="31929"/>
                  </a:cubicBezTo>
                  <a:cubicBezTo>
                    <a:pt x="144779" y="77261"/>
                    <a:pt x="151793" y="123811"/>
                    <a:pt x="153570" y="170708"/>
                  </a:cubicBezTo>
                  <a:cubicBezTo>
                    <a:pt x="153960" y="205545"/>
                    <a:pt x="148599" y="240208"/>
                    <a:pt x="137698" y="273292"/>
                  </a:cubicBezTo>
                  <a:cubicBezTo>
                    <a:pt x="128012" y="301634"/>
                    <a:pt x="114924" y="328691"/>
                    <a:pt x="98728" y="353874"/>
                  </a:cubicBezTo>
                  <a:cubicBezTo>
                    <a:pt x="94261" y="361398"/>
                    <a:pt x="92740" y="368161"/>
                    <a:pt x="85897" y="383592"/>
                  </a:cubicBezTo>
                  <a:cubicBezTo>
                    <a:pt x="79329" y="399096"/>
                    <a:pt x="69083" y="412763"/>
                    <a:pt x="56052" y="423406"/>
                  </a:cubicBezTo>
                  <a:cubicBezTo>
                    <a:pt x="44647" y="431598"/>
                    <a:pt x="39229" y="432931"/>
                    <a:pt x="36473" y="431217"/>
                  </a:cubicBezTo>
                  <a:cubicBezTo>
                    <a:pt x="33716" y="429502"/>
                    <a:pt x="33811" y="425597"/>
                    <a:pt x="38659" y="421692"/>
                  </a:cubicBezTo>
                  <a:cubicBezTo>
                    <a:pt x="46747" y="415317"/>
                    <a:pt x="53638" y="407542"/>
                    <a:pt x="58999" y="398736"/>
                  </a:cubicBezTo>
                  <a:cubicBezTo>
                    <a:pt x="58999" y="398736"/>
                    <a:pt x="49019" y="408833"/>
                    <a:pt x="42461" y="414357"/>
                  </a:cubicBezTo>
                  <a:cubicBezTo>
                    <a:pt x="36691" y="419245"/>
                    <a:pt x="30295" y="423344"/>
                    <a:pt x="23451" y="426549"/>
                  </a:cubicBezTo>
                  <a:cubicBezTo>
                    <a:pt x="16798" y="429502"/>
                    <a:pt x="7483" y="423787"/>
                    <a:pt x="12236" y="419310"/>
                  </a:cubicBezTo>
                  <a:cubicBezTo>
                    <a:pt x="16988" y="414834"/>
                    <a:pt x="21740" y="412548"/>
                    <a:pt x="31245" y="404261"/>
                  </a:cubicBezTo>
                  <a:cubicBezTo>
                    <a:pt x="36359" y="399914"/>
                    <a:pt x="40921" y="394956"/>
                    <a:pt x="44837" y="389497"/>
                  </a:cubicBezTo>
                  <a:cubicBezTo>
                    <a:pt x="38146" y="394658"/>
                    <a:pt x="31064" y="399276"/>
                    <a:pt x="23641" y="403308"/>
                  </a:cubicBezTo>
                  <a:cubicBezTo>
                    <a:pt x="17910" y="406783"/>
                    <a:pt x="11333" y="408597"/>
                    <a:pt x="4632" y="408547"/>
                  </a:cubicBezTo>
                  <a:cubicBezTo>
                    <a:pt x="1115" y="408547"/>
                    <a:pt x="-3162" y="403404"/>
                    <a:pt x="3491" y="399022"/>
                  </a:cubicBezTo>
                  <a:cubicBezTo>
                    <a:pt x="12635" y="394058"/>
                    <a:pt x="21161" y="388014"/>
                    <a:pt x="28869" y="381020"/>
                  </a:cubicBezTo>
                  <a:cubicBezTo>
                    <a:pt x="36187" y="373781"/>
                    <a:pt x="40275" y="367590"/>
                    <a:pt x="38374" y="367494"/>
                  </a:cubicBezTo>
                  <a:cubicBezTo>
                    <a:pt x="36473" y="367399"/>
                    <a:pt x="32290" y="371876"/>
                    <a:pt x="23736" y="374638"/>
                  </a:cubicBezTo>
                  <a:cubicBezTo>
                    <a:pt x="15182" y="377400"/>
                    <a:pt x="5963" y="374638"/>
                    <a:pt x="4727" y="370161"/>
                  </a:cubicBezTo>
                  <a:cubicBezTo>
                    <a:pt x="3491" y="365685"/>
                    <a:pt x="3586" y="366256"/>
                    <a:pt x="11570" y="36235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6"/>
            <p:cNvSpPr/>
            <p:nvPr/>
          </p:nvSpPr>
          <p:spPr>
            <a:xfrm>
              <a:off x="4515562" y="822838"/>
              <a:ext cx="88583" cy="120566"/>
            </a:xfrm>
            <a:custGeom>
              <a:rect b="b" l="l" r="r" t="t"/>
              <a:pathLst>
                <a:path extrusionOk="0" h="120566" w="88583">
                  <a:moveTo>
                    <a:pt x="88584" y="96127"/>
                  </a:moveTo>
                  <a:cubicBezTo>
                    <a:pt x="88584" y="96127"/>
                    <a:pt x="56458" y="128131"/>
                    <a:pt x="18534" y="118892"/>
                  </a:cubicBezTo>
                  <a:cubicBezTo>
                    <a:pt x="13117" y="115177"/>
                    <a:pt x="0" y="40406"/>
                    <a:pt x="0" y="40406"/>
                  </a:cubicBezTo>
                  <a:cubicBezTo>
                    <a:pt x="0" y="40406"/>
                    <a:pt x="0" y="-1028"/>
                    <a:pt x="31746" y="20"/>
                  </a:cubicBezTo>
                  <a:cubicBezTo>
                    <a:pt x="63491" y="1067"/>
                    <a:pt x="88584" y="96127"/>
                    <a:pt x="88584" y="961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900" lIns="75850" spcFirstLastPara="1" rIns="75850" wrap="square" tIns="3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3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4" name="Google Shape;834;p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7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Ejemplo práctico – Tablero Trello</a:t>
            </a:r>
            <a:br>
              <a:rPr lang="es-ES" sz="3200">
                <a:solidFill>
                  <a:srgbClr val="007BB9"/>
                </a:solidFill>
              </a:rPr>
            </a:br>
            <a:endParaRPr sz="3200"/>
          </a:p>
        </p:txBody>
      </p:sp>
      <p:sp>
        <p:nvSpPr>
          <p:cNvPr id="840" name="Google Shape;840;p7"/>
          <p:cNvSpPr txBox="1"/>
          <p:nvPr>
            <p:ph idx="1" type="body"/>
          </p:nvPr>
        </p:nvSpPr>
        <p:spPr>
          <a:xfrm>
            <a:off x="457200" y="1621825"/>
            <a:ext cx="6871800" cy="30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65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Char char="▸"/>
            </a:pPr>
            <a:r>
              <a:rPr lang="es-ES" sz="1900"/>
              <a:t>1. Crea un tablero llamado 'Semana Productiva'.</a:t>
            </a:r>
            <a:endParaRPr sz="1900"/>
          </a:p>
          <a:p>
            <a:pPr indent="-3365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Char char="▸"/>
            </a:pPr>
            <a:r>
              <a:rPr lang="es-ES" sz="1900"/>
              <a:t>2. Agrega columnas: Pendientes, En Progreso, Finalizadas.</a:t>
            </a:r>
            <a:endParaRPr sz="1900"/>
          </a:p>
          <a:p>
            <a:pPr indent="-3365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Char char="▸"/>
            </a:pPr>
            <a:r>
              <a:rPr lang="es-ES" sz="1900"/>
              <a:t>3. Usa etiquetas de color por prioridad (rojo=alta, amarillo=media, verde=baja).</a:t>
            </a:r>
            <a:endParaRPr sz="1900"/>
          </a:p>
          <a:p>
            <a:pPr indent="-3365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Char char="▸"/>
            </a:pPr>
            <a:r>
              <a:rPr lang="es-ES" sz="1900"/>
              <a:t>4. Activa notificaciones y fechas límite para tus tareas.</a:t>
            </a:r>
            <a:endParaRPr sz="1900"/>
          </a:p>
          <a:p>
            <a:pPr indent="-3365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Char char="▸"/>
            </a:pPr>
            <a:r>
              <a:rPr lang="es-ES" sz="1900"/>
              <a:t>5. Revisa el tablero cada viernes y archiva lo completado.</a:t>
            </a:r>
            <a:endParaRPr sz="1900"/>
          </a:p>
        </p:txBody>
      </p:sp>
      <p:grpSp>
        <p:nvGrpSpPr>
          <p:cNvPr id="841" name="Google Shape;841;p7"/>
          <p:cNvGrpSpPr/>
          <p:nvPr/>
        </p:nvGrpSpPr>
        <p:grpSpPr>
          <a:xfrm>
            <a:off x="7522143" y="1209280"/>
            <a:ext cx="1463040" cy="1409622"/>
            <a:chOff x="1926580" y="602477"/>
            <a:chExt cx="4456273" cy="4762466"/>
          </a:xfrm>
        </p:grpSpPr>
        <p:sp>
          <p:nvSpPr>
            <p:cNvPr id="842" name="Google Shape;842;p7"/>
            <p:cNvSpPr/>
            <p:nvPr/>
          </p:nvSpPr>
          <p:spPr>
            <a:xfrm>
              <a:off x="4352367" y="1409287"/>
              <a:ext cx="1407834" cy="1779317"/>
            </a:xfrm>
            <a:custGeom>
              <a:rect b="b" l="l" r="r" t="t"/>
              <a:pathLst>
                <a:path extrusionOk="0" h="1779317" w="1407834">
                  <a:moveTo>
                    <a:pt x="1367440" y="1774437"/>
                  </a:moveTo>
                  <a:lnTo>
                    <a:pt x="40490" y="1006627"/>
                  </a:lnTo>
                  <a:cubicBezTo>
                    <a:pt x="18059" y="993768"/>
                    <a:pt x="0" y="959002"/>
                    <a:pt x="0" y="929188"/>
                  </a:cubicBezTo>
                  <a:lnTo>
                    <a:pt x="0" y="35458"/>
                  </a:lnTo>
                  <a:cubicBezTo>
                    <a:pt x="0" y="5645"/>
                    <a:pt x="18059" y="-8071"/>
                    <a:pt x="40490" y="4883"/>
                  </a:cubicBezTo>
                  <a:lnTo>
                    <a:pt x="1367440" y="772598"/>
                  </a:lnTo>
                  <a:cubicBezTo>
                    <a:pt x="1389776" y="785551"/>
                    <a:pt x="1407835" y="820223"/>
                    <a:pt x="1407835" y="850131"/>
                  </a:cubicBezTo>
                  <a:lnTo>
                    <a:pt x="1407835" y="1743767"/>
                  </a:lnTo>
                  <a:cubicBezTo>
                    <a:pt x="1407835" y="1773675"/>
                    <a:pt x="1389776" y="1787391"/>
                    <a:pt x="1367440" y="1774437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7"/>
            <p:cNvSpPr/>
            <p:nvPr/>
          </p:nvSpPr>
          <p:spPr>
            <a:xfrm>
              <a:off x="4492846" y="1745654"/>
              <a:ext cx="1118701" cy="793785"/>
            </a:xfrm>
            <a:custGeom>
              <a:rect b="b" l="l" r="r" t="t"/>
              <a:pathLst>
                <a:path extrusionOk="0" h="793785" w="1118701">
                  <a:moveTo>
                    <a:pt x="1073650" y="788370"/>
                  </a:moveTo>
                  <a:lnTo>
                    <a:pt x="45147" y="193344"/>
                  </a:lnTo>
                  <a:cubicBezTo>
                    <a:pt x="20245" y="178866"/>
                    <a:pt x="0" y="140194"/>
                    <a:pt x="0" y="106952"/>
                  </a:cubicBezTo>
                  <a:lnTo>
                    <a:pt x="0" y="39610"/>
                  </a:lnTo>
                  <a:cubicBezTo>
                    <a:pt x="0" y="6273"/>
                    <a:pt x="20245" y="-8967"/>
                    <a:pt x="45147" y="5415"/>
                  </a:cubicBezTo>
                  <a:lnTo>
                    <a:pt x="1073650" y="600442"/>
                  </a:lnTo>
                  <a:cubicBezTo>
                    <a:pt x="1098552" y="614825"/>
                    <a:pt x="1118702" y="653496"/>
                    <a:pt x="1118702" y="686834"/>
                  </a:cubicBezTo>
                  <a:lnTo>
                    <a:pt x="1118702" y="754176"/>
                  </a:lnTo>
                  <a:cubicBezTo>
                    <a:pt x="1118702" y="787513"/>
                    <a:pt x="1098552" y="802753"/>
                    <a:pt x="1073650" y="7883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7"/>
            <p:cNvSpPr/>
            <p:nvPr/>
          </p:nvSpPr>
          <p:spPr>
            <a:xfrm>
              <a:off x="3766118" y="879295"/>
              <a:ext cx="2497551" cy="3394041"/>
            </a:xfrm>
            <a:custGeom>
              <a:rect b="b" l="l" r="r" t="t"/>
              <a:pathLst>
                <a:path extrusionOk="0" h="3394041" w="2497551">
                  <a:moveTo>
                    <a:pt x="2437193" y="3386756"/>
                  </a:moveTo>
                  <a:lnTo>
                    <a:pt x="60355" y="2011346"/>
                  </a:lnTo>
                  <a:cubicBezTo>
                    <a:pt x="26993" y="1992296"/>
                    <a:pt x="0" y="1940289"/>
                    <a:pt x="0" y="1895808"/>
                  </a:cubicBezTo>
                  <a:lnTo>
                    <a:pt x="0" y="53006"/>
                  </a:lnTo>
                  <a:cubicBezTo>
                    <a:pt x="0" y="8429"/>
                    <a:pt x="26993" y="-12050"/>
                    <a:pt x="60355" y="7286"/>
                  </a:cubicBezTo>
                  <a:lnTo>
                    <a:pt x="2437193" y="1382696"/>
                  </a:lnTo>
                  <a:cubicBezTo>
                    <a:pt x="2470554" y="1401746"/>
                    <a:pt x="2497548" y="1453752"/>
                    <a:pt x="2497548" y="1498234"/>
                  </a:cubicBezTo>
                  <a:lnTo>
                    <a:pt x="2497548" y="3341036"/>
                  </a:lnTo>
                  <a:cubicBezTo>
                    <a:pt x="2497928" y="3385613"/>
                    <a:pt x="2470934" y="3406092"/>
                    <a:pt x="2437193" y="3386756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7"/>
            <p:cNvSpPr/>
            <p:nvPr/>
          </p:nvSpPr>
          <p:spPr>
            <a:xfrm>
              <a:off x="3744257" y="892344"/>
              <a:ext cx="2498022" cy="3393845"/>
            </a:xfrm>
            <a:custGeom>
              <a:rect b="b" l="l" r="r" t="t"/>
              <a:pathLst>
                <a:path extrusionOk="0" h="3393845" w="2498022">
                  <a:moveTo>
                    <a:pt x="2437668" y="3386756"/>
                  </a:moveTo>
                  <a:lnTo>
                    <a:pt x="60450" y="2010965"/>
                  </a:lnTo>
                  <a:cubicBezTo>
                    <a:pt x="27088" y="1991915"/>
                    <a:pt x="0" y="1939908"/>
                    <a:pt x="0" y="1895331"/>
                  </a:cubicBezTo>
                  <a:lnTo>
                    <a:pt x="0" y="53006"/>
                  </a:lnTo>
                  <a:cubicBezTo>
                    <a:pt x="0" y="8429"/>
                    <a:pt x="27088" y="-12050"/>
                    <a:pt x="60450" y="7286"/>
                  </a:cubicBezTo>
                  <a:lnTo>
                    <a:pt x="2437668" y="1382696"/>
                  </a:lnTo>
                  <a:cubicBezTo>
                    <a:pt x="2471030" y="1401746"/>
                    <a:pt x="2498023" y="1453752"/>
                    <a:pt x="2498023" y="1498329"/>
                  </a:cubicBezTo>
                  <a:lnTo>
                    <a:pt x="2498023" y="3340655"/>
                  </a:lnTo>
                  <a:cubicBezTo>
                    <a:pt x="2498023" y="3385136"/>
                    <a:pt x="2471030" y="3405806"/>
                    <a:pt x="2437668" y="338675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7"/>
            <p:cNvSpPr/>
            <p:nvPr/>
          </p:nvSpPr>
          <p:spPr>
            <a:xfrm>
              <a:off x="3740075" y="894303"/>
              <a:ext cx="2498022" cy="3394082"/>
            </a:xfrm>
            <a:custGeom>
              <a:rect b="b" l="l" r="r" t="t"/>
              <a:pathLst>
                <a:path extrusionOk="0" h="3394082" w="2498022">
                  <a:moveTo>
                    <a:pt x="2437668" y="3386797"/>
                  </a:moveTo>
                  <a:lnTo>
                    <a:pt x="60450" y="2011387"/>
                  </a:lnTo>
                  <a:cubicBezTo>
                    <a:pt x="27088" y="1992337"/>
                    <a:pt x="0" y="1940330"/>
                    <a:pt x="0" y="1895753"/>
                  </a:cubicBezTo>
                  <a:lnTo>
                    <a:pt x="0" y="52951"/>
                  </a:lnTo>
                  <a:cubicBezTo>
                    <a:pt x="0" y="8470"/>
                    <a:pt x="27088" y="-12009"/>
                    <a:pt x="60450" y="7231"/>
                  </a:cubicBezTo>
                  <a:lnTo>
                    <a:pt x="2437668" y="1382641"/>
                  </a:lnTo>
                  <a:cubicBezTo>
                    <a:pt x="2470935" y="1401691"/>
                    <a:pt x="2498023" y="1453698"/>
                    <a:pt x="2498023" y="1498275"/>
                  </a:cubicBezTo>
                  <a:lnTo>
                    <a:pt x="2498023" y="3341077"/>
                  </a:lnTo>
                  <a:cubicBezTo>
                    <a:pt x="2498023" y="3385654"/>
                    <a:pt x="2470935" y="3406132"/>
                    <a:pt x="2437668" y="338679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7"/>
            <p:cNvSpPr/>
            <p:nvPr/>
          </p:nvSpPr>
          <p:spPr>
            <a:xfrm>
              <a:off x="3770110" y="934160"/>
              <a:ext cx="2435672" cy="3234830"/>
            </a:xfrm>
            <a:custGeom>
              <a:rect b="b" l="l" r="r" t="t"/>
              <a:pathLst>
                <a:path extrusionOk="0" h="3234830" w="2435672">
                  <a:moveTo>
                    <a:pt x="2435292" y="3234830"/>
                  </a:moveTo>
                  <a:lnTo>
                    <a:pt x="0" y="1825988"/>
                  </a:lnTo>
                  <a:lnTo>
                    <a:pt x="1426" y="20714"/>
                  </a:lnTo>
                  <a:cubicBezTo>
                    <a:pt x="1426" y="2236"/>
                    <a:pt x="14352" y="-5289"/>
                    <a:pt x="29940" y="3950"/>
                  </a:cubicBezTo>
                  <a:lnTo>
                    <a:pt x="2407158" y="1379360"/>
                  </a:lnTo>
                  <a:cubicBezTo>
                    <a:pt x="2424086" y="1390600"/>
                    <a:pt x="2434674" y="1409231"/>
                    <a:pt x="2435672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7"/>
            <p:cNvSpPr/>
            <p:nvPr/>
          </p:nvSpPr>
          <p:spPr>
            <a:xfrm>
              <a:off x="3770110" y="934160"/>
              <a:ext cx="2435006" cy="3234925"/>
            </a:xfrm>
            <a:custGeom>
              <a:rect b="b" l="l" r="r" t="t"/>
              <a:pathLst>
                <a:path extrusionOk="0" h="3234925" w="2435006">
                  <a:moveTo>
                    <a:pt x="2434532" y="3234926"/>
                  </a:moveTo>
                  <a:lnTo>
                    <a:pt x="0" y="1826083"/>
                  </a:lnTo>
                  <a:lnTo>
                    <a:pt x="760" y="20714"/>
                  </a:lnTo>
                  <a:cubicBezTo>
                    <a:pt x="760" y="2236"/>
                    <a:pt x="13687" y="-5289"/>
                    <a:pt x="29274" y="3950"/>
                  </a:cubicBezTo>
                  <a:lnTo>
                    <a:pt x="2406493" y="1379360"/>
                  </a:lnTo>
                  <a:cubicBezTo>
                    <a:pt x="2423411" y="1390609"/>
                    <a:pt x="2433990" y="1409240"/>
                    <a:pt x="2435007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7"/>
            <p:cNvSpPr/>
            <p:nvPr/>
          </p:nvSpPr>
          <p:spPr>
            <a:xfrm>
              <a:off x="6215951" y="4191660"/>
              <a:ext cx="26328" cy="93440"/>
            </a:xfrm>
            <a:custGeom>
              <a:rect b="b" l="l" r="r" t="t"/>
              <a:pathLst>
                <a:path extrusionOk="0" h="93440" w="26328">
                  <a:moveTo>
                    <a:pt x="0" y="93440"/>
                  </a:moveTo>
                  <a:lnTo>
                    <a:pt x="26328" y="78200"/>
                  </a:lnTo>
                  <a:lnTo>
                    <a:pt x="14922" y="0"/>
                  </a:lnTo>
                  <a:lnTo>
                    <a:pt x="0" y="9344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7"/>
            <p:cNvSpPr/>
            <p:nvPr/>
          </p:nvSpPr>
          <p:spPr>
            <a:xfrm>
              <a:off x="3761840" y="882675"/>
              <a:ext cx="63206" cy="27150"/>
            </a:xfrm>
            <a:custGeom>
              <a:rect b="b" l="l" r="r" t="t"/>
              <a:pathLst>
                <a:path extrusionOk="0" h="27150" w="63206">
                  <a:moveTo>
                    <a:pt x="0" y="15049"/>
                  </a:moveTo>
                  <a:lnTo>
                    <a:pt x="25948" y="0"/>
                  </a:lnTo>
                  <a:lnTo>
                    <a:pt x="63206" y="21336"/>
                  </a:lnTo>
                  <a:cubicBezTo>
                    <a:pt x="63206" y="21336"/>
                    <a:pt x="23477" y="27337"/>
                    <a:pt x="22526" y="27146"/>
                  </a:cubicBezTo>
                  <a:cubicBezTo>
                    <a:pt x="21576" y="26956"/>
                    <a:pt x="0" y="15049"/>
                    <a:pt x="0" y="1504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7"/>
            <p:cNvSpPr/>
            <p:nvPr/>
          </p:nvSpPr>
          <p:spPr>
            <a:xfrm>
              <a:off x="1985051" y="2961416"/>
              <a:ext cx="4154298" cy="2403527"/>
            </a:xfrm>
            <a:custGeom>
              <a:rect b="b" l="l" r="r" t="t"/>
              <a:pathLst>
                <a:path extrusionOk="0" h="2403527" w="4154298">
                  <a:moveTo>
                    <a:pt x="2399727" y="2390484"/>
                  </a:moveTo>
                  <a:lnTo>
                    <a:pt x="22508" y="1015074"/>
                  </a:lnTo>
                  <a:cubicBezTo>
                    <a:pt x="-10853" y="996024"/>
                    <a:pt x="-6671" y="962115"/>
                    <a:pt x="32013" y="939826"/>
                  </a:cubicBezTo>
                  <a:lnTo>
                    <a:pt x="1624524" y="18378"/>
                  </a:lnTo>
                  <a:cubicBezTo>
                    <a:pt x="1662543" y="-3815"/>
                    <a:pt x="1721282" y="-6292"/>
                    <a:pt x="1754548" y="13044"/>
                  </a:cubicBezTo>
                  <a:lnTo>
                    <a:pt x="4131861" y="1388454"/>
                  </a:lnTo>
                  <a:cubicBezTo>
                    <a:pt x="4165128" y="1407504"/>
                    <a:pt x="4160946" y="1441413"/>
                    <a:pt x="4122357" y="1463701"/>
                  </a:cubicBezTo>
                  <a:lnTo>
                    <a:pt x="2529751" y="2385150"/>
                  </a:lnTo>
                  <a:cubicBezTo>
                    <a:pt x="2491257" y="2407343"/>
                    <a:pt x="2432993" y="2409820"/>
                    <a:pt x="2399727" y="23904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7"/>
            <p:cNvSpPr/>
            <p:nvPr/>
          </p:nvSpPr>
          <p:spPr>
            <a:xfrm>
              <a:off x="2036757" y="2930659"/>
              <a:ext cx="4154369" cy="2403042"/>
            </a:xfrm>
            <a:custGeom>
              <a:rect b="b" l="l" r="r" t="t"/>
              <a:pathLst>
                <a:path extrusionOk="0" h="2403042" w="4154369">
                  <a:moveTo>
                    <a:pt x="2399917" y="2389999"/>
                  </a:moveTo>
                  <a:lnTo>
                    <a:pt x="22508" y="1015065"/>
                  </a:lnTo>
                  <a:cubicBezTo>
                    <a:pt x="-10853" y="996015"/>
                    <a:pt x="-6671" y="962106"/>
                    <a:pt x="32013" y="939818"/>
                  </a:cubicBezTo>
                  <a:lnTo>
                    <a:pt x="1624524" y="18464"/>
                  </a:lnTo>
                  <a:cubicBezTo>
                    <a:pt x="1662543" y="-3824"/>
                    <a:pt x="1721282" y="-6301"/>
                    <a:pt x="1754643" y="13035"/>
                  </a:cubicBezTo>
                  <a:lnTo>
                    <a:pt x="4131861" y="1388445"/>
                  </a:lnTo>
                  <a:cubicBezTo>
                    <a:pt x="4165223" y="1407495"/>
                    <a:pt x="4161041" y="1441404"/>
                    <a:pt x="4122357" y="1463693"/>
                  </a:cubicBezTo>
                  <a:lnTo>
                    <a:pt x="2530036" y="2384665"/>
                  </a:lnTo>
                  <a:cubicBezTo>
                    <a:pt x="2491542" y="2406858"/>
                    <a:pt x="2433278" y="2409335"/>
                    <a:pt x="2399917" y="238999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7"/>
            <p:cNvSpPr/>
            <p:nvPr/>
          </p:nvSpPr>
          <p:spPr>
            <a:xfrm>
              <a:off x="2036929" y="3869239"/>
              <a:ext cx="50374" cy="44958"/>
            </a:xfrm>
            <a:custGeom>
              <a:rect b="b" l="l" r="r" t="t"/>
              <a:pathLst>
                <a:path extrusionOk="0" h="44958" w="50374">
                  <a:moveTo>
                    <a:pt x="0" y="44958"/>
                  </a:moveTo>
                  <a:lnTo>
                    <a:pt x="0" y="0"/>
                  </a:lnTo>
                  <a:lnTo>
                    <a:pt x="50375" y="21146"/>
                  </a:lnTo>
                  <a:lnTo>
                    <a:pt x="0" y="44958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7"/>
            <p:cNvSpPr/>
            <p:nvPr/>
          </p:nvSpPr>
          <p:spPr>
            <a:xfrm>
              <a:off x="6153886" y="4308341"/>
              <a:ext cx="37258" cy="49244"/>
            </a:xfrm>
            <a:custGeom>
              <a:rect b="b" l="l" r="r" t="t"/>
              <a:pathLst>
                <a:path extrusionOk="0" h="49244" w="37258">
                  <a:moveTo>
                    <a:pt x="37259" y="43910"/>
                  </a:moveTo>
                  <a:lnTo>
                    <a:pt x="37259" y="0"/>
                  </a:lnTo>
                  <a:lnTo>
                    <a:pt x="0" y="12859"/>
                  </a:lnTo>
                  <a:lnTo>
                    <a:pt x="24712" y="49244"/>
                  </a:lnTo>
                  <a:lnTo>
                    <a:pt x="37259" y="4391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7"/>
            <p:cNvSpPr/>
            <p:nvPr/>
          </p:nvSpPr>
          <p:spPr>
            <a:xfrm>
              <a:off x="2036757" y="2892519"/>
              <a:ext cx="4154369" cy="2403360"/>
            </a:xfrm>
            <a:custGeom>
              <a:rect b="b" l="l" r="r" t="t"/>
              <a:pathLst>
                <a:path extrusionOk="0" h="2403360" w="4154369">
                  <a:moveTo>
                    <a:pt x="2399917" y="2390326"/>
                  </a:moveTo>
                  <a:lnTo>
                    <a:pt x="22508" y="1015106"/>
                  </a:lnTo>
                  <a:cubicBezTo>
                    <a:pt x="-10853" y="996056"/>
                    <a:pt x="-6671" y="962147"/>
                    <a:pt x="32013" y="939859"/>
                  </a:cubicBezTo>
                  <a:lnTo>
                    <a:pt x="1624524" y="18410"/>
                  </a:lnTo>
                  <a:cubicBezTo>
                    <a:pt x="1662543" y="-3879"/>
                    <a:pt x="1721282" y="-6260"/>
                    <a:pt x="1754643" y="13076"/>
                  </a:cubicBezTo>
                  <a:lnTo>
                    <a:pt x="4131861" y="1388486"/>
                  </a:lnTo>
                  <a:cubicBezTo>
                    <a:pt x="4165223" y="1407536"/>
                    <a:pt x="4161041" y="1441445"/>
                    <a:pt x="4122357" y="1463734"/>
                  </a:cubicBezTo>
                  <a:lnTo>
                    <a:pt x="2530036" y="2384896"/>
                  </a:lnTo>
                  <a:cubicBezTo>
                    <a:pt x="2491542" y="2407185"/>
                    <a:pt x="2433278" y="2409661"/>
                    <a:pt x="2399917" y="239032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7"/>
            <p:cNvSpPr/>
            <p:nvPr/>
          </p:nvSpPr>
          <p:spPr>
            <a:xfrm>
              <a:off x="2036757" y="2886502"/>
              <a:ext cx="4154369" cy="2403527"/>
            </a:xfrm>
            <a:custGeom>
              <a:rect b="b" l="l" r="r" t="t"/>
              <a:pathLst>
                <a:path extrusionOk="0" h="2403527" w="4154369">
                  <a:moveTo>
                    <a:pt x="2399917" y="2390532"/>
                  </a:moveTo>
                  <a:lnTo>
                    <a:pt x="22508" y="1015122"/>
                  </a:lnTo>
                  <a:cubicBezTo>
                    <a:pt x="-10853" y="996072"/>
                    <a:pt x="-6671" y="962067"/>
                    <a:pt x="32013" y="939874"/>
                  </a:cubicBezTo>
                  <a:lnTo>
                    <a:pt x="1624524" y="18425"/>
                  </a:lnTo>
                  <a:cubicBezTo>
                    <a:pt x="1662543" y="-3863"/>
                    <a:pt x="1721282" y="-6244"/>
                    <a:pt x="1754643" y="12996"/>
                  </a:cubicBezTo>
                  <a:lnTo>
                    <a:pt x="4131861" y="1388502"/>
                  </a:lnTo>
                  <a:cubicBezTo>
                    <a:pt x="4165223" y="1407552"/>
                    <a:pt x="4161041" y="1441461"/>
                    <a:pt x="4122357" y="1463749"/>
                  </a:cubicBezTo>
                  <a:lnTo>
                    <a:pt x="2530036" y="2385103"/>
                  </a:lnTo>
                  <a:cubicBezTo>
                    <a:pt x="2491542" y="2407391"/>
                    <a:pt x="2433278" y="2409772"/>
                    <a:pt x="2399917" y="23905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7"/>
            <p:cNvSpPr/>
            <p:nvPr/>
          </p:nvSpPr>
          <p:spPr>
            <a:xfrm>
              <a:off x="3500252" y="306524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7"/>
            <p:cNvSpPr/>
            <p:nvPr/>
          </p:nvSpPr>
          <p:spPr>
            <a:xfrm>
              <a:off x="3657092" y="3155925"/>
              <a:ext cx="266442" cy="153985"/>
            </a:xfrm>
            <a:custGeom>
              <a:rect b="b" l="l" r="r" t="t"/>
              <a:pathLst>
                <a:path extrusionOk="0" h="153985" w="266442">
                  <a:moveTo>
                    <a:pt x="116819" y="150482"/>
                  </a:moveTo>
                  <a:lnTo>
                    <a:pt x="6090" y="86379"/>
                  </a:lnTo>
                  <a:cubicBezTo>
                    <a:pt x="-2940" y="81235"/>
                    <a:pt x="-1799" y="72091"/>
                    <a:pt x="8656" y="65995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7"/>
            <p:cNvSpPr/>
            <p:nvPr/>
          </p:nvSpPr>
          <p:spPr>
            <a:xfrm>
              <a:off x="3815428" y="3247563"/>
              <a:ext cx="266636" cy="153995"/>
            </a:xfrm>
            <a:custGeom>
              <a:rect b="b" l="l" r="r" t="t"/>
              <a:pathLst>
                <a:path extrusionOk="0" h="153995" w="266636">
                  <a:moveTo>
                    <a:pt x="116927" y="150570"/>
                  </a:moveTo>
                  <a:lnTo>
                    <a:pt x="6292" y="86466"/>
                  </a:lnTo>
                  <a:cubicBezTo>
                    <a:pt x="-3213" y="81228"/>
                    <a:pt x="-1597" y="72083"/>
                    <a:pt x="8763" y="66083"/>
                  </a:cubicBezTo>
                  <a:lnTo>
                    <a:pt x="114456" y="5028"/>
                  </a:lnTo>
                  <a:cubicBezTo>
                    <a:pt x="125262" y="-1087"/>
                    <a:pt x="138331" y="-1659"/>
                    <a:pt x="149623" y="3504"/>
                  </a:cubicBezTo>
                  <a:lnTo>
                    <a:pt x="260353" y="67607"/>
                  </a:lnTo>
                  <a:cubicBezTo>
                    <a:pt x="269857" y="72750"/>
                    <a:pt x="268242" y="81894"/>
                    <a:pt x="257786" y="87990"/>
                  </a:cubicBezTo>
                  <a:lnTo>
                    <a:pt x="152189" y="149046"/>
                  </a:lnTo>
                  <a:cubicBezTo>
                    <a:pt x="141325" y="155056"/>
                    <a:pt x="128266" y="155627"/>
                    <a:pt x="116927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7"/>
            <p:cNvSpPr/>
            <p:nvPr/>
          </p:nvSpPr>
          <p:spPr>
            <a:xfrm>
              <a:off x="3970462" y="3337185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5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7"/>
            <p:cNvSpPr/>
            <p:nvPr/>
          </p:nvSpPr>
          <p:spPr>
            <a:xfrm>
              <a:off x="4127000" y="3427863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4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7"/>
            <p:cNvSpPr/>
            <p:nvPr/>
          </p:nvSpPr>
          <p:spPr>
            <a:xfrm>
              <a:off x="4283886" y="3519017"/>
              <a:ext cx="266280" cy="153993"/>
            </a:xfrm>
            <a:custGeom>
              <a:rect b="b" l="l" r="r" t="t"/>
              <a:pathLst>
                <a:path extrusionOk="0" h="153993" w="266280">
                  <a:moveTo>
                    <a:pt x="116765" y="150482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260191" y="67519"/>
                  </a:lnTo>
                  <a:cubicBezTo>
                    <a:pt x="269220" y="72758"/>
                    <a:pt x="268080" y="81902"/>
                    <a:pt x="257625" y="87903"/>
                  </a:cubicBezTo>
                  <a:lnTo>
                    <a:pt x="152027" y="149053"/>
                  </a:lnTo>
                  <a:cubicBezTo>
                    <a:pt x="141164" y="155092"/>
                    <a:pt x="128085" y="155626"/>
                    <a:pt x="116765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7"/>
            <p:cNvSpPr/>
            <p:nvPr/>
          </p:nvSpPr>
          <p:spPr>
            <a:xfrm>
              <a:off x="4440564" y="3609219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7"/>
            <p:cNvSpPr/>
            <p:nvPr/>
          </p:nvSpPr>
          <p:spPr>
            <a:xfrm>
              <a:off x="4597287" y="3699905"/>
              <a:ext cx="266442" cy="153983"/>
            </a:xfrm>
            <a:custGeom>
              <a:rect b="b" l="l" r="r" t="t"/>
              <a:pathLst>
                <a:path extrusionOk="0" h="153983" w="266442">
                  <a:moveTo>
                    <a:pt x="116733" y="150570"/>
                  </a:moveTo>
                  <a:lnTo>
                    <a:pt x="6099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3" y="72846"/>
                    <a:pt x="268048" y="81894"/>
                    <a:pt x="257593" y="87990"/>
                  </a:cubicBezTo>
                  <a:lnTo>
                    <a:pt x="151805" y="148950"/>
                  </a:lnTo>
                  <a:cubicBezTo>
                    <a:pt x="141037" y="155037"/>
                    <a:pt x="128015" y="155637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7"/>
            <p:cNvSpPr/>
            <p:nvPr/>
          </p:nvSpPr>
          <p:spPr>
            <a:xfrm>
              <a:off x="4753934" y="3790488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7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150" y="67607"/>
                  </a:lnTo>
                  <a:cubicBezTo>
                    <a:pt x="269179" y="72750"/>
                    <a:pt x="268039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39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7"/>
            <p:cNvSpPr/>
            <p:nvPr/>
          </p:nvSpPr>
          <p:spPr>
            <a:xfrm>
              <a:off x="4910657" y="3881158"/>
              <a:ext cx="266058" cy="153915"/>
            </a:xfrm>
            <a:custGeom>
              <a:rect b="b" l="l" r="r" t="t"/>
              <a:pathLst>
                <a:path extrusionOk="0" h="153915" w="266058">
                  <a:moveTo>
                    <a:pt x="116733" y="150292"/>
                  </a:moveTo>
                  <a:lnTo>
                    <a:pt x="6099" y="86284"/>
                  </a:lnTo>
                  <a:cubicBezTo>
                    <a:pt x="-2931" y="81045"/>
                    <a:pt x="-1790" y="71901"/>
                    <a:pt x="8570" y="65900"/>
                  </a:cubicBezTo>
                  <a:lnTo>
                    <a:pt x="114072" y="4940"/>
                  </a:lnTo>
                  <a:cubicBezTo>
                    <a:pt x="124907" y="-1099"/>
                    <a:pt x="137957" y="-1632"/>
                    <a:pt x="149239" y="3511"/>
                  </a:cubicBezTo>
                  <a:lnTo>
                    <a:pt x="259969" y="67519"/>
                  </a:lnTo>
                  <a:cubicBezTo>
                    <a:pt x="268998" y="72758"/>
                    <a:pt x="267858" y="81902"/>
                    <a:pt x="257402" y="87903"/>
                  </a:cubicBezTo>
                  <a:lnTo>
                    <a:pt x="152090" y="149053"/>
                  </a:lnTo>
                  <a:cubicBezTo>
                    <a:pt x="141170" y="155064"/>
                    <a:pt x="128044" y="155530"/>
                    <a:pt x="11673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7"/>
            <p:cNvSpPr/>
            <p:nvPr/>
          </p:nvSpPr>
          <p:spPr>
            <a:xfrm>
              <a:off x="5067303" y="3971836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4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7"/>
            <p:cNvSpPr/>
            <p:nvPr/>
          </p:nvSpPr>
          <p:spPr>
            <a:xfrm>
              <a:off x="5224035" y="4062514"/>
              <a:ext cx="266528" cy="154092"/>
            </a:xfrm>
            <a:custGeom>
              <a:rect b="b" l="l" r="r" t="t"/>
              <a:pathLst>
                <a:path extrusionOk="0" h="154092" w="26652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348" y="4940"/>
                  </a:lnTo>
                  <a:cubicBezTo>
                    <a:pt x="125212" y="-1099"/>
                    <a:pt x="138290" y="-1632"/>
                    <a:pt x="149610" y="3511"/>
                  </a:cubicBezTo>
                  <a:lnTo>
                    <a:pt x="260245" y="67519"/>
                  </a:lnTo>
                  <a:cubicBezTo>
                    <a:pt x="269750" y="72758"/>
                    <a:pt x="268134" y="81902"/>
                    <a:pt x="257679" y="87903"/>
                  </a:cubicBezTo>
                  <a:lnTo>
                    <a:pt x="152367" y="149053"/>
                  </a:lnTo>
                  <a:cubicBezTo>
                    <a:pt x="141436" y="155226"/>
                    <a:pt x="128206" y="155759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7"/>
            <p:cNvSpPr/>
            <p:nvPr/>
          </p:nvSpPr>
          <p:spPr>
            <a:xfrm>
              <a:off x="5380534" y="4153137"/>
              <a:ext cx="266473" cy="154041"/>
            </a:xfrm>
            <a:custGeom>
              <a:rect b="b" l="l" r="r" t="t"/>
              <a:pathLst>
                <a:path extrusionOk="0" h="154041" w="266473">
                  <a:moveTo>
                    <a:pt x="116958" y="150537"/>
                  </a:moveTo>
                  <a:lnTo>
                    <a:pt x="6324" y="86434"/>
                  </a:lnTo>
                  <a:cubicBezTo>
                    <a:pt x="-3181" y="81195"/>
                    <a:pt x="-1660" y="72147"/>
                    <a:pt x="8795" y="66051"/>
                  </a:cubicBezTo>
                  <a:lnTo>
                    <a:pt x="114392" y="4995"/>
                  </a:lnTo>
                  <a:cubicBezTo>
                    <a:pt x="125247" y="-1082"/>
                    <a:pt x="138325" y="-1644"/>
                    <a:pt x="149655" y="3472"/>
                  </a:cubicBezTo>
                  <a:lnTo>
                    <a:pt x="260384" y="67575"/>
                  </a:lnTo>
                  <a:cubicBezTo>
                    <a:pt x="269414" y="72814"/>
                    <a:pt x="268273" y="81862"/>
                    <a:pt x="257818" y="87958"/>
                  </a:cubicBezTo>
                  <a:lnTo>
                    <a:pt x="152221" y="149014"/>
                  </a:lnTo>
                  <a:cubicBezTo>
                    <a:pt x="141386" y="155129"/>
                    <a:pt x="128279" y="155700"/>
                    <a:pt x="116958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7"/>
            <p:cNvSpPr/>
            <p:nvPr/>
          </p:nvSpPr>
          <p:spPr>
            <a:xfrm>
              <a:off x="5537405" y="4243783"/>
              <a:ext cx="341715" cy="197836"/>
            </a:xfrm>
            <a:custGeom>
              <a:rect b="b" l="l" r="r" t="t"/>
              <a:pathLst>
                <a:path extrusionOk="0" h="197836" w="341715">
                  <a:moveTo>
                    <a:pt x="192287" y="19419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633" y="5028"/>
                  </a:lnTo>
                  <a:cubicBezTo>
                    <a:pt x="125469" y="-1087"/>
                    <a:pt x="138576" y="-1659"/>
                    <a:pt x="149896" y="3504"/>
                  </a:cubicBezTo>
                  <a:lnTo>
                    <a:pt x="335617" y="111517"/>
                  </a:lnTo>
                  <a:cubicBezTo>
                    <a:pt x="344647" y="116756"/>
                    <a:pt x="343506" y="125900"/>
                    <a:pt x="333146" y="131901"/>
                  </a:cubicBezTo>
                  <a:lnTo>
                    <a:pt x="227454" y="193051"/>
                  </a:lnTo>
                  <a:cubicBezTo>
                    <a:pt x="216581" y="199004"/>
                    <a:pt x="203531" y="199423"/>
                    <a:pt x="192287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7"/>
            <p:cNvSpPr/>
            <p:nvPr/>
          </p:nvSpPr>
          <p:spPr>
            <a:xfrm>
              <a:off x="3580766" y="3287750"/>
              <a:ext cx="266442" cy="153846"/>
            </a:xfrm>
            <a:custGeom>
              <a:rect b="b" l="l" r="r" t="t"/>
              <a:pathLst>
                <a:path extrusionOk="0" h="153846" w="266442">
                  <a:moveTo>
                    <a:pt x="117013" y="15029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424"/>
                  </a:lnTo>
                  <a:cubicBezTo>
                    <a:pt x="269373" y="72663"/>
                    <a:pt x="268233" y="81807"/>
                    <a:pt x="257873" y="87808"/>
                  </a:cubicBezTo>
                  <a:lnTo>
                    <a:pt x="152181" y="148958"/>
                  </a:lnTo>
                  <a:cubicBezTo>
                    <a:pt x="141336" y="154968"/>
                    <a:pt x="128286" y="155464"/>
                    <a:pt x="11701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7"/>
            <p:cNvSpPr/>
            <p:nvPr/>
          </p:nvSpPr>
          <p:spPr>
            <a:xfrm>
              <a:off x="3737968" y="3378809"/>
              <a:ext cx="266343" cy="153636"/>
            </a:xfrm>
            <a:custGeom>
              <a:rect b="b" l="l" r="r" t="t"/>
              <a:pathLst>
                <a:path extrusionOk="0" h="153636" w="266343">
                  <a:moveTo>
                    <a:pt x="116733" y="150101"/>
                  </a:moveTo>
                  <a:lnTo>
                    <a:pt x="6098" y="86093"/>
                  </a:lnTo>
                  <a:cubicBezTo>
                    <a:pt x="-2931" y="80854"/>
                    <a:pt x="-1790" y="71710"/>
                    <a:pt x="8570" y="6571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254" y="67138"/>
                  </a:lnTo>
                  <a:cubicBezTo>
                    <a:pt x="269283" y="72377"/>
                    <a:pt x="268143" y="81521"/>
                    <a:pt x="257688" y="87522"/>
                  </a:cubicBezTo>
                  <a:lnTo>
                    <a:pt x="152091" y="148672"/>
                  </a:lnTo>
                  <a:cubicBezTo>
                    <a:pt x="141198" y="154749"/>
                    <a:pt x="128072" y="155273"/>
                    <a:pt x="11673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7"/>
            <p:cNvSpPr/>
            <p:nvPr/>
          </p:nvSpPr>
          <p:spPr>
            <a:xfrm>
              <a:off x="3894706" y="346920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873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7"/>
            <p:cNvSpPr/>
            <p:nvPr/>
          </p:nvSpPr>
          <p:spPr>
            <a:xfrm>
              <a:off x="4051822" y="3559729"/>
              <a:ext cx="266144" cy="154280"/>
            </a:xfrm>
            <a:custGeom>
              <a:rect b="b" l="l" r="r" t="t"/>
              <a:pathLst>
                <a:path extrusionOk="0" h="154280" w="266144">
                  <a:moveTo>
                    <a:pt x="116819" y="150823"/>
                  </a:moveTo>
                  <a:lnTo>
                    <a:pt x="6090" y="86720"/>
                  </a:lnTo>
                  <a:cubicBezTo>
                    <a:pt x="-2940" y="81576"/>
                    <a:pt x="-1799" y="72432"/>
                    <a:pt x="8656" y="66336"/>
                  </a:cubicBezTo>
                  <a:lnTo>
                    <a:pt x="114253" y="4995"/>
                  </a:lnTo>
                  <a:cubicBezTo>
                    <a:pt x="125107" y="-1082"/>
                    <a:pt x="138186" y="-1643"/>
                    <a:pt x="149515" y="3471"/>
                  </a:cubicBezTo>
                  <a:lnTo>
                    <a:pt x="260055" y="67860"/>
                  </a:lnTo>
                  <a:cubicBezTo>
                    <a:pt x="269084" y="73099"/>
                    <a:pt x="267944" y="82148"/>
                    <a:pt x="257489" y="88244"/>
                  </a:cubicBezTo>
                  <a:lnTo>
                    <a:pt x="151892" y="149299"/>
                  </a:lnTo>
                  <a:cubicBezTo>
                    <a:pt x="141104" y="155357"/>
                    <a:pt x="128092" y="155919"/>
                    <a:pt x="116819" y="150823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7"/>
            <p:cNvSpPr/>
            <p:nvPr/>
          </p:nvSpPr>
          <p:spPr>
            <a:xfrm>
              <a:off x="4207595" y="3649708"/>
              <a:ext cx="266442" cy="154372"/>
            </a:xfrm>
            <a:custGeom>
              <a:rect b="b" l="l" r="r" t="t"/>
              <a:pathLst>
                <a:path extrusionOk="0" h="154372" w="266442">
                  <a:moveTo>
                    <a:pt x="116733" y="15095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4" y="72750"/>
                    <a:pt x="268048" y="81894"/>
                    <a:pt x="257593" y="87990"/>
                  </a:cubicBezTo>
                  <a:lnTo>
                    <a:pt x="151805" y="149426"/>
                  </a:lnTo>
                  <a:cubicBezTo>
                    <a:pt x="141008" y="155437"/>
                    <a:pt x="128015" y="155999"/>
                    <a:pt x="116733" y="15095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7"/>
            <p:cNvSpPr/>
            <p:nvPr/>
          </p:nvSpPr>
          <p:spPr>
            <a:xfrm>
              <a:off x="4364526" y="3740759"/>
              <a:ext cx="266248" cy="154101"/>
            </a:xfrm>
            <a:custGeom>
              <a:rect b="b" l="l" r="r" t="t"/>
              <a:pathLst>
                <a:path extrusionOk="0" h="154101" w="266248">
                  <a:moveTo>
                    <a:pt x="116819" y="150672"/>
                  </a:moveTo>
                  <a:lnTo>
                    <a:pt x="6089" y="86664"/>
                  </a:lnTo>
                  <a:cubicBezTo>
                    <a:pt x="-2940" y="81426"/>
                    <a:pt x="-1799" y="72282"/>
                    <a:pt x="8656" y="6628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89" y="155159"/>
                    <a:pt x="128130" y="155759"/>
                    <a:pt x="116819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7"/>
            <p:cNvSpPr/>
            <p:nvPr/>
          </p:nvSpPr>
          <p:spPr>
            <a:xfrm>
              <a:off x="4521449" y="3831731"/>
              <a:ext cx="266334" cy="153985"/>
            </a:xfrm>
            <a:custGeom>
              <a:rect b="b" l="l" r="r" t="t"/>
              <a:pathLst>
                <a:path extrusionOk="0" h="153985" w="266334">
                  <a:moveTo>
                    <a:pt x="116819" y="150474"/>
                  </a:moveTo>
                  <a:lnTo>
                    <a:pt x="6090" y="86466"/>
                  </a:lnTo>
                  <a:cubicBezTo>
                    <a:pt x="-2940" y="81228"/>
                    <a:pt x="-1799" y="72084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40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7"/>
            <p:cNvSpPr/>
            <p:nvPr/>
          </p:nvSpPr>
          <p:spPr>
            <a:xfrm>
              <a:off x="4678466" y="3922592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23" y="155092"/>
                    <a:pt x="128044" y="155626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7"/>
            <p:cNvSpPr/>
            <p:nvPr/>
          </p:nvSpPr>
          <p:spPr>
            <a:xfrm>
              <a:off x="4835195" y="4013365"/>
              <a:ext cx="266474" cy="153993"/>
            </a:xfrm>
            <a:custGeom>
              <a:rect b="b" l="l" r="r" t="t"/>
              <a:pathLst>
                <a:path extrusionOk="0" h="153993" w="266474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7"/>
            <p:cNvSpPr/>
            <p:nvPr/>
          </p:nvSpPr>
          <p:spPr>
            <a:xfrm>
              <a:off x="4992397" y="4104213"/>
              <a:ext cx="266533" cy="154079"/>
            </a:xfrm>
            <a:custGeom>
              <a:rect b="b" l="l" r="r" t="t"/>
              <a:pathLst>
                <a:path extrusionOk="0" h="154079" w="266533">
                  <a:moveTo>
                    <a:pt x="116733" y="150502"/>
                  </a:moveTo>
                  <a:lnTo>
                    <a:pt x="6098" y="86399"/>
                  </a:lnTo>
                  <a:cubicBezTo>
                    <a:pt x="-2931" y="81255"/>
                    <a:pt x="-1790" y="72111"/>
                    <a:pt x="8570" y="66015"/>
                  </a:cubicBezTo>
                  <a:lnTo>
                    <a:pt x="114262" y="4960"/>
                  </a:lnTo>
                  <a:cubicBezTo>
                    <a:pt x="125088" y="-1069"/>
                    <a:pt x="138119" y="-1631"/>
                    <a:pt x="149429" y="3436"/>
                  </a:cubicBezTo>
                  <a:lnTo>
                    <a:pt x="260444" y="67539"/>
                  </a:lnTo>
                  <a:cubicBezTo>
                    <a:pt x="269474" y="72778"/>
                    <a:pt x="268333" y="81922"/>
                    <a:pt x="257878" y="87923"/>
                  </a:cubicBezTo>
                  <a:lnTo>
                    <a:pt x="152281" y="148978"/>
                  </a:lnTo>
                  <a:cubicBezTo>
                    <a:pt x="141369" y="155198"/>
                    <a:pt x="128139" y="155760"/>
                    <a:pt x="116733" y="15050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7"/>
            <p:cNvSpPr/>
            <p:nvPr/>
          </p:nvSpPr>
          <p:spPr>
            <a:xfrm>
              <a:off x="5149329" y="4195292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7"/>
            <p:cNvSpPr/>
            <p:nvPr/>
          </p:nvSpPr>
          <p:spPr>
            <a:xfrm>
              <a:off x="5306305" y="4285820"/>
              <a:ext cx="266280" cy="154040"/>
            </a:xfrm>
            <a:custGeom>
              <a:rect b="b" l="l" r="r" t="t"/>
              <a:pathLst>
                <a:path extrusionOk="0" h="154040" w="266280">
                  <a:moveTo>
                    <a:pt x="116765" y="150537"/>
                  </a:moveTo>
                  <a:lnTo>
                    <a:pt x="6130" y="86434"/>
                  </a:lnTo>
                  <a:cubicBezTo>
                    <a:pt x="-2899" y="81195"/>
                    <a:pt x="-1853" y="72147"/>
                    <a:pt x="8602" y="66051"/>
                  </a:cubicBezTo>
                  <a:lnTo>
                    <a:pt x="114199" y="4995"/>
                  </a:lnTo>
                  <a:cubicBezTo>
                    <a:pt x="125053" y="-1081"/>
                    <a:pt x="138132" y="-1644"/>
                    <a:pt x="149461" y="3471"/>
                  </a:cubicBezTo>
                  <a:lnTo>
                    <a:pt x="260191" y="67575"/>
                  </a:lnTo>
                  <a:cubicBezTo>
                    <a:pt x="269221" y="72813"/>
                    <a:pt x="268080" y="81862"/>
                    <a:pt x="257625" y="87958"/>
                  </a:cubicBezTo>
                  <a:lnTo>
                    <a:pt x="152028" y="149013"/>
                  </a:lnTo>
                  <a:cubicBezTo>
                    <a:pt x="141192" y="155128"/>
                    <a:pt x="128085" y="155700"/>
                    <a:pt x="116765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" name="Google Shape;883;p7"/>
            <p:cNvSpPr/>
            <p:nvPr/>
          </p:nvSpPr>
          <p:spPr>
            <a:xfrm>
              <a:off x="3348561" y="3153075"/>
              <a:ext cx="342095" cy="197622"/>
            </a:xfrm>
            <a:custGeom>
              <a:rect b="b" l="l" r="r" t="t"/>
              <a:pathLst>
                <a:path extrusionOk="0" h="197622" w="342095">
                  <a:moveTo>
                    <a:pt x="192200" y="194194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336006" y="111231"/>
                  </a:lnTo>
                  <a:cubicBezTo>
                    <a:pt x="345036" y="116470"/>
                    <a:pt x="343895" y="125614"/>
                    <a:pt x="333440" y="131615"/>
                  </a:cubicBezTo>
                  <a:lnTo>
                    <a:pt x="227463" y="192575"/>
                  </a:lnTo>
                  <a:cubicBezTo>
                    <a:pt x="216627" y="198680"/>
                    <a:pt x="203549" y="199281"/>
                    <a:pt x="192200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7"/>
            <p:cNvSpPr/>
            <p:nvPr/>
          </p:nvSpPr>
          <p:spPr>
            <a:xfrm>
              <a:off x="5350264" y="4375807"/>
              <a:ext cx="378572" cy="242223"/>
            </a:xfrm>
            <a:custGeom>
              <a:rect b="b" l="l" r="r" t="t"/>
              <a:pathLst>
                <a:path extrusionOk="0" h="242223" w="378572">
                  <a:moveTo>
                    <a:pt x="371823" y="67980"/>
                  </a:moveTo>
                  <a:lnTo>
                    <a:pt x="261189" y="3972"/>
                  </a:lnTo>
                  <a:cubicBezTo>
                    <a:pt x="250867" y="-1324"/>
                    <a:pt x="238625" y="-1324"/>
                    <a:pt x="228303" y="3972"/>
                  </a:cubicBezTo>
                  <a:lnTo>
                    <a:pt x="116718" y="68551"/>
                  </a:lnTo>
                  <a:cubicBezTo>
                    <a:pt x="107213" y="73790"/>
                    <a:pt x="107213" y="82267"/>
                    <a:pt x="116718" y="87601"/>
                  </a:cubicBezTo>
                  <a:lnTo>
                    <a:pt x="125557" y="92745"/>
                  </a:lnTo>
                  <a:cubicBezTo>
                    <a:pt x="133921" y="97507"/>
                    <a:pt x="133826" y="105413"/>
                    <a:pt x="125557" y="110271"/>
                  </a:cubicBezTo>
                  <a:lnTo>
                    <a:pt x="7129" y="178470"/>
                  </a:lnTo>
                  <a:cubicBezTo>
                    <a:pt x="-2376" y="183804"/>
                    <a:pt x="-2376" y="192281"/>
                    <a:pt x="7129" y="197520"/>
                  </a:cubicBezTo>
                  <a:lnTo>
                    <a:pt x="77558" y="238287"/>
                  </a:lnTo>
                  <a:cubicBezTo>
                    <a:pt x="87861" y="243535"/>
                    <a:pt x="100046" y="243535"/>
                    <a:pt x="110349" y="238287"/>
                  </a:cubicBezTo>
                  <a:lnTo>
                    <a:pt x="220794" y="174469"/>
                  </a:lnTo>
                  <a:lnTo>
                    <a:pt x="243605" y="161229"/>
                  </a:lnTo>
                  <a:lnTo>
                    <a:pt x="260048" y="151704"/>
                  </a:lnTo>
                  <a:lnTo>
                    <a:pt x="276587" y="142179"/>
                  </a:lnTo>
                  <a:lnTo>
                    <a:pt x="371633" y="87220"/>
                  </a:lnTo>
                  <a:cubicBezTo>
                    <a:pt x="380853" y="81696"/>
                    <a:pt x="380853" y="73219"/>
                    <a:pt x="371823" y="6798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7"/>
            <p:cNvSpPr/>
            <p:nvPr/>
          </p:nvSpPr>
          <p:spPr>
            <a:xfrm>
              <a:off x="2893378" y="3416909"/>
              <a:ext cx="266442" cy="154101"/>
            </a:xfrm>
            <a:custGeom>
              <a:rect b="b" l="l" r="r" t="t"/>
              <a:pathLst>
                <a:path extrusionOk="0" h="154101" w="266442">
                  <a:moveTo>
                    <a:pt x="116927" y="150672"/>
                  </a:moveTo>
                  <a:lnTo>
                    <a:pt x="6292" y="86664"/>
                  </a:lnTo>
                  <a:cubicBezTo>
                    <a:pt x="-3212" y="81426"/>
                    <a:pt x="-1597" y="72282"/>
                    <a:pt x="8763" y="6628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54" y="155159"/>
                    <a:pt x="128275" y="155759"/>
                    <a:pt x="116927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7"/>
            <p:cNvSpPr/>
            <p:nvPr/>
          </p:nvSpPr>
          <p:spPr>
            <a:xfrm>
              <a:off x="3049635" y="350749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7"/>
            <p:cNvSpPr/>
            <p:nvPr/>
          </p:nvSpPr>
          <p:spPr>
            <a:xfrm>
              <a:off x="3205860" y="3597884"/>
              <a:ext cx="266188" cy="153922"/>
            </a:xfrm>
            <a:custGeom>
              <a:rect b="b" l="l" r="r" t="t"/>
              <a:pathLst>
                <a:path extrusionOk="0" h="153922" w="266188">
                  <a:moveTo>
                    <a:pt x="116959" y="150482"/>
                  </a:moveTo>
                  <a:lnTo>
                    <a:pt x="6324" y="86474"/>
                  </a:lnTo>
                  <a:cubicBezTo>
                    <a:pt x="-3181" y="81235"/>
                    <a:pt x="-1660" y="72091"/>
                    <a:pt x="8795" y="66091"/>
                  </a:cubicBezTo>
                  <a:lnTo>
                    <a:pt x="114392" y="4940"/>
                  </a:lnTo>
                  <a:cubicBezTo>
                    <a:pt x="125256" y="-1099"/>
                    <a:pt x="138335" y="-1632"/>
                    <a:pt x="149655" y="3511"/>
                  </a:cubicBezTo>
                  <a:lnTo>
                    <a:pt x="260099" y="67519"/>
                  </a:lnTo>
                  <a:cubicBezTo>
                    <a:pt x="269129" y="72758"/>
                    <a:pt x="267988" y="81902"/>
                    <a:pt x="257533" y="87903"/>
                  </a:cubicBezTo>
                  <a:lnTo>
                    <a:pt x="151936" y="149053"/>
                  </a:lnTo>
                  <a:cubicBezTo>
                    <a:pt x="141148" y="154997"/>
                    <a:pt x="128193" y="155530"/>
                    <a:pt x="11695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7"/>
            <p:cNvSpPr/>
            <p:nvPr/>
          </p:nvSpPr>
          <p:spPr>
            <a:xfrm>
              <a:off x="4536462" y="4367735"/>
              <a:ext cx="266437" cy="154256"/>
            </a:xfrm>
            <a:custGeom>
              <a:rect b="b" l="l" r="r" t="t"/>
              <a:pathLst>
                <a:path extrusionOk="0" h="154256" w="266437">
                  <a:moveTo>
                    <a:pt x="117013" y="150537"/>
                  </a:moveTo>
                  <a:lnTo>
                    <a:pt x="6284" y="86434"/>
                  </a:lnTo>
                  <a:cubicBezTo>
                    <a:pt x="-3221" y="81291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2"/>
                    <a:pt x="138380" y="-1644"/>
                    <a:pt x="149709" y="3472"/>
                  </a:cubicBezTo>
                  <a:lnTo>
                    <a:pt x="260154" y="67575"/>
                  </a:lnTo>
                  <a:cubicBezTo>
                    <a:pt x="269659" y="72814"/>
                    <a:pt x="268043" y="81862"/>
                    <a:pt x="257588" y="87958"/>
                  </a:cubicBezTo>
                  <a:lnTo>
                    <a:pt x="152181" y="149490"/>
                  </a:lnTo>
                  <a:cubicBezTo>
                    <a:pt x="141298" y="155452"/>
                    <a:pt x="128229" y="155843"/>
                    <a:pt x="117013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7"/>
            <p:cNvSpPr/>
            <p:nvPr/>
          </p:nvSpPr>
          <p:spPr>
            <a:xfrm>
              <a:off x="4692711" y="4458183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5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2" y="67519"/>
                  </a:lnTo>
                  <a:cubicBezTo>
                    <a:pt x="269857" y="72758"/>
                    <a:pt x="268242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7"/>
            <p:cNvSpPr/>
            <p:nvPr/>
          </p:nvSpPr>
          <p:spPr>
            <a:xfrm>
              <a:off x="4849162" y="4548575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733" y="150482"/>
                  </a:moveTo>
                  <a:lnTo>
                    <a:pt x="6099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663" y="72758"/>
                    <a:pt x="268048" y="81902"/>
                    <a:pt x="257593" y="87903"/>
                  </a:cubicBezTo>
                  <a:lnTo>
                    <a:pt x="151995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7"/>
            <p:cNvSpPr/>
            <p:nvPr/>
          </p:nvSpPr>
          <p:spPr>
            <a:xfrm>
              <a:off x="5005419" y="4638967"/>
              <a:ext cx="266537" cy="154092"/>
            </a:xfrm>
            <a:custGeom>
              <a:rect b="b" l="l" r="r" t="t"/>
              <a:pathLst>
                <a:path extrusionOk="0" h="154092" w="266537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357" y="4940"/>
                  </a:lnTo>
                  <a:cubicBezTo>
                    <a:pt x="125192" y="-1099"/>
                    <a:pt x="138242" y="-1632"/>
                    <a:pt x="149524" y="3511"/>
                  </a:cubicBezTo>
                  <a:lnTo>
                    <a:pt x="260254" y="67519"/>
                  </a:lnTo>
                  <a:cubicBezTo>
                    <a:pt x="269759" y="72758"/>
                    <a:pt x="268143" y="81902"/>
                    <a:pt x="257688" y="87903"/>
                  </a:cubicBezTo>
                  <a:lnTo>
                    <a:pt x="152376" y="149053"/>
                  </a:lnTo>
                  <a:cubicBezTo>
                    <a:pt x="141407" y="155226"/>
                    <a:pt x="128158" y="155759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7"/>
            <p:cNvSpPr/>
            <p:nvPr/>
          </p:nvSpPr>
          <p:spPr>
            <a:xfrm>
              <a:off x="3362257" y="3688277"/>
              <a:ext cx="306733" cy="177321"/>
            </a:xfrm>
            <a:custGeom>
              <a:rect b="b" l="l" r="r" t="t"/>
              <a:pathLst>
                <a:path extrusionOk="0" h="177321" w="306733">
                  <a:moveTo>
                    <a:pt x="157024" y="173818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300450" y="90856"/>
                  </a:lnTo>
                  <a:cubicBezTo>
                    <a:pt x="309955" y="96094"/>
                    <a:pt x="308339" y="105143"/>
                    <a:pt x="297884" y="111239"/>
                  </a:cubicBezTo>
                  <a:lnTo>
                    <a:pt x="192287" y="172294"/>
                  </a:lnTo>
                  <a:cubicBezTo>
                    <a:pt x="181451" y="178409"/>
                    <a:pt x="168344" y="178981"/>
                    <a:pt x="157024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7"/>
            <p:cNvSpPr/>
            <p:nvPr/>
          </p:nvSpPr>
          <p:spPr>
            <a:xfrm>
              <a:off x="4339992" y="4254062"/>
              <a:ext cx="306655" cy="177321"/>
            </a:xfrm>
            <a:custGeom>
              <a:rect b="b" l="l" r="r" t="t"/>
              <a:pathLst>
                <a:path extrusionOk="0" h="177321" w="306655">
                  <a:moveTo>
                    <a:pt x="157227" y="173818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300557" y="90855"/>
                  </a:lnTo>
                  <a:cubicBezTo>
                    <a:pt x="309587" y="96094"/>
                    <a:pt x="308446" y="105143"/>
                    <a:pt x="298086" y="111239"/>
                  </a:cubicBezTo>
                  <a:lnTo>
                    <a:pt x="192394" y="172294"/>
                  </a:lnTo>
                  <a:cubicBezTo>
                    <a:pt x="181587" y="178409"/>
                    <a:pt x="168518" y="178981"/>
                    <a:pt x="157227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7"/>
            <p:cNvSpPr/>
            <p:nvPr/>
          </p:nvSpPr>
          <p:spPr>
            <a:xfrm>
              <a:off x="3558805" y="3802100"/>
              <a:ext cx="891371" cy="515693"/>
            </a:xfrm>
            <a:custGeom>
              <a:rect b="b" l="l" r="r" t="t"/>
              <a:pathLst>
                <a:path extrusionOk="0" h="515693" w="891371">
                  <a:moveTo>
                    <a:pt x="741857" y="512051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885282" y="429374"/>
                  </a:lnTo>
                  <a:cubicBezTo>
                    <a:pt x="894312" y="434613"/>
                    <a:pt x="893171" y="443757"/>
                    <a:pt x="882716" y="449758"/>
                  </a:cubicBezTo>
                  <a:lnTo>
                    <a:pt x="777119" y="510908"/>
                  </a:lnTo>
                  <a:cubicBezTo>
                    <a:pt x="766208" y="516861"/>
                    <a:pt x="753129" y="517280"/>
                    <a:pt x="741857" y="51205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7"/>
            <p:cNvSpPr/>
            <p:nvPr/>
          </p:nvSpPr>
          <p:spPr>
            <a:xfrm>
              <a:off x="3471751" y="3400145"/>
              <a:ext cx="266623" cy="154042"/>
            </a:xfrm>
            <a:custGeom>
              <a:rect b="b" l="l" r="r" t="t"/>
              <a:pathLst>
                <a:path extrusionOk="0" h="154042" w="266623">
                  <a:moveTo>
                    <a:pt x="11672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340" y="67519"/>
                  </a:lnTo>
                  <a:cubicBezTo>
                    <a:pt x="269845" y="72758"/>
                    <a:pt x="268229" y="81902"/>
                    <a:pt x="257774" y="87903"/>
                  </a:cubicBezTo>
                  <a:lnTo>
                    <a:pt x="152177" y="149053"/>
                  </a:lnTo>
                  <a:cubicBezTo>
                    <a:pt x="141256" y="155159"/>
                    <a:pt x="128092" y="155692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7"/>
            <p:cNvSpPr/>
            <p:nvPr/>
          </p:nvSpPr>
          <p:spPr>
            <a:xfrm>
              <a:off x="3628284" y="3490390"/>
              <a:ext cx="266442" cy="154037"/>
            </a:xfrm>
            <a:custGeom>
              <a:rect b="b" l="l" r="r" t="t"/>
              <a:pathLst>
                <a:path extrusionOk="0" h="154037" w="266442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192"/>
                    <a:pt x="-1790" y="72143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159" y="67571"/>
                  </a:lnTo>
                  <a:cubicBezTo>
                    <a:pt x="269664" y="72810"/>
                    <a:pt x="268048" y="81859"/>
                    <a:pt x="257593" y="87955"/>
                  </a:cubicBezTo>
                  <a:lnTo>
                    <a:pt x="151996" y="149010"/>
                  </a:lnTo>
                  <a:cubicBezTo>
                    <a:pt x="141160" y="155125"/>
                    <a:pt x="128053" y="155697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7"/>
            <p:cNvSpPr/>
            <p:nvPr/>
          </p:nvSpPr>
          <p:spPr>
            <a:xfrm>
              <a:off x="3784546" y="3581216"/>
              <a:ext cx="266667" cy="153993"/>
            </a:xfrm>
            <a:custGeom>
              <a:rect b="b" l="l" r="r" t="t"/>
              <a:pathLst>
                <a:path extrusionOk="0" h="153993" w="266667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849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7"/>
            <p:cNvSpPr/>
            <p:nvPr/>
          </p:nvSpPr>
          <p:spPr>
            <a:xfrm>
              <a:off x="3941088" y="3671799"/>
              <a:ext cx="266351" cy="153784"/>
            </a:xfrm>
            <a:custGeom>
              <a:rect b="b" l="l" r="r" t="t"/>
              <a:pathLst>
                <a:path extrusionOk="0" h="153784" w="266351">
                  <a:moveTo>
                    <a:pt x="117013" y="150101"/>
                  </a:moveTo>
                  <a:lnTo>
                    <a:pt x="6284" y="86093"/>
                  </a:lnTo>
                  <a:cubicBezTo>
                    <a:pt x="-3221" y="80854"/>
                    <a:pt x="-1605" y="71710"/>
                    <a:pt x="8850" y="65710"/>
                  </a:cubicBezTo>
                  <a:lnTo>
                    <a:pt x="114162" y="4940"/>
                  </a:lnTo>
                  <a:cubicBezTo>
                    <a:pt x="125026" y="-1099"/>
                    <a:pt x="138104" y="-1632"/>
                    <a:pt x="149424" y="3511"/>
                  </a:cubicBezTo>
                  <a:lnTo>
                    <a:pt x="260059" y="67519"/>
                  </a:lnTo>
                  <a:cubicBezTo>
                    <a:pt x="269564" y="72758"/>
                    <a:pt x="267948" y="81902"/>
                    <a:pt x="257588" y="87903"/>
                  </a:cubicBezTo>
                  <a:lnTo>
                    <a:pt x="152181" y="149053"/>
                  </a:lnTo>
                  <a:cubicBezTo>
                    <a:pt x="141288" y="154968"/>
                    <a:pt x="128238" y="155359"/>
                    <a:pt x="11701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7"/>
            <p:cNvSpPr/>
            <p:nvPr/>
          </p:nvSpPr>
          <p:spPr>
            <a:xfrm>
              <a:off x="4097622" y="3762381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857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7"/>
            <p:cNvSpPr/>
            <p:nvPr/>
          </p:nvSpPr>
          <p:spPr>
            <a:xfrm>
              <a:off x="4254133" y="3852876"/>
              <a:ext cx="266854" cy="154172"/>
            </a:xfrm>
            <a:custGeom>
              <a:rect b="b" l="l" r="r" t="t"/>
              <a:pathLst>
                <a:path extrusionOk="0" h="154172" w="266854">
                  <a:moveTo>
                    <a:pt x="116959" y="150570"/>
                  </a:moveTo>
                  <a:lnTo>
                    <a:pt x="6324" y="86466"/>
                  </a:lnTo>
                  <a:cubicBezTo>
                    <a:pt x="-3181" y="81228"/>
                    <a:pt x="-1660" y="72179"/>
                    <a:pt x="8795" y="66083"/>
                  </a:cubicBezTo>
                  <a:lnTo>
                    <a:pt x="114772" y="5028"/>
                  </a:lnTo>
                  <a:cubicBezTo>
                    <a:pt x="125608" y="-1087"/>
                    <a:pt x="138715" y="-1659"/>
                    <a:pt x="150035" y="3504"/>
                  </a:cubicBezTo>
                  <a:lnTo>
                    <a:pt x="260764" y="67607"/>
                  </a:lnTo>
                  <a:cubicBezTo>
                    <a:pt x="269794" y="72846"/>
                    <a:pt x="268653" y="81894"/>
                    <a:pt x="258198" y="87990"/>
                  </a:cubicBezTo>
                  <a:lnTo>
                    <a:pt x="152601" y="149046"/>
                  </a:lnTo>
                  <a:cubicBezTo>
                    <a:pt x="141661" y="155294"/>
                    <a:pt x="128383" y="155865"/>
                    <a:pt x="11695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7"/>
            <p:cNvSpPr/>
            <p:nvPr/>
          </p:nvSpPr>
          <p:spPr>
            <a:xfrm>
              <a:off x="4410814" y="394345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7"/>
            <p:cNvSpPr/>
            <p:nvPr/>
          </p:nvSpPr>
          <p:spPr>
            <a:xfrm>
              <a:off x="4567356" y="4034034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7"/>
            <p:cNvSpPr/>
            <p:nvPr/>
          </p:nvSpPr>
          <p:spPr>
            <a:xfrm>
              <a:off x="4723985" y="4124617"/>
              <a:ext cx="266248" cy="154017"/>
            </a:xfrm>
            <a:custGeom>
              <a:rect b="b" l="l" r="r" t="t"/>
              <a:pathLst>
                <a:path extrusionOk="0" h="154017" w="266248">
                  <a:moveTo>
                    <a:pt x="116638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2" y="87903"/>
                  </a:cubicBezTo>
                  <a:lnTo>
                    <a:pt x="151996" y="149053"/>
                  </a:lnTo>
                  <a:cubicBezTo>
                    <a:pt x="141103" y="155130"/>
                    <a:pt x="127977" y="155654"/>
                    <a:pt x="11663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7"/>
            <p:cNvSpPr/>
            <p:nvPr/>
          </p:nvSpPr>
          <p:spPr>
            <a:xfrm>
              <a:off x="4880346" y="4215112"/>
              <a:ext cx="266334" cy="154040"/>
            </a:xfrm>
            <a:custGeom>
              <a:rect b="b" l="l" r="r" t="t"/>
              <a:pathLst>
                <a:path extrusionOk="0" h="154040" w="266334">
                  <a:moveTo>
                    <a:pt x="116819" y="150570"/>
                  </a:moveTo>
                  <a:lnTo>
                    <a:pt x="6090" y="86466"/>
                  </a:lnTo>
                  <a:cubicBezTo>
                    <a:pt x="-2940" y="81228"/>
                    <a:pt x="-1799" y="72179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27" y="155122"/>
                    <a:pt x="128149" y="155685"/>
                    <a:pt x="11681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7"/>
            <p:cNvSpPr/>
            <p:nvPr/>
          </p:nvSpPr>
          <p:spPr>
            <a:xfrm>
              <a:off x="5036888" y="430568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7"/>
            <p:cNvSpPr/>
            <p:nvPr/>
          </p:nvSpPr>
          <p:spPr>
            <a:xfrm>
              <a:off x="5193145" y="4396270"/>
              <a:ext cx="266239" cy="154284"/>
            </a:xfrm>
            <a:custGeom>
              <a:rect b="b" l="l" r="r" t="t"/>
              <a:pathLst>
                <a:path extrusionOk="0" h="154284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2272" y="149529"/>
                  </a:lnTo>
                  <a:cubicBezTo>
                    <a:pt x="141256" y="155511"/>
                    <a:pt x="128044" y="155873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7"/>
            <p:cNvSpPr/>
            <p:nvPr/>
          </p:nvSpPr>
          <p:spPr>
            <a:xfrm>
              <a:off x="3196776" y="3241078"/>
              <a:ext cx="384874" cy="222382"/>
            </a:xfrm>
            <a:custGeom>
              <a:rect b="b" l="l" r="r" t="t"/>
              <a:pathLst>
                <a:path extrusionOk="0" h="222382" w="384874">
                  <a:moveTo>
                    <a:pt x="235252" y="218871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378582" y="135909"/>
                  </a:lnTo>
                  <a:cubicBezTo>
                    <a:pt x="388087" y="141147"/>
                    <a:pt x="386471" y="150291"/>
                    <a:pt x="376111" y="156292"/>
                  </a:cubicBezTo>
                  <a:lnTo>
                    <a:pt x="270419" y="217443"/>
                  </a:lnTo>
                  <a:cubicBezTo>
                    <a:pt x="259584" y="223482"/>
                    <a:pt x="246534" y="224015"/>
                    <a:pt x="235252" y="21887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7"/>
            <p:cNvSpPr/>
            <p:nvPr/>
          </p:nvSpPr>
          <p:spPr>
            <a:xfrm>
              <a:off x="3242171" y="3443016"/>
              <a:ext cx="266280" cy="153882"/>
            </a:xfrm>
            <a:custGeom>
              <a:rect b="b" l="l" r="r" t="t"/>
              <a:pathLst>
                <a:path extrusionOk="0" h="153882" w="266280">
                  <a:moveTo>
                    <a:pt x="116765" y="150284"/>
                  </a:moveTo>
                  <a:lnTo>
                    <a:pt x="6131" y="86466"/>
                  </a:lnTo>
                  <a:cubicBezTo>
                    <a:pt x="-2899" y="81228"/>
                    <a:pt x="-1853" y="72179"/>
                    <a:pt x="8602" y="66083"/>
                  </a:cubicBezTo>
                  <a:lnTo>
                    <a:pt x="114199" y="5028"/>
                  </a:lnTo>
                  <a:cubicBezTo>
                    <a:pt x="125034" y="-1087"/>
                    <a:pt x="138141" y="-1659"/>
                    <a:pt x="149461" y="3504"/>
                  </a:cubicBezTo>
                  <a:lnTo>
                    <a:pt x="260191" y="67607"/>
                  </a:lnTo>
                  <a:cubicBezTo>
                    <a:pt x="269220" y="72750"/>
                    <a:pt x="268080" y="81894"/>
                    <a:pt x="257625" y="87990"/>
                  </a:cubicBezTo>
                  <a:lnTo>
                    <a:pt x="152028" y="149046"/>
                  </a:lnTo>
                  <a:cubicBezTo>
                    <a:pt x="141135" y="155027"/>
                    <a:pt x="128057" y="155484"/>
                    <a:pt x="116765" y="15028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7"/>
            <p:cNvSpPr/>
            <p:nvPr/>
          </p:nvSpPr>
          <p:spPr>
            <a:xfrm>
              <a:off x="3398660" y="353359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7"/>
            <p:cNvSpPr/>
            <p:nvPr/>
          </p:nvSpPr>
          <p:spPr>
            <a:xfrm>
              <a:off x="3554723" y="3624118"/>
              <a:ext cx="266722" cy="153784"/>
            </a:xfrm>
            <a:custGeom>
              <a:rect b="b" l="l" r="r" t="t"/>
              <a:pathLst>
                <a:path extrusionOk="0" h="153784" w="266722">
                  <a:moveTo>
                    <a:pt x="117203" y="150156"/>
                  </a:moveTo>
                  <a:lnTo>
                    <a:pt x="6284" y="86434"/>
                  </a:lnTo>
                  <a:cubicBezTo>
                    <a:pt x="-3221" y="81195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1"/>
                    <a:pt x="138380" y="-1644"/>
                    <a:pt x="149709" y="3471"/>
                  </a:cubicBezTo>
                  <a:lnTo>
                    <a:pt x="260439" y="67575"/>
                  </a:lnTo>
                  <a:cubicBezTo>
                    <a:pt x="269944" y="72813"/>
                    <a:pt x="268328" y="81862"/>
                    <a:pt x="257873" y="87958"/>
                  </a:cubicBezTo>
                  <a:lnTo>
                    <a:pt x="152276" y="149013"/>
                  </a:lnTo>
                  <a:cubicBezTo>
                    <a:pt x="141431" y="154947"/>
                    <a:pt x="128409" y="155367"/>
                    <a:pt x="117203" y="15015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7"/>
            <p:cNvSpPr/>
            <p:nvPr/>
          </p:nvSpPr>
          <p:spPr>
            <a:xfrm>
              <a:off x="3711455" y="3714661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6918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282" y="-1099"/>
                    <a:pt x="138332" y="-1632"/>
                    <a:pt x="149614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17" y="155092"/>
                    <a:pt x="128238" y="155625"/>
                    <a:pt x="11691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7"/>
            <p:cNvSpPr/>
            <p:nvPr/>
          </p:nvSpPr>
          <p:spPr>
            <a:xfrm>
              <a:off x="3868572" y="3805244"/>
              <a:ext cx="266280" cy="154106"/>
            </a:xfrm>
            <a:custGeom>
              <a:rect b="b" l="l" r="r" t="t"/>
              <a:pathLst>
                <a:path extrusionOk="0" h="154106" w="266280">
                  <a:moveTo>
                    <a:pt x="11634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134" y="81902"/>
                    <a:pt x="257679" y="87903"/>
                  </a:cubicBezTo>
                  <a:lnTo>
                    <a:pt x="152082" y="148958"/>
                  </a:lnTo>
                  <a:cubicBezTo>
                    <a:pt x="141123" y="155235"/>
                    <a:pt x="127797" y="155807"/>
                    <a:pt x="11634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7"/>
            <p:cNvSpPr/>
            <p:nvPr/>
          </p:nvSpPr>
          <p:spPr>
            <a:xfrm>
              <a:off x="4024630" y="3895731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3" y="87903"/>
                  </a:cubicBezTo>
                  <a:lnTo>
                    <a:pt x="151996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7"/>
            <p:cNvSpPr/>
            <p:nvPr/>
          </p:nvSpPr>
          <p:spPr>
            <a:xfrm>
              <a:off x="4181086" y="398631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7"/>
            <p:cNvSpPr/>
            <p:nvPr/>
          </p:nvSpPr>
          <p:spPr>
            <a:xfrm>
              <a:off x="4337714" y="4076809"/>
              <a:ext cx="266248" cy="154040"/>
            </a:xfrm>
            <a:custGeom>
              <a:rect b="b" l="l" r="r" t="t"/>
              <a:pathLst>
                <a:path extrusionOk="0" h="154040" w="266248">
                  <a:moveTo>
                    <a:pt x="116733" y="15057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188" y="72750"/>
                    <a:pt x="268048" y="81894"/>
                    <a:pt x="257593" y="87990"/>
                  </a:cubicBezTo>
                  <a:lnTo>
                    <a:pt x="151995" y="149046"/>
                  </a:lnTo>
                  <a:cubicBezTo>
                    <a:pt x="141141" y="155122"/>
                    <a:pt x="128063" y="155684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7"/>
            <p:cNvSpPr/>
            <p:nvPr/>
          </p:nvSpPr>
          <p:spPr>
            <a:xfrm>
              <a:off x="4494075" y="416738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6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7"/>
            <p:cNvSpPr/>
            <p:nvPr/>
          </p:nvSpPr>
          <p:spPr>
            <a:xfrm>
              <a:off x="4650609" y="4257915"/>
              <a:ext cx="266153" cy="154012"/>
            </a:xfrm>
            <a:custGeom>
              <a:rect b="b" l="l" r="r" t="t"/>
              <a:pathLst>
                <a:path extrusionOk="0" h="154012" w="266153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287"/>
                    <a:pt x="-1790" y="72144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064" y="67571"/>
                  </a:lnTo>
                  <a:cubicBezTo>
                    <a:pt x="269093" y="72810"/>
                    <a:pt x="267953" y="81859"/>
                    <a:pt x="257498" y="87955"/>
                  </a:cubicBezTo>
                  <a:lnTo>
                    <a:pt x="151900" y="149010"/>
                  </a:lnTo>
                  <a:cubicBezTo>
                    <a:pt x="141084" y="155097"/>
                    <a:pt x="128034" y="155659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7"/>
            <p:cNvSpPr/>
            <p:nvPr/>
          </p:nvSpPr>
          <p:spPr>
            <a:xfrm>
              <a:off x="4807065" y="434845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7"/>
            <p:cNvSpPr/>
            <p:nvPr/>
          </p:nvSpPr>
          <p:spPr>
            <a:xfrm>
              <a:off x="4963756" y="4439037"/>
              <a:ext cx="459701" cy="266038"/>
            </a:xfrm>
            <a:custGeom>
              <a:rect b="b" l="l" r="r" t="t"/>
              <a:pathLst>
                <a:path extrusionOk="0" h="266038" w="459701">
                  <a:moveTo>
                    <a:pt x="310281" y="262591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453611" y="179629"/>
                  </a:lnTo>
                  <a:cubicBezTo>
                    <a:pt x="462641" y="184772"/>
                    <a:pt x="461500" y="193916"/>
                    <a:pt x="451045" y="200012"/>
                  </a:cubicBezTo>
                  <a:lnTo>
                    <a:pt x="345448" y="261067"/>
                  </a:lnTo>
                  <a:cubicBezTo>
                    <a:pt x="334622" y="267106"/>
                    <a:pt x="321582" y="267678"/>
                    <a:pt x="310281" y="26259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7"/>
            <p:cNvSpPr/>
            <p:nvPr/>
          </p:nvSpPr>
          <p:spPr>
            <a:xfrm>
              <a:off x="3045263" y="3329192"/>
              <a:ext cx="306655" cy="177371"/>
            </a:xfrm>
            <a:custGeom>
              <a:rect b="b" l="l" r="r" t="t"/>
              <a:pathLst>
                <a:path extrusionOk="0" h="177371" w="306655">
                  <a:moveTo>
                    <a:pt x="157227" y="173811"/>
                  </a:moveTo>
                  <a:lnTo>
                    <a:pt x="6292" y="86466"/>
                  </a:lnTo>
                  <a:cubicBezTo>
                    <a:pt x="-3212" y="81228"/>
                    <a:pt x="-1597" y="72084"/>
                    <a:pt x="8763" y="66083"/>
                  </a:cubicBezTo>
                  <a:lnTo>
                    <a:pt x="114456" y="5028"/>
                  </a:lnTo>
                  <a:cubicBezTo>
                    <a:pt x="125262" y="-1088"/>
                    <a:pt x="138331" y="-1659"/>
                    <a:pt x="149623" y="3504"/>
                  </a:cubicBezTo>
                  <a:lnTo>
                    <a:pt x="300557" y="90848"/>
                  </a:lnTo>
                  <a:cubicBezTo>
                    <a:pt x="309587" y="96087"/>
                    <a:pt x="308446" y="105231"/>
                    <a:pt x="298086" y="111232"/>
                  </a:cubicBezTo>
                  <a:lnTo>
                    <a:pt x="192584" y="172382"/>
                  </a:lnTo>
                  <a:cubicBezTo>
                    <a:pt x="181701" y="178487"/>
                    <a:pt x="168566" y="179021"/>
                    <a:pt x="157227" y="17381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7"/>
            <p:cNvSpPr/>
            <p:nvPr/>
          </p:nvSpPr>
          <p:spPr>
            <a:xfrm>
              <a:off x="3658039" y="3005282"/>
              <a:ext cx="2325529" cy="1345328"/>
            </a:xfrm>
            <a:custGeom>
              <a:rect b="b" l="l" r="r" t="t"/>
              <a:pathLst>
                <a:path extrusionOk="0" h="1345328" w="2325529">
                  <a:moveTo>
                    <a:pt x="2228861" y="1341731"/>
                  </a:moveTo>
                  <a:lnTo>
                    <a:pt x="6284" y="55856"/>
                  </a:lnTo>
                  <a:cubicBezTo>
                    <a:pt x="-3221" y="50712"/>
                    <a:pt x="-1605" y="41568"/>
                    <a:pt x="8850" y="35472"/>
                  </a:cubicBezTo>
                  <a:lnTo>
                    <a:pt x="61696" y="4992"/>
                  </a:lnTo>
                  <a:cubicBezTo>
                    <a:pt x="72512" y="-1075"/>
                    <a:pt x="85562" y="-1647"/>
                    <a:pt x="96863" y="3468"/>
                  </a:cubicBezTo>
                  <a:lnTo>
                    <a:pt x="2319440" y="1289343"/>
                  </a:lnTo>
                  <a:cubicBezTo>
                    <a:pt x="2328470" y="1294582"/>
                    <a:pt x="2327329" y="1303631"/>
                    <a:pt x="2316874" y="1309727"/>
                  </a:cubicBezTo>
                  <a:lnTo>
                    <a:pt x="2264123" y="1340492"/>
                  </a:lnTo>
                  <a:cubicBezTo>
                    <a:pt x="2253231" y="1346474"/>
                    <a:pt x="2240152" y="1346931"/>
                    <a:pt x="2228861" y="134173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7"/>
            <p:cNvSpPr/>
            <p:nvPr/>
          </p:nvSpPr>
          <p:spPr>
            <a:xfrm>
              <a:off x="2758377" y="3858961"/>
              <a:ext cx="1752611" cy="1013632"/>
            </a:xfrm>
            <a:custGeom>
              <a:rect b="b" l="l" r="r" t="t"/>
              <a:pathLst>
                <a:path extrusionOk="0" h="1013632" w="1752611">
                  <a:moveTo>
                    <a:pt x="1751672" y="634261"/>
                  </a:moveTo>
                  <a:cubicBezTo>
                    <a:pt x="1748498" y="641186"/>
                    <a:pt x="1743071" y="646834"/>
                    <a:pt x="1736275" y="650263"/>
                  </a:cubicBezTo>
                  <a:lnTo>
                    <a:pt x="1124743" y="1004117"/>
                  </a:lnTo>
                  <a:cubicBezTo>
                    <a:pt x="1103871" y="1015747"/>
                    <a:pt x="1078721" y="1016775"/>
                    <a:pt x="1056974" y="1006879"/>
                  </a:cubicBezTo>
                  <a:lnTo>
                    <a:pt x="11458" y="402136"/>
                  </a:lnTo>
                  <a:cubicBezTo>
                    <a:pt x="6990" y="399812"/>
                    <a:pt x="3390" y="396107"/>
                    <a:pt x="1193" y="391564"/>
                  </a:cubicBezTo>
                  <a:cubicBezTo>
                    <a:pt x="-2609" y="382039"/>
                    <a:pt x="2714" y="371466"/>
                    <a:pt x="16591" y="363465"/>
                  </a:cubicBezTo>
                  <a:lnTo>
                    <a:pt x="628218" y="9516"/>
                  </a:lnTo>
                  <a:cubicBezTo>
                    <a:pt x="649090" y="-2114"/>
                    <a:pt x="674240" y="-3143"/>
                    <a:pt x="695986" y="6754"/>
                  </a:cubicBezTo>
                  <a:lnTo>
                    <a:pt x="1741502" y="611496"/>
                  </a:lnTo>
                  <a:cubicBezTo>
                    <a:pt x="1750266" y="615306"/>
                    <a:pt x="1754676" y="625174"/>
                    <a:pt x="1751672" y="63426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7"/>
            <p:cNvSpPr/>
            <p:nvPr/>
          </p:nvSpPr>
          <p:spPr>
            <a:xfrm>
              <a:off x="2759571" y="3871207"/>
              <a:ext cx="1750478" cy="1001386"/>
            </a:xfrm>
            <a:custGeom>
              <a:rect b="b" l="l" r="r" t="t"/>
              <a:pathLst>
                <a:path extrusionOk="0" h="1001386" w="1750478">
                  <a:moveTo>
                    <a:pt x="1750479" y="622015"/>
                  </a:moveTo>
                  <a:cubicBezTo>
                    <a:pt x="1747304" y="628939"/>
                    <a:pt x="1741877" y="634588"/>
                    <a:pt x="1735081" y="638017"/>
                  </a:cubicBezTo>
                  <a:lnTo>
                    <a:pt x="1123550" y="991870"/>
                  </a:lnTo>
                  <a:cubicBezTo>
                    <a:pt x="1102677" y="1003501"/>
                    <a:pt x="1077528" y="1004529"/>
                    <a:pt x="1055781" y="994633"/>
                  </a:cubicBezTo>
                  <a:lnTo>
                    <a:pt x="10265" y="389890"/>
                  </a:lnTo>
                  <a:cubicBezTo>
                    <a:pt x="5797" y="387566"/>
                    <a:pt x="2197" y="383861"/>
                    <a:pt x="0" y="379318"/>
                  </a:cubicBezTo>
                  <a:cubicBezTo>
                    <a:pt x="3240" y="372460"/>
                    <a:pt x="8654" y="366869"/>
                    <a:pt x="15398" y="363411"/>
                  </a:cubicBezTo>
                  <a:lnTo>
                    <a:pt x="627024" y="9557"/>
                  </a:lnTo>
                  <a:cubicBezTo>
                    <a:pt x="647887" y="-2092"/>
                    <a:pt x="673027" y="-3149"/>
                    <a:pt x="694793" y="6700"/>
                  </a:cubicBezTo>
                  <a:lnTo>
                    <a:pt x="1740309" y="611537"/>
                  </a:lnTo>
                  <a:cubicBezTo>
                    <a:pt x="1744748" y="613823"/>
                    <a:pt x="1748321" y="617509"/>
                    <a:pt x="1750479" y="622015"/>
                  </a:cubicBezTo>
                  <a:close/>
                </a:path>
              </a:pathLst>
            </a:custGeom>
            <a:solidFill>
              <a:srgbClr val="C3C6D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7"/>
            <p:cNvSpPr/>
            <p:nvPr/>
          </p:nvSpPr>
          <p:spPr>
            <a:xfrm>
              <a:off x="3817633" y="2891711"/>
              <a:ext cx="2255273" cy="1359741"/>
            </a:xfrm>
            <a:custGeom>
              <a:rect b="b" l="l" r="r" t="t"/>
              <a:pathLst>
                <a:path extrusionOk="0" h="1359741" w="2255273">
                  <a:moveTo>
                    <a:pt x="2238450" y="1357766"/>
                  </a:moveTo>
                  <a:lnTo>
                    <a:pt x="15873" y="71891"/>
                  </a:lnTo>
                  <a:cubicBezTo>
                    <a:pt x="5950" y="64538"/>
                    <a:pt x="67" y="52927"/>
                    <a:pt x="0" y="40554"/>
                  </a:cubicBezTo>
                  <a:lnTo>
                    <a:pt x="0" y="14360"/>
                  </a:lnTo>
                  <a:cubicBezTo>
                    <a:pt x="0" y="2263"/>
                    <a:pt x="7319" y="-3261"/>
                    <a:pt x="16348" y="1978"/>
                  </a:cubicBezTo>
                  <a:lnTo>
                    <a:pt x="2238925" y="1287852"/>
                  </a:lnTo>
                  <a:cubicBezTo>
                    <a:pt x="2249028" y="1295063"/>
                    <a:pt x="2255092" y="1306664"/>
                    <a:pt x="2255273" y="1319094"/>
                  </a:cubicBezTo>
                  <a:lnTo>
                    <a:pt x="2255273" y="1345288"/>
                  </a:lnTo>
                  <a:cubicBezTo>
                    <a:pt x="2254798" y="1357480"/>
                    <a:pt x="2247479" y="1363005"/>
                    <a:pt x="2238450" y="135776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7"/>
            <p:cNvSpPr/>
            <p:nvPr/>
          </p:nvSpPr>
          <p:spPr>
            <a:xfrm>
              <a:off x="3899944" y="2334804"/>
              <a:ext cx="319167" cy="507819"/>
            </a:xfrm>
            <a:custGeom>
              <a:rect b="b" l="l" r="r" t="t"/>
              <a:pathLst>
                <a:path extrusionOk="0" h="507819" w="319167">
                  <a:moveTo>
                    <a:pt x="269363" y="501829"/>
                  </a:moveTo>
                  <a:lnTo>
                    <a:pt x="49804" y="375052"/>
                  </a:lnTo>
                  <a:cubicBezTo>
                    <a:pt x="22336" y="359145"/>
                    <a:pt x="0" y="316378"/>
                    <a:pt x="0" y="279802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4" y="5767"/>
                  </a:cubicBezTo>
                  <a:lnTo>
                    <a:pt x="269363" y="132926"/>
                  </a:lnTo>
                  <a:cubicBezTo>
                    <a:pt x="296926" y="148833"/>
                    <a:pt x="319168" y="191600"/>
                    <a:pt x="319168" y="228176"/>
                  </a:cubicBezTo>
                  <a:lnTo>
                    <a:pt x="319168" y="464110"/>
                  </a:lnTo>
                  <a:cubicBezTo>
                    <a:pt x="318787" y="500877"/>
                    <a:pt x="296546" y="517736"/>
                    <a:pt x="269363" y="5018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7"/>
            <p:cNvSpPr/>
            <p:nvPr/>
          </p:nvSpPr>
          <p:spPr>
            <a:xfrm>
              <a:off x="3899468" y="1737396"/>
              <a:ext cx="318787" cy="562544"/>
            </a:xfrm>
            <a:custGeom>
              <a:rect b="b" l="l" r="r" t="t"/>
              <a:pathLst>
                <a:path extrusionOk="0" h="562544" w="318787">
                  <a:moveTo>
                    <a:pt x="268983" y="558884"/>
                  </a:moveTo>
                  <a:lnTo>
                    <a:pt x="49805" y="432106"/>
                  </a:lnTo>
                  <a:cubicBezTo>
                    <a:pt x="22336" y="416200"/>
                    <a:pt x="0" y="351144"/>
                    <a:pt x="0" y="319330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5" y="5767"/>
                  </a:cubicBezTo>
                  <a:lnTo>
                    <a:pt x="268983" y="132545"/>
                  </a:lnTo>
                  <a:cubicBezTo>
                    <a:pt x="296546" y="148452"/>
                    <a:pt x="318787" y="191219"/>
                    <a:pt x="318787" y="227795"/>
                  </a:cubicBezTo>
                  <a:lnTo>
                    <a:pt x="318787" y="503258"/>
                  </a:lnTo>
                  <a:cubicBezTo>
                    <a:pt x="318787" y="535643"/>
                    <a:pt x="296546" y="574791"/>
                    <a:pt x="268983" y="558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7"/>
            <p:cNvSpPr/>
            <p:nvPr/>
          </p:nvSpPr>
          <p:spPr>
            <a:xfrm>
              <a:off x="3979213" y="1913870"/>
              <a:ext cx="161864" cy="209418"/>
            </a:xfrm>
            <a:custGeom>
              <a:rect b="b" l="l" r="r" t="t"/>
              <a:pathLst>
                <a:path extrusionOk="0" h="209418" w="161864">
                  <a:moveTo>
                    <a:pt x="80885" y="198388"/>
                  </a:moveTo>
                  <a:cubicBezTo>
                    <a:pt x="36308" y="172575"/>
                    <a:pt x="0" y="109519"/>
                    <a:pt x="0" y="57894"/>
                  </a:cubicBezTo>
                  <a:cubicBezTo>
                    <a:pt x="0" y="6268"/>
                    <a:pt x="36308" y="-14782"/>
                    <a:pt x="80885" y="11031"/>
                  </a:cubicBezTo>
                  <a:cubicBezTo>
                    <a:pt x="125462" y="36844"/>
                    <a:pt x="161865" y="99899"/>
                    <a:pt x="161865" y="151525"/>
                  </a:cubicBezTo>
                  <a:cubicBezTo>
                    <a:pt x="161865" y="203150"/>
                    <a:pt x="125557" y="224200"/>
                    <a:pt x="80885" y="198388"/>
                  </a:cubicBezTo>
                  <a:close/>
                  <a:moveTo>
                    <a:pt x="80885" y="35034"/>
                  </a:moveTo>
                  <a:cubicBezTo>
                    <a:pt x="47714" y="15984"/>
                    <a:pt x="20720" y="31510"/>
                    <a:pt x="20720" y="69895"/>
                  </a:cubicBezTo>
                  <a:cubicBezTo>
                    <a:pt x="22916" y="112443"/>
                    <a:pt x="45280" y="151382"/>
                    <a:pt x="80885" y="174670"/>
                  </a:cubicBezTo>
                  <a:cubicBezTo>
                    <a:pt x="114151" y="193720"/>
                    <a:pt x="141145" y="178290"/>
                    <a:pt x="141145" y="139904"/>
                  </a:cubicBezTo>
                  <a:cubicBezTo>
                    <a:pt x="138949" y="97299"/>
                    <a:pt x="116556" y="58322"/>
                    <a:pt x="80885" y="35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7"/>
            <p:cNvSpPr/>
            <p:nvPr/>
          </p:nvSpPr>
          <p:spPr>
            <a:xfrm>
              <a:off x="4045651" y="1966906"/>
              <a:ext cx="50374" cy="107156"/>
            </a:xfrm>
            <a:custGeom>
              <a:rect b="b" l="l" r="r" t="t"/>
              <a:pathLst>
                <a:path extrusionOk="0" h="107156" w="50374">
                  <a:moveTo>
                    <a:pt x="36688" y="107156"/>
                  </a:moveTo>
                  <a:lnTo>
                    <a:pt x="0" y="48673"/>
                  </a:lnTo>
                  <a:lnTo>
                    <a:pt x="0" y="0"/>
                  </a:lnTo>
                  <a:lnTo>
                    <a:pt x="20720" y="12001"/>
                  </a:lnTo>
                  <a:lnTo>
                    <a:pt x="20720" y="49816"/>
                  </a:lnTo>
                  <a:lnTo>
                    <a:pt x="50375" y="96964"/>
                  </a:lnTo>
                  <a:lnTo>
                    <a:pt x="36688" y="107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7"/>
            <p:cNvSpPr/>
            <p:nvPr/>
          </p:nvSpPr>
          <p:spPr>
            <a:xfrm>
              <a:off x="3899183" y="1178204"/>
              <a:ext cx="318787" cy="538687"/>
            </a:xfrm>
            <a:custGeom>
              <a:rect b="b" l="l" r="r" t="t"/>
              <a:pathLst>
                <a:path extrusionOk="0" h="538687" w="318787">
                  <a:moveTo>
                    <a:pt x="268983" y="535432"/>
                  </a:moveTo>
                  <a:lnTo>
                    <a:pt x="49805" y="408655"/>
                  </a:lnTo>
                  <a:cubicBezTo>
                    <a:pt x="22336" y="392653"/>
                    <a:pt x="0" y="321025"/>
                    <a:pt x="0" y="289116"/>
                  </a:cubicBezTo>
                  <a:lnTo>
                    <a:pt x="0" y="35560"/>
                  </a:lnTo>
                  <a:cubicBezTo>
                    <a:pt x="0" y="3747"/>
                    <a:pt x="22336" y="-9207"/>
                    <a:pt x="49805" y="6985"/>
                  </a:cubicBezTo>
                  <a:lnTo>
                    <a:pt x="268983" y="133858"/>
                  </a:lnTo>
                  <a:cubicBezTo>
                    <a:pt x="298400" y="153033"/>
                    <a:pt x="316905" y="185135"/>
                    <a:pt x="318787" y="220250"/>
                  </a:cubicBezTo>
                  <a:lnTo>
                    <a:pt x="318787" y="473901"/>
                  </a:lnTo>
                  <a:cubicBezTo>
                    <a:pt x="318787" y="505429"/>
                    <a:pt x="296546" y="551339"/>
                    <a:pt x="268983" y="53543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7"/>
            <p:cNvSpPr/>
            <p:nvPr/>
          </p:nvSpPr>
          <p:spPr>
            <a:xfrm>
              <a:off x="3979213" y="1338206"/>
              <a:ext cx="159393" cy="203465"/>
            </a:xfrm>
            <a:custGeom>
              <a:rect b="b" l="l" r="r" t="t"/>
              <a:pathLst>
                <a:path extrusionOk="0" h="203465" w="159393">
                  <a:moveTo>
                    <a:pt x="79364" y="71487"/>
                  </a:moveTo>
                  <a:cubicBezTo>
                    <a:pt x="66153" y="63867"/>
                    <a:pt x="55507" y="70059"/>
                    <a:pt x="55507" y="85394"/>
                  </a:cubicBezTo>
                  <a:cubicBezTo>
                    <a:pt x="56401" y="102231"/>
                    <a:pt x="65259" y="117629"/>
                    <a:pt x="79364" y="126828"/>
                  </a:cubicBezTo>
                  <a:cubicBezTo>
                    <a:pt x="92576" y="134448"/>
                    <a:pt x="103316" y="128256"/>
                    <a:pt x="103316" y="113016"/>
                  </a:cubicBezTo>
                  <a:cubicBezTo>
                    <a:pt x="102356" y="96150"/>
                    <a:pt x="93469" y="80738"/>
                    <a:pt x="79364" y="71487"/>
                  </a:cubicBezTo>
                  <a:close/>
                  <a:moveTo>
                    <a:pt x="143141" y="81012"/>
                  </a:moveTo>
                  <a:lnTo>
                    <a:pt x="124131" y="69963"/>
                  </a:lnTo>
                  <a:cubicBezTo>
                    <a:pt x="121052" y="67857"/>
                    <a:pt x="118828" y="64715"/>
                    <a:pt x="117858" y="61105"/>
                  </a:cubicBezTo>
                  <a:lnTo>
                    <a:pt x="112916" y="41007"/>
                  </a:lnTo>
                  <a:cubicBezTo>
                    <a:pt x="111880" y="37405"/>
                    <a:pt x="109627" y="34274"/>
                    <a:pt x="106548" y="32149"/>
                  </a:cubicBezTo>
                  <a:lnTo>
                    <a:pt x="52371" y="812"/>
                  </a:lnTo>
                  <a:cubicBezTo>
                    <a:pt x="49709" y="-712"/>
                    <a:pt x="46953" y="-45"/>
                    <a:pt x="46098" y="2431"/>
                  </a:cubicBezTo>
                  <a:lnTo>
                    <a:pt x="41155" y="16719"/>
                  </a:lnTo>
                  <a:cubicBezTo>
                    <a:pt x="40271" y="18799"/>
                    <a:pt x="37867" y="19765"/>
                    <a:pt x="35795" y="18876"/>
                  </a:cubicBezTo>
                  <a:cubicBezTo>
                    <a:pt x="35462" y="18737"/>
                    <a:pt x="35158" y="18556"/>
                    <a:pt x="34882" y="18338"/>
                  </a:cubicBezTo>
                  <a:lnTo>
                    <a:pt x="15873" y="7289"/>
                  </a:lnTo>
                  <a:cubicBezTo>
                    <a:pt x="7129" y="2145"/>
                    <a:pt x="0" y="6336"/>
                    <a:pt x="0" y="16814"/>
                  </a:cubicBezTo>
                  <a:lnTo>
                    <a:pt x="0" y="99872"/>
                  </a:lnTo>
                  <a:cubicBezTo>
                    <a:pt x="608" y="111084"/>
                    <a:pt x="6501" y="121337"/>
                    <a:pt x="15873" y="127494"/>
                  </a:cubicBezTo>
                  <a:lnTo>
                    <a:pt x="143426" y="201313"/>
                  </a:lnTo>
                  <a:cubicBezTo>
                    <a:pt x="152170" y="206361"/>
                    <a:pt x="159394" y="202266"/>
                    <a:pt x="159394" y="191788"/>
                  </a:cubicBezTo>
                  <a:lnTo>
                    <a:pt x="159394" y="108444"/>
                  </a:lnTo>
                  <a:cubicBezTo>
                    <a:pt x="158700" y="97136"/>
                    <a:pt x="152655" y="86841"/>
                    <a:pt x="143141" y="80727"/>
                  </a:cubicBezTo>
                  <a:close/>
                  <a:moveTo>
                    <a:pt x="79364" y="145592"/>
                  </a:moveTo>
                  <a:cubicBezTo>
                    <a:pt x="55878" y="130194"/>
                    <a:pt x="41089" y="104524"/>
                    <a:pt x="39540" y="76440"/>
                  </a:cubicBezTo>
                  <a:cubicBezTo>
                    <a:pt x="39540" y="50913"/>
                    <a:pt x="57408" y="40626"/>
                    <a:pt x="79364" y="53390"/>
                  </a:cubicBezTo>
                  <a:cubicBezTo>
                    <a:pt x="102907" y="68733"/>
                    <a:pt x="117716" y="94435"/>
                    <a:pt x="119189" y="122541"/>
                  </a:cubicBezTo>
                  <a:cubicBezTo>
                    <a:pt x="119189" y="147687"/>
                    <a:pt x="101415" y="158070"/>
                    <a:pt x="79364" y="145306"/>
                  </a:cubicBezTo>
                  <a:close/>
                  <a:moveTo>
                    <a:pt x="137533" y="109111"/>
                  </a:moveTo>
                  <a:cubicBezTo>
                    <a:pt x="134292" y="106996"/>
                    <a:pt x="132239" y="103459"/>
                    <a:pt x="132020" y="99586"/>
                  </a:cubicBezTo>
                  <a:cubicBezTo>
                    <a:pt x="132020" y="95967"/>
                    <a:pt x="134491" y="94538"/>
                    <a:pt x="137533" y="96348"/>
                  </a:cubicBezTo>
                  <a:cubicBezTo>
                    <a:pt x="140812" y="98441"/>
                    <a:pt x="142903" y="101982"/>
                    <a:pt x="143141" y="105873"/>
                  </a:cubicBezTo>
                  <a:cubicBezTo>
                    <a:pt x="143141" y="109206"/>
                    <a:pt x="140669" y="110635"/>
                    <a:pt x="137533" y="1088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7"/>
            <p:cNvSpPr/>
            <p:nvPr/>
          </p:nvSpPr>
          <p:spPr>
            <a:xfrm>
              <a:off x="3993280" y="2480040"/>
              <a:ext cx="134491" cy="224767"/>
            </a:xfrm>
            <a:custGeom>
              <a:rect b="b" l="l" r="r" t="t"/>
              <a:pathLst>
                <a:path extrusionOk="0" h="224767" w="134491">
                  <a:moveTo>
                    <a:pt x="134491" y="125994"/>
                  </a:moveTo>
                  <a:cubicBezTo>
                    <a:pt x="134491" y="168951"/>
                    <a:pt x="67293" y="224768"/>
                    <a:pt x="67293" y="224768"/>
                  </a:cubicBezTo>
                  <a:cubicBezTo>
                    <a:pt x="67293" y="224768"/>
                    <a:pt x="0" y="91418"/>
                    <a:pt x="0" y="48174"/>
                  </a:cubicBezTo>
                  <a:cubicBezTo>
                    <a:pt x="0" y="4931"/>
                    <a:pt x="30130" y="-12214"/>
                    <a:pt x="67293" y="9217"/>
                  </a:cubicBezTo>
                  <a:cubicBezTo>
                    <a:pt x="106975" y="35192"/>
                    <a:pt x="131935" y="78559"/>
                    <a:pt x="134491" y="1259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7"/>
            <p:cNvSpPr/>
            <p:nvPr/>
          </p:nvSpPr>
          <p:spPr>
            <a:xfrm rot="-1801764">
              <a:off x="4024636" y="2501896"/>
              <a:ext cx="71791" cy="124475"/>
            </a:xfrm>
            <a:custGeom>
              <a:rect b="b" l="l" r="r" t="t"/>
              <a:pathLst>
                <a:path extrusionOk="0" h="124586" w="71855">
                  <a:moveTo>
                    <a:pt x="71855" y="62293"/>
                  </a:moveTo>
                  <a:cubicBezTo>
                    <a:pt x="71855" y="96697"/>
                    <a:pt x="55770" y="124587"/>
                    <a:pt x="35928" y="124587"/>
                  </a:cubicBezTo>
                  <a:cubicBezTo>
                    <a:pt x="16085" y="124587"/>
                    <a:pt x="0" y="96697"/>
                    <a:pt x="0" y="62293"/>
                  </a:cubicBezTo>
                  <a:cubicBezTo>
                    <a:pt x="0" y="27890"/>
                    <a:pt x="16085" y="0"/>
                    <a:pt x="35928" y="0"/>
                  </a:cubicBezTo>
                  <a:cubicBezTo>
                    <a:pt x="55770" y="0"/>
                    <a:pt x="71855" y="27890"/>
                    <a:pt x="71855" y="62293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7"/>
            <p:cNvSpPr/>
            <p:nvPr/>
          </p:nvSpPr>
          <p:spPr>
            <a:xfrm>
              <a:off x="4492846" y="2048739"/>
              <a:ext cx="559351" cy="469824"/>
            </a:xfrm>
            <a:custGeom>
              <a:rect b="b" l="l" r="r" t="t"/>
              <a:pathLst>
                <a:path extrusionOk="0" h="469824" w="559351">
                  <a:moveTo>
                    <a:pt x="514299" y="464425"/>
                  </a:moveTo>
                  <a:lnTo>
                    <a:pt x="45147" y="192963"/>
                  </a:lnTo>
                  <a:cubicBezTo>
                    <a:pt x="20245" y="178580"/>
                    <a:pt x="0" y="139908"/>
                    <a:pt x="0" y="106571"/>
                  </a:cubicBezTo>
                  <a:lnTo>
                    <a:pt x="0" y="39610"/>
                  </a:lnTo>
                  <a:cubicBezTo>
                    <a:pt x="0" y="6273"/>
                    <a:pt x="20245" y="-8968"/>
                    <a:pt x="45147" y="5415"/>
                  </a:cubicBezTo>
                  <a:lnTo>
                    <a:pt x="514299" y="276878"/>
                  </a:lnTo>
                  <a:cubicBezTo>
                    <a:pt x="539201" y="291261"/>
                    <a:pt x="559351" y="329932"/>
                    <a:pt x="559351" y="363270"/>
                  </a:cubicBezTo>
                  <a:lnTo>
                    <a:pt x="559351" y="430135"/>
                  </a:lnTo>
                  <a:cubicBezTo>
                    <a:pt x="559351" y="463473"/>
                    <a:pt x="539201" y="478808"/>
                    <a:pt x="514299" y="4644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7"/>
            <p:cNvSpPr/>
            <p:nvPr/>
          </p:nvSpPr>
          <p:spPr>
            <a:xfrm>
              <a:off x="4353888" y="2645824"/>
              <a:ext cx="1638988" cy="1231605"/>
            </a:xfrm>
            <a:custGeom>
              <a:rect b="b" l="l" r="r" t="t"/>
              <a:pathLst>
                <a:path extrusionOk="0" h="123160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  <a:lnTo>
                    <a:pt x="0" y="283392"/>
                  </a:lnTo>
                  <a:lnTo>
                    <a:pt x="1638989" y="1231606"/>
                  </a:ln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7"/>
            <p:cNvSpPr/>
            <p:nvPr/>
          </p:nvSpPr>
          <p:spPr>
            <a:xfrm>
              <a:off x="4353888" y="2645824"/>
              <a:ext cx="1638988" cy="746475"/>
            </a:xfrm>
            <a:custGeom>
              <a:rect b="b" l="l" r="r" t="t"/>
              <a:pathLst>
                <a:path extrusionOk="0" h="74647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</a:path>
              </a:pathLst>
            </a:custGeom>
            <a:noFill/>
            <a:ln cap="flat" cmpd="sng" w="10075">
              <a:solidFill>
                <a:srgbClr val="CCCE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7"/>
            <p:cNvSpPr/>
            <p:nvPr/>
          </p:nvSpPr>
          <p:spPr>
            <a:xfrm>
              <a:off x="4257005" y="773645"/>
              <a:ext cx="165344" cy="325643"/>
            </a:xfrm>
            <a:custGeom>
              <a:rect b="b" l="l" r="r" t="t"/>
              <a:pathLst>
                <a:path extrusionOk="0" h="325643" w="165344">
                  <a:moveTo>
                    <a:pt x="94696" y="251714"/>
                  </a:moveTo>
                  <a:cubicBezTo>
                    <a:pt x="80068" y="277923"/>
                    <a:pt x="62295" y="302235"/>
                    <a:pt x="41755" y="324104"/>
                  </a:cubicBezTo>
                  <a:cubicBezTo>
                    <a:pt x="36052" y="330772"/>
                    <a:pt x="-7955" y="313912"/>
                    <a:pt x="1265" y="309150"/>
                  </a:cubicBezTo>
                  <a:cubicBezTo>
                    <a:pt x="10485" y="304387"/>
                    <a:pt x="39284" y="264192"/>
                    <a:pt x="53731" y="237331"/>
                  </a:cubicBezTo>
                  <a:cubicBezTo>
                    <a:pt x="65821" y="205263"/>
                    <a:pt x="76095" y="172541"/>
                    <a:pt x="84526" y="139319"/>
                  </a:cubicBezTo>
                  <a:cubicBezTo>
                    <a:pt x="93556" y="106458"/>
                    <a:pt x="101349" y="58261"/>
                    <a:pt x="108003" y="35592"/>
                  </a:cubicBezTo>
                  <a:cubicBezTo>
                    <a:pt x="111481" y="18487"/>
                    <a:pt x="124655" y="5022"/>
                    <a:pt x="141649" y="1207"/>
                  </a:cubicBezTo>
                  <a:cubicBezTo>
                    <a:pt x="157522" y="-2508"/>
                    <a:pt x="167787" y="1873"/>
                    <a:pt x="164841" y="21114"/>
                  </a:cubicBezTo>
                  <a:cubicBezTo>
                    <a:pt x="159423" y="54642"/>
                    <a:pt x="133475" y="185515"/>
                    <a:pt x="94696" y="25171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7"/>
            <p:cNvSpPr/>
            <p:nvPr/>
          </p:nvSpPr>
          <p:spPr>
            <a:xfrm>
              <a:off x="4272441" y="1538278"/>
              <a:ext cx="113451" cy="88273"/>
            </a:xfrm>
            <a:custGeom>
              <a:rect b="b" l="l" r="r" t="t"/>
              <a:pathLst>
                <a:path extrusionOk="0" h="88273" w="113451">
                  <a:moveTo>
                    <a:pt x="104448" y="2"/>
                  </a:moveTo>
                  <a:cubicBezTo>
                    <a:pt x="90856" y="11146"/>
                    <a:pt x="70706" y="955"/>
                    <a:pt x="69660" y="2002"/>
                  </a:cubicBezTo>
                  <a:cubicBezTo>
                    <a:pt x="53645" y="16871"/>
                    <a:pt x="36860" y="30892"/>
                    <a:pt x="19381" y="44008"/>
                  </a:cubicBezTo>
                  <a:cubicBezTo>
                    <a:pt x="10827" y="50675"/>
                    <a:pt x="-2385" y="59629"/>
                    <a:pt x="371" y="72583"/>
                  </a:cubicBezTo>
                  <a:cubicBezTo>
                    <a:pt x="4648" y="95538"/>
                    <a:pt x="41432" y="88490"/>
                    <a:pt x="55308" y="81441"/>
                  </a:cubicBezTo>
                  <a:cubicBezTo>
                    <a:pt x="69185" y="74392"/>
                    <a:pt x="80591" y="62391"/>
                    <a:pt x="93327" y="54581"/>
                  </a:cubicBezTo>
                  <a:cubicBezTo>
                    <a:pt x="102832" y="48675"/>
                    <a:pt x="112337" y="45722"/>
                    <a:pt x="113382" y="33816"/>
                  </a:cubicBezTo>
                  <a:cubicBezTo>
                    <a:pt x="114238" y="26672"/>
                    <a:pt x="106919" y="-283"/>
                    <a:pt x="10444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7"/>
            <p:cNvSpPr/>
            <p:nvPr/>
          </p:nvSpPr>
          <p:spPr>
            <a:xfrm>
              <a:off x="4272622" y="1567332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4" y="40576"/>
                    <a:pt x="53797" y="47625"/>
                  </a:cubicBezTo>
                  <a:cubicBezTo>
                    <a:pt x="39920" y="54673"/>
                    <a:pt x="9030" y="60579"/>
                    <a:pt x="0" y="44101"/>
                  </a:cubicBezTo>
                  <a:cubicBezTo>
                    <a:pt x="4847" y="66294"/>
                    <a:pt x="41060" y="59341"/>
                    <a:pt x="54747" y="52388"/>
                  </a:cubicBezTo>
                  <a:cubicBezTo>
                    <a:pt x="68434" y="45434"/>
                    <a:pt x="80029" y="33338"/>
                    <a:pt x="92766" y="25527"/>
                  </a:cubicBezTo>
                  <a:cubicBezTo>
                    <a:pt x="102271" y="19621"/>
                    <a:pt x="111775" y="16669"/>
                    <a:pt x="112821" y="4763"/>
                  </a:cubicBezTo>
                  <a:cubicBezTo>
                    <a:pt x="113011" y="3181"/>
                    <a:pt x="113077" y="1591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7"/>
            <p:cNvSpPr/>
            <p:nvPr/>
          </p:nvSpPr>
          <p:spPr>
            <a:xfrm>
              <a:off x="4135669" y="1458312"/>
              <a:ext cx="113522" cy="85076"/>
            </a:xfrm>
            <a:custGeom>
              <a:rect b="b" l="l" r="r" t="t"/>
              <a:pathLst>
                <a:path extrusionOk="0" h="85076" w="113522">
                  <a:moveTo>
                    <a:pt x="102832" y="54"/>
                  </a:moveTo>
                  <a:cubicBezTo>
                    <a:pt x="89240" y="11198"/>
                    <a:pt x="65383" y="-898"/>
                    <a:pt x="64338" y="54"/>
                  </a:cubicBezTo>
                  <a:cubicBezTo>
                    <a:pt x="50176" y="14503"/>
                    <a:pt x="35168" y="28084"/>
                    <a:pt x="19381" y="40726"/>
                  </a:cubicBezTo>
                  <a:cubicBezTo>
                    <a:pt x="10827" y="47489"/>
                    <a:pt x="-2385" y="56442"/>
                    <a:pt x="371" y="69301"/>
                  </a:cubicBezTo>
                  <a:cubicBezTo>
                    <a:pt x="4648" y="92351"/>
                    <a:pt x="41432" y="85303"/>
                    <a:pt x="55403" y="78254"/>
                  </a:cubicBezTo>
                  <a:cubicBezTo>
                    <a:pt x="69375" y="71206"/>
                    <a:pt x="80591" y="59204"/>
                    <a:pt x="93422" y="51299"/>
                  </a:cubicBezTo>
                  <a:cubicBezTo>
                    <a:pt x="102927" y="45488"/>
                    <a:pt x="112432" y="42440"/>
                    <a:pt x="113477" y="30629"/>
                  </a:cubicBezTo>
                  <a:cubicBezTo>
                    <a:pt x="114238" y="23486"/>
                    <a:pt x="105303" y="-232"/>
                    <a:pt x="102832" y="5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7"/>
            <p:cNvSpPr/>
            <p:nvPr/>
          </p:nvSpPr>
          <p:spPr>
            <a:xfrm>
              <a:off x="4135660" y="1485798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3" y="40577"/>
                    <a:pt x="53796" y="47625"/>
                  </a:cubicBezTo>
                  <a:cubicBezTo>
                    <a:pt x="39920" y="54674"/>
                    <a:pt x="8934" y="60579"/>
                    <a:pt x="0" y="44101"/>
                  </a:cubicBezTo>
                  <a:cubicBezTo>
                    <a:pt x="4847" y="66294"/>
                    <a:pt x="40965" y="59341"/>
                    <a:pt x="54747" y="52388"/>
                  </a:cubicBezTo>
                  <a:cubicBezTo>
                    <a:pt x="68529" y="45434"/>
                    <a:pt x="79934" y="33338"/>
                    <a:pt x="92766" y="25432"/>
                  </a:cubicBezTo>
                  <a:cubicBezTo>
                    <a:pt x="102270" y="19622"/>
                    <a:pt x="111775" y="16669"/>
                    <a:pt x="112821" y="4763"/>
                  </a:cubicBezTo>
                  <a:cubicBezTo>
                    <a:pt x="113011" y="3183"/>
                    <a:pt x="113077" y="1590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7"/>
            <p:cNvSpPr/>
            <p:nvPr/>
          </p:nvSpPr>
          <p:spPr>
            <a:xfrm>
              <a:off x="4163850" y="1066881"/>
              <a:ext cx="398264" cy="482949"/>
            </a:xfrm>
            <a:custGeom>
              <a:rect b="b" l="l" r="r" t="t"/>
              <a:pathLst>
                <a:path extrusionOk="0" h="482949" w="398264">
                  <a:moveTo>
                    <a:pt x="395149" y="33155"/>
                  </a:moveTo>
                  <a:cubicBezTo>
                    <a:pt x="410261" y="127833"/>
                    <a:pt x="368346" y="163171"/>
                    <a:pt x="313789" y="183269"/>
                  </a:cubicBezTo>
                  <a:cubicBezTo>
                    <a:pt x="274630" y="197747"/>
                    <a:pt x="218742" y="220035"/>
                    <a:pt x="218742" y="220035"/>
                  </a:cubicBezTo>
                  <a:cubicBezTo>
                    <a:pt x="218742" y="220035"/>
                    <a:pt x="219502" y="240800"/>
                    <a:pt x="219882" y="287377"/>
                  </a:cubicBezTo>
                  <a:cubicBezTo>
                    <a:pt x="219882" y="328430"/>
                    <a:pt x="214940" y="477877"/>
                    <a:pt x="214940" y="477877"/>
                  </a:cubicBezTo>
                  <a:cubicBezTo>
                    <a:pt x="201814" y="484641"/>
                    <a:pt x="186245" y="484641"/>
                    <a:pt x="173119" y="477877"/>
                  </a:cubicBezTo>
                  <a:cubicBezTo>
                    <a:pt x="173119" y="477877"/>
                    <a:pt x="151164" y="363101"/>
                    <a:pt x="146506" y="311285"/>
                  </a:cubicBezTo>
                  <a:cubicBezTo>
                    <a:pt x="140138" y="241085"/>
                    <a:pt x="129398" y="195080"/>
                    <a:pt x="133010" y="179935"/>
                  </a:cubicBezTo>
                  <a:cubicBezTo>
                    <a:pt x="136146" y="166600"/>
                    <a:pt x="212754" y="128881"/>
                    <a:pt x="237086" y="108688"/>
                  </a:cubicBezTo>
                  <a:lnTo>
                    <a:pt x="76552" y="162599"/>
                  </a:lnTo>
                  <a:cubicBezTo>
                    <a:pt x="79745" y="180037"/>
                    <a:pt x="81304" y="197735"/>
                    <a:pt x="81209" y="215463"/>
                  </a:cubicBezTo>
                  <a:cubicBezTo>
                    <a:pt x="79783" y="271184"/>
                    <a:pt x="76647" y="391866"/>
                    <a:pt x="76647" y="391866"/>
                  </a:cubicBezTo>
                  <a:cubicBezTo>
                    <a:pt x="76647" y="391866"/>
                    <a:pt x="54691" y="407773"/>
                    <a:pt x="35872" y="391866"/>
                  </a:cubicBezTo>
                  <a:cubicBezTo>
                    <a:pt x="35872" y="391866"/>
                    <a:pt x="-4523" y="153074"/>
                    <a:pt x="419" y="121451"/>
                  </a:cubicBezTo>
                  <a:cubicBezTo>
                    <a:pt x="5077" y="91448"/>
                    <a:pt x="146506" y="30107"/>
                    <a:pt x="171504" y="8961"/>
                  </a:cubicBezTo>
                  <a:cubicBezTo>
                    <a:pt x="180286" y="1807"/>
                    <a:pt x="191692" y="-1275"/>
                    <a:pt x="202869" y="4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7"/>
            <p:cNvSpPr/>
            <p:nvPr/>
          </p:nvSpPr>
          <p:spPr>
            <a:xfrm>
              <a:off x="4403391" y="743705"/>
              <a:ext cx="125692" cy="122150"/>
            </a:xfrm>
            <a:custGeom>
              <a:rect b="b" l="l" r="r" t="t"/>
              <a:pathLst>
                <a:path extrusionOk="0" h="122150" w="125692">
                  <a:moveTo>
                    <a:pt x="100101" y="0"/>
                  </a:moveTo>
                  <a:cubicBezTo>
                    <a:pt x="100101" y="0"/>
                    <a:pt x="97725" y="45053"/>
                    <a:pt x="98770" y="49054"/>
                  </a:cubicBezTo>
                  <a:cubicBezTo>
                    <a:pt x="99816" y="53054"/>
                    <a:pt x="119395" y="66294"/>
                    <a:pt x="125098" y="71057"/>
                  </a:cubicBezTo>
                  <a:cubicBezTo>
                    <a:pt x="130801" y="75819"/>
                    <a:pt x="94018" y="112205"/>
                    <a:pt x="76149" y="120396"/>
                  </a:cubicBezTo>
                  <a:cubicBezTo>
                    <a:pt x="58280" y="128588"/>
                    <a:pt x="1442" y="106966"/>
                    <a:pt x="112" y="78962"/>
                  </a:cubicBezTo>
                  <a:cubicBezTo>
                    <a:pt x="-1219" y="50959"/>
                    <a:pt x="9616" y="27622"/>
                    <a:pt x="18550" y="26384"/>
                  </a:cubicBezTo>
                  <a:cubicBezTo>
                    <a:pt x="27485" y="25146"/>
                    <a:pt x="100101" y="0"/>
                    <a:pt x="10010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7"/>
            <p:cNvSpPr/>
            <p:nvPr/>
          </p:nvSpPr>
          <p:spPr>
            <a:xfrm>
              <a:off x="4358991" y="760843"/>
              <a:ext cx="203859" cy="398340"/>
            </a:xfrm>
            <a:custGeom>
              <a:rect b="b" l="l" r="r" t="t"/>
              <a:pathLst>
                <a:path extrusionOk="0" h="398340" w="203859">
                  <a:moveTo>
                    <a:pt x="149443" y="39726"/>
                  </a:moveTo>
                  <a:cubicBezTo>
                    <a:pt x="149443" y="39726"/>
                    <a:pt x="116842" y="88494"/>
                    <a:pt x="71315" y="93066"/>
                  </a:cubicBezTo>
                  <a:cubicBezTo>
                    <a:pt x="56963" y="78874"/>
                    <a:pt x="55632" y="28392"/>
                    <a:pt x="75497" y="12294"/>
                  </a:cubicBezTo>
                  <a:cubicBezTo>
                    <a:pt x="75497" y="12294"/>
                    <a:pt x="57248" y="-2565"/>
                    <a:pt x="44702" y="388"/>
                  </a:cubicBezTo>
                  <a:cubicBezTo>
                    <a:pt x="31110" y="8435"/>
                    <a:pt x="20959" y="21220"/>
                    <a:pt x="16187" y="36297"/>
                  </a:cubicBezTo>
                  <a:cubicBezTo>
                    <a:pt x="4525" y="69955"/>
                    <a:pt x="-912" y="105459"/>
                    <a:pt x="125" y="141073"/>
                  </a:cubicBezTo>
                  <a:cubicBezTo>
                    <a:pt x="885" y="188697"/>
                    <a:pt x="125" y="309760"/>
                    <a:pt x="125" y="309760"/>
                  </a:cubicBezTo>
                  <a:cubicBezTo>
                    <a:pt x="5533" y="338651"/>
                    <a:pt x="22993" y="363848"/>
                    <a:pt x="48123" y="379007"/>
                  </a:cubicBezTo>
                  <a:cubicBezTo>
                    <a:pt x="81028" y="397713"/>
                    <a:pt x="119827" y="403098"/>
                    <a:pt x="156572" y="394057"/>
                  </a:cubicBezTo>
                  <a:cubicBezTo>
                    <a:pt x="179668" y="388627"/>
                    <a:pt x="188222" y="375769"/>
                    <a:pt x="196206" y="358909"/>
                  </a:cubicBezTo>
                  <a:cubicBezTo>
                    <a:pt x="194115" y="325476"/>
                    <a:pt x="180904" y="256420"/>
                    <a:pt x="186702" y="214224"/>
                  </a:cubicBezTo>
                  <a:cubicBezTo>
                    <a:pt x="192499" y="172029"/>
                    <a:pt x="201149" y="140596"/>
                    <a:pt x="203430" y="106592"/>
                  </a:cubicBezTo>
                  <a:cubicBezTo>
                    <a:pt x="205711" y="72588"/>
                    <a:pt x="198963" y="73159"/>
                    <a:pt x="181854" y="60967"/>
                  </a:cubicBezTo>
                  <a:cubicBezTo>
                    <a:pt x="171580" y="53111"/>
                    <a:pt x="160744" y="46012"/>
                    <a:pt x="149443" y="3972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7"/>
            <p:cNvSpPr/>
            <p:nvPr/>
          </p:nvSpPr>
          <p:spPr>
            <a:xfrm>
              <a:off x="4398650" y="616917"/>
              <a:ext cx="135166" cy="164844"/>
            </a:xfrm>
            <a:custGeom>
              <a:rect b="b" l="l" r="r" t="t"/>
              <a:pathLst>
                <a:path extrusionOk="0" h="164844" w="135166">
                  <a:moveTo>
                    <a:pt x="2951" y="59542"/>
                  </a:moveTo>
                  <a:lnTo>
                    <a:pt x="2951" y="59542"/>
                  </a:lnTo>
                  <a:cubicBezTo>
                    <a:pt x="8369" y="24585"/>
                    <a:pt x="33556" y="-1894"/>
                    <a:pt x="69484" y="106"/>
                  </a:cubicBezTo>
                  <a:cubicBezTo>
                    <a:pt x="107645" y="2052"/>
                    <a:pt x="137015" y="34634"/>
                    <a:pt x="135076" y="72881"/>
                  </a:cubicBezTo>
                  <a:cubicBezTo>
                    <a:pt x="133974" y="94625"/>
                    <a:pt x="122739" y="114587"/>
                    <a:pt x="104747" y="126789"/>
                  </a:cubicBezTo>
                  <a:cubicBezTo>
                    <a:pt x="103473" y="132100"/>
                    <a:pt x="101591" y="137245"/>
                    <a:pt x="99139" y="142124"/>
                  </a:cubicBezTo>
                  <a:cubicBezTo>
                    <a:pt x="86498" y="156983"/>
                    <a:pt x="48003" y="166508"/>
                    <a:pt x="36788" y="164603"/>
                  </a:cubicBezTo>
                  <a:cubicBezTo>
                    <a:pt x="23358" y="163381"/>
                    <a:pt x="12047" y="154047"/>
                    <a:pt x="8274" y="141076"/>
                  </a:cubicBezTo>
                  <a:cubicBezTo>
                    <a:pt x="-3702" y="113644"/>
                    <a:pt x="5" y="76878"/>
                    <a:pt x="2951" y="595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7"/>
            <p:cNvSpPr/>
            <p:nvPr/>
          </p:nvSpPr>
          <p:spPr>
            <a:xfrm>
              <a:off x="4403852" y="602477"/>
              <a:ext cx="142520" cy="141227"/>
            </a:xfrm>
            <a:custGeom>
              <a:rect b="b" l="l" r="r" t="t"/>
              <a:pathLst>
                <a:path extrusionOk="0" h="141227" w="142520">
                  <a:moveTo>
                    <a:pt x="99640" y="141228"/>
                  </a:moveTo>
                  <a:lnTo>
                    <a:pt x="99640" y="141228"/>
                  </a:lnTo>
                  <a:lnTo>
                    <a:pt x="96313" y="110653"/>
                  </a:lnTo>
                  <a:cubicBezTo>
                    <a:pt x="96313" y="110653"/>
                    <a:pt x="121215" y="46073"/>
                    <a:pt x="62381" y="58456"/>
                  </a:cubicBezTo>
                  <a:cubicBezTo>
                    <a:pt x="23602" y="66647"/>
                    <a:pt x="13812" y="70267"/>
                    <a:pt x="2027" y="44168"/>
                  </a:cubicBezTo>
                  <a:cubicBezTo>
                    <a:pt x="-9759" y="18070"/>
                    <a:pt x="31586" y="-5457"/>
                    <a:pt x="81296" y="1115"/>
                  </a:cubicBezTo>
                  <a:cubicBezTo>
                    <a:pt x="116615" y="4775"/>
                    <a:pt x="143238" y="34972"/>
                    <a:pt x="142506" y="70552"/>
                  </a:cubicBezTo>
                  <a:cubicBezTo>
                    <a:pt x="141270" y="89793"/>
                    <a:pt x="136138" y="128655"/>
                    <a:pt x="99640" y="141228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7"/>
            <p:cNvSpPr/>
            <p:nvPr/>
          </p:nvSpPr>
          <p:spPr>
            <a:xfrm>
              <a:off x="4338015" y="761231"/>
              <a:ext cx="65677" cy="95630"/>
            </a:xfrm>
            <a:custGeom>
              <a:rect b="b" l="l" r="r" t="t"/>
              <a:pathLst>
                <a:path extrusionOk="0" h="95630" w="65677">
                  <a:moveTo>
                    <a:pt x="23762" y="95631"/>
                  </a:moveTo>
                  <a:cubicBezTo>
                    <a:pt x="14780" y="95307"/>
                    <a:pt x="6264" y="91519"/>
                    <a:pt x="0" y="85058"/>
                  </a:cubicBezTo>
                  <a:cubicBezTo>
                    <a:pt x="1331" y="68294"/>
                    <a:pt x="22716" y="4667"/>
                    <a:pt x="65677" y="0"/>
                  </a:cubicBezTo>
                  <a:cubicBezTo>
                    <a:pt x="53987" y="8214"/>
                    <a:pt x="44729" y="19435"/>
                    <a:pt x="38874" y="32480"/>
                  </a:cubicBezTo>
                  <a:cubicBezTo>
                    <a:pt x="32192" y="53100"/>
                    <a:pt x="27136" y="74216"/>
                    <a:pt x="23762" y="9563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7"/>
            <p:cNvSpPr/>
            <p:nvPr/>
          </p:nvSpPr>
          <p:spPr>
            <a:xfrm>
              <a:off x="5408528" y="1603174"/>
              <a:ext cx="974325" cy="1973896"/>
            </a:xfrm>
            <a:custGeom>
              <a:rect b="b" l="l" r="r" t="t"/>
              <a:pathLst>
                <a:path extrusionOk="0" h="1973896" w="974325">
                  <a:moveTo>
                    <a:pt x="884126" y="1962979"/>
                  </a:moveTo>
                  <a:lnTo>
                    <a:pt x="90295" y="1503684"/>
                  </a:lnTo>
                  <a:cubicBezTo>
                    <a:pt x="40395" y="1475109"/>
                    <a:pt x="0" y="1397480"/>
                    <a:pt x="0" y="1330900"/>
                  </a:cubicBezTo>
                  <a:lnTo>
                    <a:pt x="0" y="79220"/>
                  </a:lnTo>
                  <a:cubicBezTo>
                    <a:pt x="0" y="12545"/>
                    <a:pt x="40395" y="-17935"/>
                    <a:pt x="90295" y="10831"/>
                  </a:cubicBezTo>
                  <a:lnTo>
                    <a:pt x="884126" y="470221"/>
                  </a:lnTo>
                  <a:cubicBezTo>
                    <a:pt x="933931" y="498796"/>
                    <a:pt x="974326" y="576425"/>
                    <a:pt x="974326" y="643005"/>
                  </a:cubicBezTo>
                  <a:lnTo>
                    <a:pt x="974326" y="1894876"/>
                  </a:lnTo>
                  <a:cubicBezTo>
                    <a:pt x="974326" y="1961551"/>
                    <a:pt x="933931" y="1991840"/>
                    <a:pt x="884126" y="1962979"/>
                  </a:cubicBez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7"/>
            <p:cNvSpPr/>
            <p:nvPr/>
          </p:nvSpPr>
          <p:spPr>
            <a:xfrm>
              <a:off x="6324400" y="3534911"/>
              <a:ext cx="27183" cy="49530"/>
            </a:xfrm>
            <a:custGeom>
              <a:rect b="b" l="l" r="r" t="t"/>
              <a:pathLst>
                <a:path extrusionOk="0" h="49530" w="27183">
                  <a:moveTo>
                    <a:pt x="0" y="49530"/>
                  </a:moveTo>
                  <a:lnTo>
                    <a:pt x="27184" y="36100"/>
                  </a:lnTo>
                  <a:lnTo>
                    <a:pt x="8840" y="0"/>
                  </a:lnTo>
                  <a:lnTo>
                    <a:pt x="0" y="4953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7"/>
            <p:cNvSpPr/>
            <p:nvPr/>
          </p:nvSpPr>
          <p:spPr>
            <a:xfrm>
              <a:off x="5423355" y="1605432"/>
              <a:ext cx="45242" cy="39909"/>
            </a:xfrm>
            <a:custGeom>
              <a:rect b="b" l="l" r="r" t="t"/>
              <a:pathLst>
                <a:path extrusionOk="0" h="39909" w="45242">
                  <a:moveTo>
                    <a:pt x="0" y="12097"/>
                  </a:moveTo>
                  <a:cubicBezTo>
                    <a:pt x="7993" y="7334"/>
                    <a:pt x="16396" y="3286"/>
                    <a:pt x="25092" y="0"/>
                  </a:cubicBezTo>
                  <a:lnTo>
                    <a:pt x="45242" y="3991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7"/>
            <p:cNvSpPr/>
            <p:nvPr/>
          </p:nvSpPr>
          <p:spPr>
            <a:xfrm>
              <a:off x="5387713" y="1613611"/>
              <a:ext cx="974325" cy="1973876"/>
            </a:xfrm>
            <a:custGeom>
              <a:rect b="b" l="l" r="r" t="t"/>
              <a:pathLst>
                <a:path extrusionOk="0" h="1973876" w="974325">
                  <a:moveTo>
                    <a:pt x="884126" y="1963020"/>
                  </a:moveTo>
                  <a:lnTo>
                    <a:pt x="90199" y="1503439"/>
                  </a:lnTo>
                  <a:cubicBezTo>
                    <a:pt x="40395" y="1474864"/>
                    <a:pt x="0" y="1397235"/>
                    <a:pt x="0" y="1330655"/>
                  </a:cubicBezTo>
                  <a:lnTo>
                    <a:pt x="0" y="79261"/>
                  </a:lnTo>
                  <a:cubicBezTo>
                    <a:pt x="0" y="12586"/>
                    <a:pt x="40395" y="-17990"/>
                    <a:pt x="90199" y="10871"/>
                  </a:cubicBezTo>
                  <a:lnTo>
                    <a:pt x="884126" y="470262"/>
                  </a:lnTo>
                  <a:cubicBezTo>
                    <a:pt x="933931" y="498837"/>
                    <a:pt x="974326" y="576370"/>
                    <a:pt x="974326" y="642950"/>
                  </a:cubicBezTo>
                  <a:lnTo>
                    <a:pt x="974326" y="1894630"/>
                  </a:lnTo>
                  <a:cubicBezTo>
                    <a:pt x="974326" y="1961210"/>
                    <a:pt x="933931" y="1991881"/>
                    <a:pt x="884126" y="1963020"/>
                  </a:cubicBezTo>
                  <a:close/>
                </a:path>
              </a:pathLst>
            </a:custGeom>
            <a:solidFill>
              <a:srgbClr val="2E245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7"/>
            <p:cNvSpPr/>
            <p:nvPr/>
          </p:nvSpPr>
          <p:spPr>
            <a:xfrm>
              <a:off x="5477912" y="174973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7"/>
            <p:cNvSpPr/>
            <p:nvPr/>
          </p:nvSpPr>
          <p:spPr>
            <a:xfrm>
              <a:off x="5649377" y="1848986"/>
              <a:ext cx="613432" cy="407098"/>
            </a:xfrm>
            <a:custGeom>
              <a:rect b="b" l="l" r="r" t="t"/>
              <a:pathLst>
                <a:path extrusionOk="0" h="407098" w="613432">
                  <a:moveTo>
                    <a:pt x="613433" y="407099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0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7"/>
            <p:cNvSpPr/>
            <p:nvPr/>
          </p:nvSpPr>
          <p:spPr>
            <a:xfrm>
              <a:off x="5477912" y="191680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7"/>
            <p:cNvSpPr/>
            <p:nvPr/>
          </p:nvSpPr>
          <p:spPr>
            <a:xfrm>
              <a:off x="5649377" y="2015959"/>
              <a:ext cx="405945" cy="287083"/>
            </a:xfrm>
            <a:custGeom>
              <a:rect b="b" l="l" r="r" t="t"/>
              <a:pathLst>
                <a:path extrusionOk="0" h="287083" w="405945">
                  <a:moveTo>
                    <a:pt x="405945" y="28708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05945" y="234887"/>
                  </a:lnTo>
                  <a:lnTo>
                    <a:pt x="405945" y="287084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7"/>
            <p:cNvSpPr/>
            <p:nvPr/>
          </p:nvSpPr>
          <p:spPr>
            <a:xfrm>
              <a:off x="5477912" y="2000338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439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7"/>
            <p:cNvSpPr/>
            <p:nvPr/>
          </p:nvSpPr>
          <p:spPr>
            <a:xfrm>
              <a:off x="5649377" y="2099494"/>
              <a:ext cx="505174" cy="344519"/>
            </a:xfrm>
            <a:custGeom>
              <a:rect b="b" l="l" r="r" t="t"/>
              <a:pathLst>
                <a:path extrusionOk="0" h="344519" w="505174">
                  <a:moveTo>
                    <a:pt x="505174" y="344519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05174" y="292322"/>
                  </a:lnTo>
                  <a:lnTo>
                    <a:pt x="505174" y="344519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7"/>
            <p:cNvSpPr/>
            <p:nvPr/>
          </p:nvSpPr>
          <p:spPr>
            <a:xfrm>
              <a:off x="5477912" y="208377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7"/>
            <p:cNvSpPr/>
            <p:nvPr/>
          </p:nvSpPr>
          <p:spPr>
            <a:xfrm>
              <a:off x="5649377" y="2183028"/>
              <a:ext cx="351863" cy="255746"/>
            </a:xfrm>
            <a:custGeom>
              <a:rect b="b" l="l" r="r" t="t"/>
              <a:pathLst>
                <a:path extrusionOk="0" h="255746" w="351863">
                  <a:moveTo>
                    <a:pt x="351864" y="25574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51864" y="203549"/>
                  </a:lnTo>
                  <a:lnTo>
                    <a:pt x="351864" y="25574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7"/>
            <p:cNvSpPr/>
            <p:nvPr/>
          </p:nvSpPr>
          <p:spPr>
            <a:xfrm>
              <a:off x="5477912" y="1833270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7"/>
            <p:cNvSpPr/>
            <p:nvPr/>
          </p:nvSpPr>
          <p:spPr>
            <a:xfrm>
              <a:off x="5649377" y="1932425"/>
              <a:ext cx="306716" cy="229742"/>
            </a:xfrm>
            <a:custGeom>
              <a:rect b="b" l="l" r="r" t="t"/>
              <a:pathLst>
                <a:path extrusionOk="0" h="229742" w="306716">
                  <a:moveTo>
                    <a:pt x="306716" y="22974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743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7"/>
            <p:cNvSpPr/>
            <p:nvPr/>
          </p:nvSpPr>
          <p:spPr>
            <a:xfrm>
              <a:off x="5477912" y="216731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7"/>
            <p:cNvSpPr/>
            <p:nvPr/>
          </p:nvSpPr>
          <p:spPr>
            <a:xfrm>
              <a:off x="5649377" y="2266467"/>
              <a:ext cx="180399" cy="156591"/>
            </a:xfrm>
            <a:custGeom>
              <a:rect b="b" l="l" r="r" t="t"/>
              <a:pathLst>
                <a:path extrusionOk="0" h="156591" w="180399">
                  <a:moveTo>
                    <a:pt x="180399" y="15659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80399" y="104394"/>
                  </a:lnTo>
                  <a:lnTo>
                    <a:pt x="180399" y="1565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7"/>
            <p:cNvSpPr/>
            <p:nvPr/>
          </p:nvSpPr>
          <p:spPr>
            <a:xfrm>
              <a:off x="5477912" y="2334380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7"/>
            <p:cNvSpPr/>
            <p:nvPr/>
          </p:nvSpPr>
          <p:spPr>
            <a:xfrm>
              <a:off x="5649377" y="2433536"/>
              <a:ext cx="568380" cy="381000"/>
            </a:xfrm>
            <a:custGeom>
              <a:rect b="b" l="l" r="r" t="t"/>
              <a:pathLst>
                <a:path extrusionOk="0" h="381000" w="568380">
                  <a:moveTo>
                    <a:pt x="568380" y="381000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68380" y="328803"/>
                  </a:lnTo>
                  <a:lnTo>
                    <a:pt x="568380" y="381000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7"/>
            <p:cNvSpPr/>
            <p:nvPr/>
          </p:nvSpPr>
          <p:spPr>
            <a:xfrm>
              <a:off x="5477912" y="241781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7"/>
            <p:cNvSpPr/>
            <p:nvPr/>
          </p:nvSpPr>
          <p:spPr>
            <a:xfrm>
              <a:off x="5649377" y="2517070"/>
              <a:ext cx="171369" cy="151352"/>
            </a:xfrm>
            <a:custGeom>
              <a:rect b="b" l="l" r="r" t="t"/>
              <a:pathLst>
                <a:path extrusionOk="0" h="151352" w="171369">
                  <a:moveTo>
                    <a:pt x="171370" y="151352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71370" y="99155"/>
                  </a:lnTo>
                  <a:lnTo>
                    <a:pt x="171370" y="151352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7"/>
            <p:cNvSpPr/>
            <p:nvPr/>
          </p:nvSpPr>
          <p:spPr>
            <a:xfrm>
              <a:off x="5477912" y="250135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7"/>
            <p:cNvSpPr/>
            <p:nvPr/>
          </p:nvSpPr>
          <p:spPr>
            <a:xfrm>
              <a:off x="5649377" y="2600604"/>
              <a:ext cx="505174" cy="344424"/>
            </a:xfrm>
            <a:custGeom>
              <a:rect b="b" l="l" r="r" t="t"/>
              <a:pathLst>
                <a:path extrusionOk="0" h="344424" w="505174">
                  <a:moveTo>
                    <a:pt x="505174" y="344424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505174" y="292227"/>
                  </a:lnTo>
                  <a:lnTo>
                    <a:pt x="505174" y="344424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7"/>
            <p:cNvSpPr/>
            <p:nvPr/>
          </p:nvSpPr>
          <p:spPr>
            <a:xfrm>
              <a:off x="5477912" y="225084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7"/>
            <p:cNvSpPr/>
            <p:nvPr/>
          </p:nvSpPr>
          <p:spPr>
            <a:xfrm>
              <a:off x="5649377" y="2350001"/>
              <a:ext cx="478085" cy="328898"/>
            </a:xfrm>
            <a:custGeom>
              <a:rect b="b" l="l" r="r" t="t"/>
              <a:pathLst>
                <a:path extrusionOk="0" h="328898" w="478085">
                  <a:moveTo>
                    <a:pt x="478086" y="32889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78086" y="276701"/>
                  </a:lnTo>
                  <a:lnTo>
                    <a:pt x="478086" y="328898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7"/>
            <p:cNvSpPr/>
            <p:nvPr/>
          </p:nvSpPr>
          <p:spPr>
            <a:xfrm>
              <a:off x="5477912" y="258488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7"/>
            <p:cNvSpPr/>
            <p:nvPr/>
          </p:nvSpPr>
          <p:spPr>
            <a:xfrm>
              <a:off x="5649377" y="2684043"/>
              <a:ext cx="63110" cy="88773"/>
            </a:xfrm>
            <a:custGeom>
              <a:rect b="b" l="l" r="r" t="t"/>
              <a:pathLst>
                <a:path extrusionOk="0" h="88773" w="63110">
                  <a:moveTo>
                    <a:pt x="63111" y="8877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3111" y="36576"/>
                  </a:lnTo>
                  <a:lnTo>
                    <a:pt x="63111" y="887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7"/>
            <p:cNvSpPr/>
            <p:nvPr/>
          </p:nvSpPr>
          <p:spPr>
            <a:xfrm>
              <a:off x="5477912" y="2751956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7"/>
            <p:cNvSpPr/>
            <p:nvPr/>
          </p:nvSpPr>
          <p:spPr>
            <a:xfrm>
              <a:off x="5649377" y="2851112"/>
              <a:ext cx="117287" cy="120014"/>
            </a:xfrm>
            <a:custGeom>
              <a:rect b="b" l="l" r="r" t="t"/>
              <a:pathLst>
                <a:path extrusionOk="0" h="120014" w="117287">
                  <a:moveTo>
                    <a:pt x="117288" y="120015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17288" y="67818"/>
                  </a:lnTo>
                  <a:lnTo>
                    <a:pt x="117288" y="120015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7"/>
            <p:cNvSpPr/>
            <p:nvPr/>
          </p:nvSpPr>
          <p:spPr>
            <a:xfrm>
              <a:off x="5477912" y="2835395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7"/>
            <p:cNvSpPr/>
            <p:nvPr/>
          </p:nvSpPr>
          <p:spPr>
            <a:xfrm>
              <a:off x="5649377" y="2934646"/>
              <a:ext cx="306716" cy="229647"/>
            </a:xfrm>
            <a:custGeom>
              <a:rect b="b" l="l" r="r" t="t"/>
              <a:pathLst>
                <a:path extrusionOk="0" h="229647" w="306716">
                  <a:moveTo>
                    <a:pt x="306716" y="22964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648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7"/>
            <p:cNvSpPr/>
            <p:nvPr/>
          </p:nvSpPr>
          <p:spPr>
            <a:xfrm>
              <a:off x="5477912" y="291892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7"/>
            <p:cNvSpPr/>
            <p:nvPr/>
          </p:nvSpPr>
          <p:spPr>
            <a:xfrm>
              <a:off x="5649377" y="3018085"/>
              <a:ext cx="487115" cy="334137"/>
            </a:xfrm>
            <a:custGeom>
              <a:rect b="b" l="l" r="r" t="t"/>
              <a:pathLst>
                <a:path extrusionOk="0" h="334137" w="487115">
                  <a:moveTo>
                    <a:pt x="487115" y="334137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87115" y="281940"/>
                  </a:lnTo>
                  <a:lnTo>
                    <a:pt x="487115" y="334137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7"/>
            <p:cNvSpPr/>
            <p:nvPr/>
          </p:nvSpPr>
          <p:spPr>
            <a:xfrm>
              <a:off x="5477912" y="266842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7"/>
            <p:cNvSpPr/>
            <p:nvPr/>
          </p:nvSpPr>
          <p:spPr>
            <a:xfrm>
              <a:off x="5649377" y="2767577"/>
              <a:ext cx="613432" cy="407193"/>
            </a:xfrm>
            <a:custGeom>
              <a:rect b="b" l="l" r="r" t="t"/>
              <a:pathLst>
                <a:path extrusionOk="0" h="407193" w="613432">
                  <a:moveTo>
                    <a:pt x="613433" y="40719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194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7"/>
            <p:cNvSpPr/>
            <p:nvPr/>
          </p:nvSpPr>
          <p:spPr>
            <a:xfrm>
              <a:off x="1926580" y="1674106"/>
              <a:ext cx="1230952" cy="1017480"/>
            </a:xfrm>
            <a:custGeom>
              <a:rect b="b" l="l" r="r" t="t"/>
              <a:pathLst>
                <a:path extrusionOk="0" h="1017480" w="1230952">
                  <a:moveTo>
                    <a:pt x="342929" y="947072"/>
                  </a:moveTo>
                  <a:lnTo>
                    <a:pt x="256246" y="902495"/>
                  </a:lnTo>
                  <a:lnTo>
                    <a:pt x="74612" y="1007270"/>
                  </a:lnTo>
                  <a:cubicBezTo>
                    <a:pt x="33457" y="1031082"/>
                    <a:pt x="0" y="1011842"/>
                    <a:pt x="0" y="964122"/>
                  </a:cubicBezTo>
                  <a:lnTo>
                    <a:pt x="0" y="765811"/>
                  </a:lnTo>
                  <a:cubicBezTo>
                    <a:pt x="2848" y="713186"/>
                    <a:pt x="30561" y="665065"/>
                    <a:pt x="74612" y="636271"/>
                  </a:cubicBezTo>
                  <a:lnTo>
                    <a:pt x="1156341" y="10193"/>
                  </a:lnTo>
                  <a:cubicBezTo>
                    <a:pt x="1197496" y="-13620"/>
                    <a:pt x="1230953" y="5716"/>
                    <a:pt x="1230953" y="53341"/>
                  </a:cubicBezTo>
                  <a:lnTo>
                    <a:pt x="1230953" y="252318"/>
                  </a:lnTo>
                  <a:cubicBezTo>
                    <a:pt x="1228101" y="304944"/>
                    <a:pt x="1200395" y="353064"/>
                    <a:pt x="1156341" y="381859"/>
                  </a:cubicBezTo>
                  <a:lnTo>
                    <a:pt x="429042" y="802292"/>
                  </a:lnTo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7"/>
            <p:cNvSpPr/>
            <p:nvPr/>
          </p:nvSpPr>
          <p:spPr>
            <a:xfrm>
              <a:off x="3112195" y="1676584"/>
              <a:ext cx="59119" cy="52197"/>
            </a:xfrm>
            <a:custGeom>
              <a:rect b="b" l="l" r="r" t="t"/>
              <a:pathLst>
                <a:path extrusionOk="0" h="52197" w="59119">
                  <a:moveTo>
                    <a:pt x="18249" y="0"/>
                  </a:moveTo>
                  <a:lnTo>
                    <a:pt x="59119" y="16574"/>
                  </a:lnTo>
                  <a:lnTo>
                    <a:pt x="24522" y="52197"/>
                  </a:lnTo>
                  <a:lnTo>
                    <a:pt x="0" y="12859"/>
                  </a:lnTo>
                  <a:lnTo>
                    <a:pt x="18249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7"/>
            <p:cNvSpPr/>
            <p:nvPr/>
          </p:nvSpPr>
          <p:spPr>
            <a:xfrm>
              <a:off x="2269509" y="2593746"/>
              <a:ext cx="43151" cy="44767"/>
            </a:xfrm>
            <a:custGeom>
              <a:rect b="b" l="l" r="r" t="t"/>
              <a:pathLst>
                <a:path extrusionOk="0" h="44767" w="43151">
                  <a:moveTo>
                    <a:pt x="0" y="27432"/>
                  </a:moveTo>
                  <a:lnTo>
                    <a:pt x="43056" y="44767"/>
                  </a:lnTo>
                  <a:lnTo>
                    <a:pt x="43151" y="7620"/>
                  </a:lnTo>
                  <a:lnTo>
                    <a:pt x="5038" y="0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7"/>
            <p:cNvSpPr/>
            <p:nvPr/>
          </p:nvSpPr>
          <p:spPr>
            <a:xfrm>
              <a:off x="1950116" y="2650325"/>
              <a:ext cx="58584" cy="57547"/>
            </a:xfrm>
            <a:custGeom>
              <a:rect b="b" l="l" r="r" t="t"/>
              <a:pathLst>
                <a:path extrusionOk="0" h="57547" w="58584">
                  <a:moveTo>
                    <a:pt x="48415" y="57150"/>
                  </a:moveTo>
                  <a:cubicBezTo>
                    <a:pt x="50030" y="60579"/>
                    <a:pt x="1747" y="40767"/>
                    <a:pt x="36" y="38100"/>
                  </a:cubicBezTo>
                  <a:cubicBezTo>
                    <a:pt x="-1675" y="35433"/>
                    <a:pt x="58585" y="0"/>
                    <a:pt x="5858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7"/>
            <p:cNvSpPr/>
            <p:nvPr/>
          </p:nvSpPr>
          <p:spPr>
            <a:xfrm>
              <a:off x="1969256" y="1691533"/>
              <a:ext cx="1231332" cy="1017436"/>
            </a:xfrm>
            <a:custGeom>
              <a:rect b="b" l="l" r="r" t="t"/>
              <a:pathLst>
                <a:path extrusionOk="0" h="1017436" w="1231332">
                  <a:moveTo>
                    <a:pt x="429422" y="802106"/>
                  </a:moveTo>
                  <a:lnTo>
                    <a:pt x="1156721" y="381386"/>
                  </a:lnTo>
                  <a:cubicBezTo>
                    <a:pt x="1200737" y="352554"/>
                    <a:pt x="1228443" y="304462"/>
                    <a:pt x="1231333" y="251846"/>
                  </a:cubicBezTo>
                  <a:lnTo>
                    <a:pt x="1231333" y="53250"/>
                  </a:lnTo>
                  <a:cubicBezTo>
                    <a:pt x="1231333" y="5625"/>
                    <a:pt x="1197876" y="-13425"/>
                    <a:pt x="1156721" y="10007"/>
                  </a:cubicBezTo>
                  <a:lnTo>
                    <a:pt x="74612" y="636085"/>
                  </a:lnTo>
                  <a:cubicBezTo>
                    <a:pt x="30584" y="664898"/>
                    <a:pt x="2878" y="713009"/>
                    <a:pt x="0" y="765625"/>
                  </a:cubicBezTo>
                  <a:lnTo>
                    <a:pt x="0" y="964221"/>
                  </a:lnTo>
                  <a:cubicBezTo>
                    <a:pt x="0" y="1011846"/>
                    <a:pt x="33457" y="1030896"/>
                    <a:pt x="74612" y="1007369"/>
                  </a:cubicBezTo>
                  <a:lnTo>
                    <a:pt x="256246" y="902594"/>
                  </a:lnTo>
                  <a:lnTo>
                    <a:pt x="343309" y="94726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7"/>
            <p:cNvSpPr/>
            <p:nvPr/>
          </p:nvSpPr>
          <p:spPr>
            <a:xfrm>
              <a:off x="2066299" y="1805171"/>
              <a:ext cx="1037246" cy="669226"/>
            </a:xfrm>
            <a:custGeom>
              <a:rect b="b" l="l" r="r" t="t"/>
              <a:pathLst>
                <a:path extrusionOk="0" h="669226" w="1037246">
                  <a:moveTo>
                    <a:pt x="1037247" y="69152"/>
                  </a:moveTo>
                  <a:lnTo>
                    <a:pt x="0" y="669227"/>
                  </a:lnTo>
                  <a:lnTo>
                    <a:pt x="0" y="600170"/>
                  </a:lnTo>
                  <a:lnTo>
                    <a:pt x="1037247" y="0"/>
                  </a:lnTo>
                  <a:lnTo>
                    <a:pt x="1037247" y="691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7"/>
            <p:cNvSpPr/>
            <p:nvPr/>
          </p:nvSpPr>
          <p:spPr>
            <a:xfrm>
              <a:off x="2066299" y="2133308"/>
              <a:ext cx="679110" cy="462057"/>
            </a:xfrm>
            <a:custGeom>
              <a:rect b="b" l="l" r="r" t="t"/>
              <a:pathLst>
                <a:path extrusionOk="0" h="462057" w="679110">
                  <a:moveTo>
                    <a:pt x="679110" y="69151"/>
                  </a:moveTo>
                  <a:lnTo>
                    <a:pt x="0" y="462058"/>
                  </a:lnTo>
                  <a:lnTo>
                    <a:pt x="0" y="392906"/>
                  </a:lnTo>
                  <a:lnTo>
                    <a:pt x="679110" y="0"/>
                  </a:lnTo>
                  <a:lnTo>
                    <a:pt x="679110" y="691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8" name="Google Shape;988;p7"/>
            <p:cNvGrpSpPr/>
            <p:nvPr/>
          </p:nvGrpSpPr>
          <p:grpSpPr>
            <a:xfrm>
              <a:off x="4146745" y="1006881"/>
              <a:ext cx="330894" cy="250785"/>
              <a:chOff x="6621095" y="1452181"/>
              <a:chExt cx="330894" cy="250785"/>
            </a:xfrm>
          </p:grpSpPr>
          <p:sp>
            <p:nvSpPr>
              <p:cNvPr id="989" name="Google Shape;989;p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" name="Google Shape;991;p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" name="Google Shape;992;p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" name="Google Shape;993;p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94" name="Google Shape;994;p7"/>
            <p:cNvSpPr/>
            <p:nvPr/>
          </p:nvSpPr>
          <p:spPr>
            <a:xfrm>
              <a:off x="4444588" y="826743"/>
              <a:ext cx="153590" cy="431871"/>
            </a:xfrm>
            <a:custGeom>
              <a:rect b="b" l="l" r="r" t="t"/>
              <a:pathLst>
                <a:path extrusionOk="0" h="431871" w="153590">
                  <a:moveTo>
                    <a:pt x="11570" y="362351"/>
                  </a:moveTo>
                  <a:cubicBezTo>
                    <a:pt x="19754" y="356891"/>
                    <a:pt x="28299" y="351990"/>
                    <a:pt x="37138" y="347682"/>
                  </a:cubicBezTo>
                  <a:cubicBezTo>
                    <a:pt x="45379" y="345048"/>
                    <a:pt x="52878" y="340475"/>
                    <a:pt x="58999" y="334347"/>
                  </a:cubicBezTo>
                  <a:cubicBezTo>
                    <a:pt x="66983" y="326537"/>
                    <a:pt x="80099" y="296819"/>
                    <a:pt x="89509" y="267672"/>
                  </a:cubicBezTo>
                  <a:cubicBezTo>
                    <a:pt x="98871" y="234986"/>
                    <a:pt x="102568" y="200933"/>
                    <a:pt x="100439" y="166993"/>
                  </a:cubicBezTo>
                  <a:cubicBezTo>
                    <a:pt x="96542" y="126321"/>
                    <a:pt x="81905" y="69457"/>
                    <a:pt x="78198" y="46121"/>
                  </a:cubicBezTo>
                  <a:cubicBezTo>
                    <a:pt x="74491" y="22785"/>
                    <a:pt x="82000" y="13355"/>
                    <a:pt x="92930" y="4782"/>
                  </a:cubicBezTo>
                  <a:cubicBezTo>
                    <a:pt x="105667" y="-5314"/>
                    <a:pt x="123250" y="-837"/>
                    <a:pt x="132660" y="31929"/>
                  </a:cubicBezTo>
                  <a:cubicBezTo>
                    <a:pt x="144779" y="77261"/>
                    <a:pt x="151793" y="123811"/>
                    <a:pt x="153570" y="170708"/>
                  </a:cubicBezTo>
                  <a:cubicBezTo>
                    <a:pt x="153960" y="205545"/>
                    <a:pt x="148599" y="240208"/>
                    <a:pt x="137698" y="273292"/>
                  </a:cubicBezTo>
                  <a:cubicBezTo>
                    <a:pt x="128012" y="301634"/>
                    <a:pt x="114924" y="328691"/>
                    <a:pt x="98728" y="353874"/>
                  </a:cubicBezTo>
                  <a:cubicBezTo>
                    <a:pt x="94261" y="361398"/>
                    <a:pt x="92740" y="368161"/>
                    <a:pt x="85897" y="383592"/>
                  </a:cubicBezTo>
                  <a:cubicBezTo>
                    <a:pt x="79329" y="399096"/>
                    <a:pt x="69083" y="412763"/>
                    <a:pt x="56052" y="423406"/>
                  </a:cubicBezTo>
                  <a:cubicBezTo>
                    <a:pt x="44647" y="431598"/>
                    <a:pt x="39229" y="432931"/>
                    <a:pt x="36473" y="431217"/>
                  </a:cubicBezTo>
                  <a:cubicBezTo>
                    <a:pt x="33716" y="429502"/>
                    <a:pt x="33811" y="425597"/>
                    <a:pt x="38659" y="421692"/>
                  </a:cubicBezTo>
                  <a:cubicBezTo>
                    <a:pt x="46747" y="415317"/>
                    <a:pt x="53638" y="407542"/>
                    <a:pt x="58999" y="398736"/>
                  </a:cubicBezTo>
                  <a:cubicBezTo>
                    <a:pt x="58999" y="398736"/>
                    <a:pt x="49019" y="408833"/>
                    <a:pt x="42461" y="414357"/>
                  </a:cubicBezTo>
                  <a:cubicBezTo>
                    <a:pt x="36691" y="419245"/>
                    <a:pt x="30295" y="423344"/>
                    <a:pt x="23451" y="426549"/>
                  </a:cubicBezTo>
                  <a:cubicBezTo>
                    <a:pt x="16798" y="429502"/>
                    <a:pt x="7483" y="423787"/>
                    <a:pt x="12236" y="419310"/>
                  </a:cubicBezTo>
                  <a:cubicBezTo>
                    <a:pt x="16988" y="414834"/>
                    <a:pt x="21740" y="412548"/>
                    <a:pt x="31245" y="404261"/>
                  </a:cubicBezTo>
                  <a:cubicBezTo>
                    <a:pt x="36359" y="399914"/>
                    <a:pt x="40921" y="394956"/>
                    <a:pt x="44837" y="389497"/>
                  </a:cubicBezTo>
                  <a:cubicBezTo>
                    <a:pt x="38146" y="394658"/>
                    <a:pt x="31064" y="399276"/>
                    <a:pt x="23641" y="403308"/>
                  </a:cubicBezTo>
                  <a:cubicBezTo>
                    <a:pt x="17910" y="406783"/>
                    <a:pt x="11333" y="408597"/>
                    <a:pt x="4632" y="408547"/>
                  </a:cubicBezTo>
                  <a:cubicBezTo>
                    <a:pt x="1115" y="408547"/>
                    <a:pt x="-3162" y="403404"/>
                    <a:pt x="3491" y="399022"/>
                  </a:cubicBezTo>
                  <a:cubicBezTo>
                    <a:pt x="12635" y="394058"/>
                    <a:pt x="21161" y="388014"/>
                    <a:pt x="28869" y="381020"/>
                  </a:cubicBezTo>
                  <a:cubicBezTo>
                    <a:pt x="36187" y="373781"/>
                    <a:pt x="40275" y="367590"/>
                    <a:pt x="38374" y="367494"/>
                  </a:cubicBezTo>
                  <a:cubicBezTo>
                    <a:pt x="36473" y="367399"/>
                    <a:pt x="32290" y="371876"/>
                    <a:pt x="23736" y="374638"/>
                  </a:cubicBezTo>
                  <a:cubicBezTo>
                    <a:pt x="15182" y="377400"/>
                    <a:pt x="5963" y="374638"/>
                    <a:pt x="4727" y="370161"/>
                  </a:cubicBezTo>
                  <a:cubicBezTo>
                    <a:pt x="3491" y="365685"/>
                    <a:pt x="3586" y="366256"/>
                    <a:pt x="11570" y="36235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p7"/>
            <p:cNvSpPr/>
            <p:nvPr/>
          </p:nvSpPr>
          <p:spPr>
            <a:xfrm>
              <a:off x="4515562" y="822838"/>
              <a:ext cx="88583" cy="120566"/>
            </a:xfrm>
            <a:custGeom>
              <a:rect b="b" l="l" r="r" t="t"/>
              <a:pathLst>
                <a:path extrusionOk="0" h="120566" w="88583">
                  <a:moveTo>
                    <a:pt x="88584" y="96127"/>
                  </a:moveTo>
                  <a:cubicBezTo>
                    <a:pt x="88584" y="96127"/>
                    <a:pt x="56458" y="128131"/>
                    <a:pt x="18534" y="118892"/>
                  </a:cubicBezTo>
                  <a:cubicBezTo>
                    <a:pt x="13117" y="115177"/>
                    <a:pt x="0" y="40406"/>
                    <a:pt x="0" y="40406"/>
                  </a:cubicBezTo>
                  <a:cubicBezTo>
                    <a:pt x="0" y="40406"/>
                    <a:pt x="0" y="-1028"/>
                    <a:pt x="31746" y="20"/>
                  </a:cubicBezTo>
                  <a:cubicBezTo>
                    <a:pt x="63491" y="1067"/>
                    <a:pt x="88584" y="96127"/>
                    <a:pt x="88584" y="961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6" name="Google Shape;996;p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8"/>
          <p:cNvSpPr txBox="1"/>
          <p:nvPr>
            <p:ph type="title"/>
          </p:nvPr>
        </p:nvSpPr>
        <p:spPr>
          <a:xfrm>
            <a:off x="457200" y="31985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2800"/>
              <a:t>Módulo 3 ·Correo y comunicación efectiva</a:t>
            </a:r>
            <a:r>
              <a:rPr lang="es-ES" sz="2800">
                <a:solidFill>
                  <a:srgbClr val="007BB9"/>
                </a:solidFill>
              </a:rPr>
              <a:t>.</a:t>
            </a:r>
            <a:br>
              <a:rPr lang="es-ES" sz="2800">
                <a:solidFill>
                  <a:srgbClr val="007BB9"/>
                </a:solidFill>
              </a:rPr>
            </a:br>
            <a:br>
              <a:rPr lang="es-ES" sz="2800">
                <a:solidFill>
                  <a:srgbClr val="007BB9"/>
                </a:solidFill>
              </a:rPr>
            </a:br>
            <a:br>
              <a:rPr lang="es-ES" sz="2800">
                <a:solidFill>
                  <a:srgbClr val="007BB9"/>
                </a:solidFill>
              </a:rPr>
            </a:br>
            <a:endParaRPr sz="2800"/>
          </a:p>
        </p:txBody>
      </p:sp>
      <p:sp>
        <p:nvSpPr>
          <p:cNvPr id="1002" name="Google Shape;1002;p8"/>
          <p:cNvSpPr txBox="1"/>
          <p:nvPr>
            <p:ph idx="1" type="body"/>
          </p:nvPr>
        </p:nvSpPr>
        <p:spPr>
          <a:xfrm>
            <a:off x="457200" y="1343800"/>
            <a:ext cx="8238900" cy="3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s-ES" sz="1900"/>
              <a:t>Aplicaremos la técnica 'Bandeja Cero' para mantener tu correo organizado.</a:t>
            </a:r>
            <a:endParaRPr sz="1700"/>
          </a:p>
          <a:p>
            <a:pPr indent="-3238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s-ES" sz="1900"/>
              <a:t>Pasos:</a:t>
            </a:r>
            <a:endParaRPr sz="1700"/>
          </a:p>
          <a:p>
            <a:pPr indent="-32385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▹"/>
            </a:pPr>
            <a:r>
              <a:rPr lang="es-ES" sz="1900"/>
              <a:t>- Procesa cada correo una sola vez.</a:t>
            </a:r>
            <a:endParaRPr sz="1700"/>
          </a:p>
          <a:p>
            <a:pPr indent="-32385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▹"/>
            </a:pPr>
            <a:r>
              <a:rPr lang="es-ES" sz="1900"/>
              <a:t>- Decide: eliminar, delegar, responder o archivar.</a:t>
            </a:r>
            <a:endParaRPr sz="1700"/>
          </a:p>
          <a:p>
            <a:pPr indent="-32385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▹"/>
            </a:pPr>
            <a:r>
              <a:rPr lang="es-ES" sz="1900"/>
              <a:t>- Crea carpetas o etiquetas según proyectos o clientes.</a:t>
            </a:r>
            <a:endParaRPr sz="1700"/>
          </a:p>
          <a:p>
            <a:pPr indent="-3238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s-ES" sz="1900"/>
              <a:t>Usaremos reglas automáticas para clasificar correos recurrentes.</a:t>
            </a:r>
            <a:endParaRPr sz="1700"/>
          </a:p>
          <a:p>
            <a:pPr indent="-3238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s-ES" sz="1900"/>
              <a:t>Aprenderás a programar envíos ('Enviar más tarde') y usar plantillas para respuestas frecuentes.</a:t>
            </a:r>
            <a:endParaRPr sz="1700"/>
          </a:p>
          <a:p>
            <a:pPr indent="-3238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s-ES" sz="1900"/>
              <a:t>Veremos cómo hacer reuniones efectivas con agenda, minuta y responsables definidos.</a:t>
            </a:r>
            <a:endParaRPr sz="1900"/>
          </a:p>
        </p:txBody>
      </p:sp>
      <p:grpSp>
        <p:nvGrpSpPr>
          <p:cNvPr id="1003" name="Google Shape;1003;p8"/>
          <p:cNvGrpSpPr/>
          <p:nvPr/>
        </p:nvGrpSpPr>
        <p:grpSpPr>
          <a:xfrm>
            <a:off x="7761690" y="1833037"/>
            <a:ext cx="1479482" cy="1503947"/>
            <a:chOff x="2011725" y="44285"/>
            <a:chExt cx="4684870" cy="4762340"/>
          </a:xfrm>
        </p:grpSpPr>
        <p:grpSp>
          <p:nvGrpSpPr>
            <p:cNvPr id="1004" name="Google Shape;1004;p8"/>
            <p:cNvGrpSpPr/>
            <p:nvPr/>
          </p:nvGrpSpPr>
          <p:grpSpPr>
            <a:xfrm>
              <a:off x="2119596" y="326448"/>
              <a:ext cx="3544299" cy="3707706"/>
              <a:chOff x="3860721" y="1330073"/>
              <a:chExt cx="3544299" cy="3707706"/>
            </a:xfrm>
          </p:grpSpPr>
          <p:sp>
            <p:nvSpPr>
              <p:cNvPr id="1005" name="Google Shape;1005;p8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" name="Google Shape;1006;p8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" name="Google Shape;1007;p8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8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" name="Google Shape;1009;p8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" name="Google Shape;1010;p8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" name="Google Shape;1011;p8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" name="Google Shape;1012;p8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" name="Google Shape;1013;p8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4" name="Google Shape;1014;p8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5" name="Google Shape;1015;p8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6" name="Google Shape;1016;p8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7" name="Google Shape;1017;p8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" name="Google Shape;1018;p8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9" name="Google Shape;1019;p8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0" name="Google Shape;1020;p8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" name="Google Shape;1021;p8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" name="Google Shape;1022;p8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" name="Google Shape;1023;p8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" name="Google Shape;1024;p8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8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" name="Google Shape;1026;p8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8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8" name="Google Shape;1028;p8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" name="Google Shape;1029;p8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" name="Google Shape;1030;p8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" name="Google Shape;1031;p8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" name="Google Shape;1032;p8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" name="Google Shape;1033;p8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" name="Google Shape;1034;p8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" name="Google Shape;1035;p8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" name="Google Shape;1036;p8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" name="Google Shape;1037;p8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" name="Google Shape;1038;p8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" name="Google Shape;1039;p8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" name="Google Shape;1040;p8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" name="Google Shape;1041;p8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" name="Google Shape;1042;p8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" name="Google Shape;1043;p8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" name="Google Shape;1044;p8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" name="Google Shape;1045;p8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" name="Google Shape;1046;p8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" name="Google Shape;1047;p8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" name="Google Shape;1048;p8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" name="Google Shape;1049;p8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" name="Google Shape;1050;p8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" name="Google Shape;1051;p8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" name="Google Shape;1052;p8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" name="Google Shape;1053;p8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" name="Google Shape;1054;p8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" name="Google Shape;1055;p8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" name="Google Shape;1056;p8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" name="Google Shape;1057;p8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" name="Google Shape;1058;p8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" name="Google Shape;1059;p8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" name="Google Shape;1060;p8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" name="Google Shape;1061;p8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" name="Google Shape;1062;p8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" name="Google Shape;1063;p8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" name="Google Shape;1064;p8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8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" name="Google Shape;1066;p8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" name="Google Shape;1067;p8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" name="Google Shape;1068;p8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" name="Google Shape;1069;p8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" name="Google Shape;1070;p8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" name="Google Shape;1071;p8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" name="Google Shape;1072;p8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" name="Google Shape;1073;p8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" name="Google Shape;1074;p8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" name="Google Shape;1075;p8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" name="Google Shape;1076;p8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" name="Google Shape;1077;p8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" name="Google Shape;1078;p8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9" name="Google Shape;1079;p8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0" name="Google Shape;1080;p8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1" name="Google Shape;1081;p8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2" name="Google Shape;1082;p8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3" name="Google Shape;1083;p8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4" name="Google Shape;1084;p8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5" name="Google Shape;1085;p8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6" name="Google Shape;1086;p8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7" name="Google Shape;1087;p8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8" name="Google Shape;1088;p8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9" name="Google Shape;1089;p8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0" name="Google Shape;1090;p8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1" name="Google Shape;1091;p8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2" name="Google Shape;1092;p8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3" name="Google Shape;1093;p8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4" name="Google Shape;1094;p8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5" name="Google Shape;1095;p8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8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7900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8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7900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8" name="Google Shape;1098;p8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7900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9" name="Google Shape;1099;p8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8600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0" name="Google Shape;1100;p8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1" name="Google Shape;1101;p8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2" name="Google Shape;1102;p8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3" name="Google Shape;1103;p8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4" name="Google Shape;1104;p8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5" name="Google Shape;1105;p8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" name="Google Shape;1106;p8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7" name="Google Shape;1107;p8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8" name="Google Shape;1108;p8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9" name="Google Shape;1109;p8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0" name="Google Shape;1110;p8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1" name="Google Shape;1111;p8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12" name="Google Shape;1112;p8"/>
            <p:cNvSpPr/>
            <p:nvPr/>
          </p:nvSpPr>
          <p:spPr>
            <a:xfrm>
              <a:off x="4424312" y="3389781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8"/>
            <p:cNvSpPr/>
            <p:nvPr/>
          </p:nvSpPr>
          <p:spPr>
            <a:xfrm>
              <a:off x="4458697" y="3370540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8"/>
            <p:cNvSpPr/>
            <p:nvPr/>
          </p:nvSpPr>
          <p:spPr>
            <a:xfrm>
              <a:off x="4458697" y="3334726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8"/>
            <p:cNvSpPr/>
            <p:nvPr/>
          </p:nvSpPr>
          <p:spPr>
            <a:xfrm>
              <a:off x="5662371" y="3457123"/>
              <a:ext cx="830865" cy="479678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8"/>
            <p:cNvSpPr/>
            <p:nvPr/>
          </p:nvSpPr>
          <p:spPr>
            <a:xfrm>
              <a:off x="5582647" y="3524845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8"/>
            <p:cNvSpPr/>
            <p:nvPr/>
          </p:nvSpPr>
          <p:spPr>
            <a:xfrm>
              <a:off x="5520830" y="3560469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8"/>
            <p:cNvSpPr/>
            <p:nvPr/>
          </p:nvSpPr>
          <p:spPr>
            <a:xfrm>
              <a:off x="5459108" y="3596188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8"/>
            <p:cNvSpPr/>
            <p:nvPr/>
          </p:nvSpPr>
          <p:spPr>
            <a:xfrm>
              <a:off x="5006003" y="3836122"/>
              <a:ext cx="830770" cy="479679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8"/>
            <p:cNvSpPr/>
            <p:nvPr/>
          </p:nvSpPr>
          <p:spPr>
            <a:xfrm>
              <a:off x="4926279" y="3903750"/>
              <a:ext cx="741616" cy="428244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8"/>
            <p:cNvSpPr/>
            <p:nvPr/>
          </p:nvSpPr>
          <p:spPr>
            <a:xfrm>
              <a:off x="4864462" y="3939468"/>
              <a:ext cx="727614" cy="42005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8"/>
            <p:cNvSpPr/>
            <p:nvPr/>
          </p:nvSpPr>
          <p:spPr>
            <a:xfrm>
              <a:off x="4802740" y="3975092"/>
              <a:ext cx="620839" cy="358520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8"/>
            <p:cNvSpPr/>
            <p:nvPr/>
          </p:nvSpPr>
          <p:spPr>
            <a:xfrm>
              <a:off x="5169357" y="3663339"/>
              <a:ext cx="421766" cy="243458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8"/>
            <p:cNvSpPr/>
            <p:nvPr/>
          </p:nvSpPr>
          <p:spPr>
            <a:xfrm>
              <a:off x="5441867" y="3820597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8"/>
            <p:cNvSpPr/>
            <p:nvPr/>
          </p:nvSpPr>
          <p:spPr>
            <a:xfrm>
              <a:off x="5714378" y="3977950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8"/>
            <p:cNvSpPr/>
            <p:nvPr/>
          </p:nvSpPr>
          <p:spPr>
            <a:xfrm>
              <a:off x="2242896" y="2171438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689" y="206407"/>
                  </a:moveTo>
                  <a:lnTo>
                    <a:pt x="0" y="103251"/>
                  </a:lnTo>
                  <a:lnTo>
                    <a:pt x="178689" y="0"/>
                  </a:lnTo>
                  <a:lnTo>
                    <a:pt x="357473" y="103251"/>
                  </a:lnTo>
                  <a:lnTo>
                    <a:pt x="178689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8"/>
            <p:cNvSpPr/>
            <p:nvPr/>
          </p:nvSpPr>
          <p:spPr>
            <a:xfrm>
              <a:off x="2526170" y="20060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8"/>
            <p:cNvSpPr/>
            <p:nvPr/>
          </p:nvSpPr>
          <p:spPr>
            <a:xfrm>
              <a:off x="2632278" y="1017294"/>
              <a:ext cx="357473" cy="206311"/>
            </a:xfrm>
            <a:custGeom>
              <a:rect b="b" l="l" r="r" t="t"/>
              <a:pathLst>
                <a:path extrusionOk="0" h="206311" w="357473">
                  <a:moveTo>
                    <a:pt x="178784" y="206312"/>
                  </a:moveTo>
                  <a:lnTo>
                    <a:pt x="0" y="103156"/>
                  </a:lnTo>
                  <a:lnTo>
                    <a:pt x="178784" y="0"/>
                  </a:lnTo>
                  <a:lnTo>
                    <a:pt x="357473" y="103156"/>
                  </a:lnTo>
                  <a:lnTo>
                    <a:pt x="178784" y="2063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8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8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8"/>
            <p:cNvSpPr/>
            <p:nvPr/>
          </p:nvSpPr>
          <p:spPr>
            <a:xfrm>
              <a:off x="2811062" y="1120450"/>
              <a:ext cx="178689" cy="1032319"/>
            </a:xfrm>
            <a:custGeom>
              <a:rect b="b" l="l" r="r" t="t"/>
              <a:pathLst>
                <a:path extrusionOk="0" h="1032319" w="178689">
                  <a:moveTo>
                    <a:pt x="178689" y="929068"/>
                  </a:moveTo>
                  <a:lnTo>
                    <a:pt x="0" y="103232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9290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8"/>
            <p:cNvSpPr/>
            <p:nvPr/>
          </p:nvSpPr>
          <p:spPr>
            <a:xfrm>
              <a:off x="2364150" y="1481542"/>
              <a:ext cx="357473" cy="206501"/>
            </a:xfrm>
            <a:custGeom>
              <a:rect b="b" l="l" r="r" t="t"/>
              <a:pathLst>
                <a:path extrusionOk="0" h="206501" w="357473">
                  <a:moveTo>
                    <a:pt x="178784" y="206502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5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8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8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8"/>
            <p:cNvSpPr/>
            <p:nvPr/>
          </p:nvSpPr>
          <p:spPr>
            <a:xfrm>
              <a:off x="2542934" y="1584793"/>
              <a:ext cx="178688" cy="721899"/>
            </a:xfrm>
            <a:custGeom>
              <a:rect b="b" l="l" r="r" t="t"/>
              <a:pathLst>
                <a:path extrusionOk="0" h="721899" w="178688">
                  <a:moveTo>
                    <a:pt x="178689" y="618744"/>
                  </a:moveTo>
                  <a:lnTo>
                    <a:pt x="0" y="72190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61874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8"/>
            <p:cNvSpPr/>
            <p:nvPr/>
          </p:nvSpPr>
          <p:spPr>
            <a:xfrm>
              <a:off x="2013915" y="2306693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8"/>
            <p:cNvSpPr/>
            <p:nvPr/>
          </p:nvSpPr>
          <p:spPr>
            <a:xfrm>
              <a:off x="2078685" y="19719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156"/>
                  </a:lnTo>
                  <a:lnTo>
                    <a:pt x="178689" y="0"/>
                  </a:lnTo>
                  <a:lnTo>
                    <a:pt x="357473" y="103156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8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8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8"/>
            <p:cNvSpPr/>
            <p:nvPr/>
          </p:nvSpPr>
          <p:spPr>
            <a:xfrm>
              <a:off x="2257469" y="2075140"/>
              <a:ext cx="178689" cy="399097"/>
            </a:xfrm>
            <a:custGeom>
              <a:rect b="b" l="l" r="r" t="t"/>
              <a:pathLst>
                <a:path extrusionOk="0" h="399097" w="178689">
                  <a:moveTo>
                    <a:pt x="178689" y="295846"/>
                  </a:moveTo>
                  <a:lnTo>
                    <a:pt x="0" y="399098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2958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8"/>
            <p:cNvSpPr/>
            <p:nvPr/>
          </p:nvSpPr>
          <p:spPr>
            <a:xfrm>
              <a:off x="4050634" y="46890"/>
              <a:ext cx="205002" cy="299719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8"/>
            <p:cNvSpPr/>
            <p:nvPr/>
          </p:nvSpPr>
          <p:spPr>
            <a:xfrm>
              <a:off x="4066180" y="44285"/>
              <a:ext cx="98194" cy="121006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8"/>
            <p:cNvSpPr/>
            <p:nvPr/>
          </p:nvSpPr>
          <p:spPr>
            <a:xfrm>
              <a:off x="4085379" y="175665"/>
              <a:ext cx="121123" cy="13556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8"/>
            <p:cNvSpPr/>
            <p:nvPr/>
          </p:nvSpPr>
          <p:spPr>
            <a:xfrm>
              <a:off x="3878508" y="229758"/>
              <a:ext cx="228579" cy="325392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8"/>
            <p:cNvSpPr/>
            <p:nvPr/>
          </p:nvSpPr>
          <p:spPr>
            <a:xfrm>
              <a:off x="4050113" y="220052"/>
              <a:ext cx="176568" cy="232904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8"/>
            <p:cNvSpPr/>
            <p:nvPr/>
          </p:nvSpPr>
          <p:spPr>
            <a:xfrm>
              <a:off x="4081568" y="53558"/>
              <a:ext cx="129892" cy="160015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8"/>
            <p:cNvSpPr/>
            <p:nvPr/>
          </p:nvSpPr>
          <p:spPr>
            <a:xfrm>
              <a:off x="4086841" y="52931"/>
              <a:ext cx="130406" cy="122734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8"/>
            <p:cNvSpPr/>
            <p:nvPr/>
          </p:nvSpPr>
          <p:spPr>
            <a:xfrm>
              <a:off x="3930273" y="858890"/>
              <a:ext cx="102549" cy="78223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8"/>
            <p:cNvSpPr/>
            <p:nvPr/>
          </p:nvSpPr>
          <p:spPr>
            <a:xfrm>
              <a:off x="3930726" y="883849"/>
              <a:ext cx="102084" cy="53297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8"/>
            <p:cNvSpPr/>
            <p:nvPr/>
          </p:nvSpPr>
          <p:spPr>
            <a:xfrm>
              <a:off x="3878956" y="825175"/>
              <a:ext cx="93870" cy="7271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8"/>
            <p:cNvSpPr/>
            <p:nvPr/>
          </p:nvSpPr>
          <p:spPr>
            <a:xfrm>
              <a:off x="3879387" y="849177"/>
              <a:ext cx="93498" cy="48808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8"/>
            <p:cNvSpPr/>
            <p:nvPr/>
          </p:nvSpPr>
          <p:spPr>
            <a:xfrm>
              <a:off x="3913772" y="449985"/>
              <a:ext cx="223526" cy="385528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8"/>
            <p:cNvSpPr/>
            <p:nvPr/>
          </p:nvSpPr>
          <p:spPr>
            <a:xfrm>
              <a:off x="3974732" y="450747"/>
              <a:ext cx="222535" cy="417442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8"/>
            <p:cNvSpPr/>
            <p:nvPr/>
          </p:nvSpPr>
          <p:spPr>
            <a:xfrm>
              <a:off x="3891839" y="424458"/>
              <a:ext cx="332782" cy="306321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8"/>
            <p:cNvSpPr/>
            <p:nvPr/>
          </p:nvSpPr>
          <p:spPr>
            <a:xfrm>
              <a:off x="4159410" y="243442"/>
              <a:ext cx="115651" cy="405453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8"/>
            <p:cNvSpPr/>
            <p:nvPr/>
          </p:nvSpPr>
          <p:spPr>
            <a:xfrm>
              <a:off x="4182076" y="238331"/>
              <a:ext cx="69928" cy="88934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7" name="Google Shape;1157;p8"/>
            <p:cNvSpPr/>
            <p:nvPr/>
          </p:nvSpPr>
          <p:spPr>
            <a:xfrm>
              <a:off x="4044931" y="219924"/>
              <a:ext cx="59816" cy="62802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8"/>
            <p:cNvSpPr/>
            <p:nvPr/>
          </p:nvSpPr>
          <p:spPr>
            <a:xfrm>
              <a:off x="2494198" y="1192008"/>
              <a:ext cx="154251" cy="303342"/>
            </a:xfrm>
            <a:custGeom>
              <a:rect b="b" l="l" r="r" t="t"/>
              <a:pathLst>
                <a:path extrusionOk="0" h="303342" w="154251">
                  <a:moveTo>
                    <a:pt x="65595" y="234575"/>
                  </a:moveTo>
                  <a:cubicBezTo>
                    <a:pt x="79310" y="258921"/>
                    <a:pt x="95907" y="281534"/>
                    <a:pt x="115030" y="301917"/>
                  </a:cubicBezTo>
                  <a:cubicBezTo>
                    <a:pt x="120364" y="308108"/>
                    <a:pt x="161512" y="292392"/>
                    <a:pt x="153130" y="288010"/>
                  </a:cubicBezTo>
                  <a:cubicBezTo>
                    <a:pt x="144747" y="283629"/>
                    <a:pt x="117601" y="246005"/>
                    <a:pt x="104171" y="221335"/>
                  </a:cubicBezTo>
                  <a:cubicBezTo>
                    <a:pt x="92896" y="191398"/>
                    <a:pt x="83356" y="160833"/>
                    <a:pt x="75596" y="129800"/>
                  </a:cubicBezTo>
                  <a:cubicBezTo>
                    <a:pt x="67119" y="99225"/>
                    <a:pt x="59880" y="54267"/>
                    <a:pt x="53689" y="33121"/>
                  </a:cubicBezTo>
                  <a:cubicBezTo>
                    <a:pt x="50377" y="17186"/>
                    <a:pt x="38044" y="4670"/>
                    <a:pt x="22161" y="1117"/>
                  </a:cubicBezTo>
                  <a:cubicBezTo>
                    <a:pt x="7397" y="-2312"/>
                    <a:pt x="-2223" y="1689"/>
                    <a:pt x="444" y="19596"/>
                  </a:cubicBezTo>
                  <a:cubicBezTo>
                    <a:pt x="4730" y="50743"/>
                    <a:pt x="29305" y="172853"/>
                    <a:pt x="65595" y="23457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8"/>
            <p:cNvSpPr/>
            <p:nvPr/>
          </p:nvSpPr>
          <p:spPr>
            <a:xfrm>
              <a:off x="2527565" y="1904831"/>
              <a:ext cx="106588" cy="82319"/>
            </a:xfrm>
            <a:custGeom>
              <a:rect b="b" l="l" r="r" t="t"/>
              <a:pathLst>
                <a:path extrusionOk="0" h="82319" w="106588">
                  <a:moveTo>
                    <a:pt x="8606" y="2"/>
                  </a:moveTo>
                  <a:cubicBezTo>
                    <a:pt x="21369" y="10385"/>
                    <a:pt x="40229" y="860"/>
                    <a:pt x="41181" y="1812"/>
                  </a:cubicBezTo>
                  <a:cubicBezTo>
                    <a:pt x="56119" y="15766"/>
                    <a:pt x="71828" y="28863"/>
                    <a:pt x="88235" y="41055"/>
                  </a:cubicBezTo>
                  <a:cubicBezTo>
                    <a:pt x="96141" y="47246"/>
                    <a:pt x="108523" y="55628"/>
                    <a:pt x="106332" y="67630"/>
                  </a:cubicBezTo>
                  <a:cubicBezTo>
                    <a:pt x="102332" y="89156"/>
                    <a:pt x="68232" y="82489"/>
                    <a:pt x="54897" y="75917"/>
                  </a:cubicBezTo>
                  <a:cubicBezTo>
                    <a:pt x="41562" y="69344"/>
                    <a:pt x="31371" y="58486"/>
                    <a:pt x="19083" y="50866"/>
                  </a:cubicBezTo>
                  <a:cubicBezTo>
                    <a:pt x="10320" y="45437"/>
                    <a:pt x="1653" y="42579"/>
                    <a:pt x="33" y="31816"/>
                  </a:cubicBezTo>
                  <a:cubicBezTo>
                    <a:pt x="-538" y="25244"/>
                    <a:pt x="6415" y="-283"/>
                    <a:pt x="860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8"/>
            <p:cNvSpPr/>
            <p:nvPr/>
          </p:nvSpPr>
          <p:spPr>
            <a:xfrm>
              <a:off x="2527774" y="1931884"/>
              <a:ext cx="106123" cy="55368"/>
            </a:xfrm>
            <a:custGeom>
              <a:rect b="b" l="l" r="r" t="t"/>
              <a:pathLst>
                <a:path extrusionOk="0" h="55368" w="106123">
                  <a:moveTo>
                    <a:pt x="301" y="0"/>
                  </a:moveTo>
                  <a:cubicBezTo>
                    <a:pt x="1920" y="10668"/>
                    <a:pt x="10492" y="13525"/>
                    <a:pt x="19351" y="19050"/>
                  </a:cubicBezTo>
                  <a:cubicBezTo>
                    <a:pt x="31828" y="26765"/>
                    <a:pt x="42782" y="38100"/>
                    <a:pt x="55831" y="44577"/>
                  </a:cubicBezTo>
                  <a:cubicBezTo>
                    <a:pt x="68881" y="51054"/>
                    <a:pt x="97646" y="56674"/>
                    <a:pt x="106123" y="41338"/>
                  </a:cubicBezTo>
                  <a:cubicBezTo>
                    <a:pt x="101551" y="62008"/>
                    <a:pt x="68023" y="55531"/>
                    <a:pt x="54879" y="48958"/>
                  </a:cubicBezTo>
                  <a:cubicBezTo>
                    <a:pt x="41734" y="42386"/>
                    <a:pt x="31352" y="31528"/>
                    <a:pt x="19065" y="23908"/>
                  </a:cubicBezTo>
                  <a:cubicBezTo>
                    <a:pt x="10302" y="18479"/>
                    <a:pt x="1634" y="15621"/>
                    <a:pt x="15" y="4858"/>
                  </a:cubicBezTo>
                  <a:cubicBezTo>
                    <a:pt x="-40" y="3229"/>
                    <a:pt x="56" y="1610"/>
                    <a:pt x="30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8"/>
            <p:cNvSpPr/>
            <p:nvPr/>
          </p:nvSpPr>
          <p:spPr>
            <a:xfrm>
              <a:off x="2655329" y="1830290"/>
              <a:ext cx="106576" cy="79516"/>
            </a:xfrm>
            <a:custGeom>
              <a:rect b="b" l="l" r="r" t="t"/>
              <a:pathLst>
                <a:path extrusionOk="0" h="79516" w="106576">
                  <a:moveTo>
                    <a:pt x="10192" y="58"/>
                  </a:moveTo>
                  <a:cubicBezTo>
                    <a:pt x="22955" y="10440"/>
                    <a:pt x="45244" y="-895"/>
                    <a:pt x="46196" y="58"/>
                  </a:cubicBezTo>
                  <a:cubicBezTo>
                    <a:pt x="59433" y="13574"/>
                    <a:pt x="73460" y="26299"/>
                    <a:pt x="88202" y="38158"/>
                  </a:cubicBezTo>
                  <a:cubicBezTo>
                    <a:pt x="96202" y="44444"/>
                    <a:pt x="108585" y="52826"/>
                    <a:pt x="106299" y="64828"/>
                  </a:cubicBezTo>
                  <a:cubicBezTo>
                    <a:pt x="102298" y="86354"/>
                    <a:pt x="68199" y="79687"/>
                    <a:pt x="54959" y="73114"/>
                  </a:cubicBezTo>
                  <a:cubicBezTo>
                    <a:pt x="41719" y="66542"/>
                    <a:pt x="31337" y="55684"/>
                    <a:pt x="19050" y="48064"/>
                  </a:cubicBezTo>
                  <a:cubicBezTo>
                    <a:pt x="10287" y="42634"/>
                    <a:pt x="1715" y="39777"/>
                    <a:pt x="0" y="29014"/>
                  </a:cubicBezTo>
                  <a:cubicBezTo>
                    <a:pt x="721" y="18622"/>
                    <a:pt x="4243" y="8611"/>
                    <a:pt x="10192" y="58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8"/>
            <p:cNvSpPr/>
            <p:nvPr/>
          </p:nvSpPr>
          <p:spPr>
            <a:xfrm>
              <a:off x="2655759" y="1855875"/>
              <a:ext cx="106154" cy="55320"/>
            </a:xfrm>
            <a:custGeom>
              <a:rect b="b" l="l" r="r" t="t"/>
              <a:pathLst>
                <a:path extrusionOk="0" h="55320" w="106154">
                  <a:moveTo>
                    <a:pt x="331" y="0"/>
                  </a:moveTo>
                  <a:cubicBezTo>
                    <a:pt x="1951" y="10573"/>
                    <a:pt x="10523" y="13525"/>
                    <a:pt x="19381" y="19050"/>
                  </a:cubicBezTo>
                  <a:cubicBezTo>
                    <a:pt x="31859" y="26765"/>
                    <a:pt x="42813" y="38100"/>
                    <a:pt x="55767" y="44482"/>
                  </a:cubicBezTo>
                  <a:cubicBezTo>
                    <a:pt x="68721" y="50863"/>
                    <a:pt x="97677" y="56578"/>
                    <a:pt x="106154" y="41243"/>
                  </a:cubicBezTo>
                  <a:cubicBezTo>
                    <a:pt x="101582" y="62008"/>
                    <a:pt x="68054" y="55435"/>
                    <a:pt x="54910" y="48958"/>
                  </a:cubicBezTo>
                  <a:cubicBezTo>
                    <a:pt x="41765" y="42481"/>
                    <a:pt x="31383" y="31528"/>
                    <a:pt x="19096" y="23908"/>
                  </a:cubicBezTo>
                  <a:cubicBezTo>
                    <a:pt x="10333" y="18478"/>
                    <a:pt x="1665" y="15621"/>
                    <a:pt x="46" y="4858"/>
                  </a:cubicBezTo>
                  <a:cubicBezTo>
                    <a:pt x="-67" y="3229"/>
                    <a:pt x="28" y="1600"/>
                    <a:pt x="33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3" name="Google Shape;1163;p8"/>
            <p:cNvSpPr/>
            <p:nvPr/>
          </p:nvSpPr>
          <p:spPr>
            <a:xfrm>
              <a:off x="2362866" y="1465363"/>
              <a:ext cx="372536" cy="450662"/>
            </a:xfrm>
            <a:custGeom>
              <a:rect b="b" l="l" r="r" t="t"/>
              <a:pathLst>
                <a:path extrusionOk="0" h="450662" w="372536">
                  <a:moveTo>
                    <a:pt x="2903" y="30848"/>
                  </a:moveTo>
                  <a:cubicBezTo>
                    <a:pt x="-11194" y="119145"/>
                    <a:pt x="27954" y="152006"/>
                    <a:pt x="79103" y="170865"/>
                  </a:cubicBezTo>
                  <a:cubicBezTo>
                    <a:pt x="115679" y="184296"/>
                    <a:pt x="168162" y="205060"/>
                    <a:pt x="168162" y="205060"/>
                  </a:cubicBezTo>
                  <a:cubicBezTo>
                    <a:pt x="168162" y="205060"/>
                    <a:pt x="167400" y="224110"/>
                    <a:pt x="167019" y="267925"/>
                  </a:cubicBezTo>
                  <a:cubicBezTo>
                    <a:pt x="167019" y="306025"/>
                    <a:pt x="171686" y="445947"/>
                    <a:pt x="171686" y="445947"/>
                  </a:cubicBezTo>
                  <a:cubicBezTo>
                    <a:pt x="183944" y="452234"/>
                    <a:pt x="198481" y="452234"/>
                    <a:pt x="210739" y="445947"/>
                  </a:cubicBezTo>
                  <a:cubicBezTo>
                    <a:pt x="210739" y="445947"/>
                    <a:pt x="231313" y="338886"/>
                    <a:pt x="235694" y="290595"/>
                  </a:cubicBezTo>
                  <a:cubicBezTo>
                    <a:pt x="241600" y="225063"/>
                    <a:pt x="251601" y="182200"/>
                    <a:pt x="248267" y="168103"/>
                  </a:cubicBezTo>
                  <a:cubicBezTo>
                    <a:pt x="245314" y="155721"/>
                    <a:pt x="173782" y="120478"/>
                    <a:pt x="151017" y="101428"/>
                  </a:cubicBezTo>
                  <a:lnTo>
                    <a:pt x="301036" y="151720"/>
                  </a:lnTo>
                  <a:cubicBezTo>
                    <a:pt x="298036" y="167932"/>
                    <a:pt x="296538" y="184381"/>
                    <a:pt x="296559" y="200869"/>
                  </a:cubicBezTo>
                  <a:cubicBezTo>
                    <a:pt x="297892" y="252780"/>
                    <a:pt x="300845" y="365271"/>
                    <a:pt x="300845" y="365271"/>
                  </a:cubicBezTo>
                  <a:cubicBezTo>
                    <a:pt x="300845" y="365271"/>
                    <a:pt x="321419" y="380130"/>
                    <a:pt x="338945" y="365271"/>
                  </a:cubicBezTo>
                  <a:cubicBezTo>
                    <a:pt x="338945" y="365271"/>
                    <a:pt x="377045" y="142576"/>
                    <a:pt x="372092" y="113144"/>
                  </a:cubicBezTo>
                  <a:cubicBezTo>
                    <a:pt x="367711" y="85140"/>
                    <a:pt x="235599" y="27990"/>
                    <a:pt x="212263" y="8369"/>
                  </a:cubicBezTo>
                  <a:cubicBezTo>
                    <a:pt x="204058" y="1673"/>
                    <a:pt x="193384" y="-1204"/>
                    <a:pt x="182926" y="4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8"/>
            <p:cNvSpPr/>
            <p:nvPr/>
          </p:nvSpPr>
          <p:spPr>
            <a:xfrm>
              <a:off x="2393925" y="1163883"/>
              <a:ext cx="117160" cy="114020"/>
            </a:xfrm>
            <a:custGeom>
              <a:rect b="b" l="l" r="r" t="t"/>
              <a:pathLst>
                <a:path extrusionOk="0" h="114020" w="117160">
                  <a:moveTo>
                    <a:pt x="24041" y="0"/>
                  </a:moveTo>
                  <a:cubicBezTo>
                    <a:pt x="24041" y="0"/>
                    <a:pt x="26232" y="42101"/>
                    <a:pt x="25279" y="45815"/>
                  </a:cubicBezTo>
                  <a:cubicBezTo>
                    <a:pt x="24327" y="49530"/>
                    <a:pt x="6229" y="61817"/>
                    <a:pt x="609" y="66294"/>
                  </a:cubicBezTo>
                  <a:cubicBezTo>
                    <a:pt x="-5010" y="70771"/>
                    <a:pt x="29661" y="104394"/>
                    <a:pt x="46425" y="112300"/>
                  </a:cubicBezTo>
                  <a:cubicBezTo>
                    <a:pt x="63189" y="120205"/>
                    <a:pt x="116148" y="99727"/>
                    <a:pt x="117100" y="74200"/>
                  </a:cubicBezTo>
                  <a:cubicBezTo>
                    <a:pt x="118053" y="48673"/>
                    <a:pt x="107575" y="26575"/>
                    <a:pt x="99860" y="25146"/>
                  </a:cubicBezTo>
                  <a:cubicBezTo>
                    <a:pt x="92145" y="23717"/>
                    <a:pt x="24041" y="0"/>
                    <a:pt x="2404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8"/>
            <p:cNvSpPr/>
            <p:nvPr/>
          </p:nvSpPr>
          <p:spPr>
            <a:xfrm>
              <a:off x="2362970" y="1179922"/>
              <a:ext cx="189574" cy="370837"/>
            </a:xfrm>
            <a:custGeom>
              <a:rect b="b" l="l" r="r" t="t"/>
              <a:pathLst>
                <a:path extrusionOk="0" h="370837" w="189574">
                  <a:moveTo>
                    <a:pt x="50329" y="37015"/>
                  </a:moveTo>
                  <a:cubicBezTo>
                    <a:pt x="50329" y="37015"/>
                    <a:pt x="80809" y="82450"/>
                    <a:pt x="123386" y="86736"/>
                  </a:cubicBezTo>
                  <a:cubicBezTo>
                    <a:pt x="136816" y="73496"/>
                    <a:pt x="137959" y="26442"/>
                    <a:pt x="119385" y="11393"/>
                  </a:cubicBezTo>
                  <a:cubicBezTo>
                    <a:pt x="119385" y="11393"/>
                    <a:pt x="136530" y="-2323"/>
                    <a:pt x="147960" y="344"/>
                  </a:cubicBezTo>
                  <a:cubicBezTo>
                    <a:pt x="160529" y="7926"/>
                    <a:pt x="169882" y="19861"/>
                    <a:pt x="174249" y="33872"/>
                  </a:cubicBezTo>
                  <a:cubicBezTo>
                    <a:pt x="185150" y="65076"/>
                    <a:pt x="190313" y="97985"/>
                    <a:pt x="189489" y="131027"/>
                  </a:cubicBezTo>
                  <a:cubicBezTo>
                    <a:pt x="188727" y="175604"/>
                    <a:pt x="189489" y="288380"/>
                    <a:pt x="189489" y="288380"/>
                  </a:cubicBezTo>
                  <a:cubicBezTo>
                    <a:pt x="184440" y="315326"/>
                    <a:pt x="168114" y="338824"/>
                    <a:pt x="144626" y="352960"/>
                  </a:cubicBezTo>
                  <a:cubicBezTo>
                    <a:pt x="113965" y="370266"/>
                    <a:pt x="77860" y="375239"/>
                    <a:pt x="43661" y="366866"/>
                  </a:cubicBezTo>
                  <a:cubicBezTo>
                    <a:pt x="26445" y="363208"/>
                    <a:pt x="12392" y="350816"/>
                    <a:pt x="6609" y="334195"/>
                  </a:cubicBezTo>
                  <a:cubicBezTo>
                    <a:pt x="8609" y="302858"/>
                    <a:pt x="20992" y="238945"/>
                    <a:pt x="16134" y="199226"/>
                  </a:cubicBezTo>
                  <a:cubicBezTo>
                    <a:pt x="11276" y="159507"/>
                    <a:pt x="2609" y="130551"/>
                    <a:pt x="418" y="98832"/>
                  </a:cubicBezTo>
                  <a:cubicBezTo>
                    <a:pt x="-1773" y="67114"/>
                    <a:pt x="4609" y="67686"/>
                    <a:pt x="20611" y="56351"/>
                  </a:cubicBezTo>
                  <a:cubicBezTo>
                    <a:pt x="30053" y="49217"/>
                    <a:pt x="39984" y="42759"/>
                    <a:pt x="50329" y="3701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8"/>
            <p:cNvSpPr/>
            <p:nvPr/>
          </p:nvSpPr>
          <p:spPr>
            <a:xfrm>
              <a:off x="2389574" y="1045793"/>
              <a:ext cx="126365" cy="153696"/>
            </a:xfrm>
            <a:custGeom>
              <a:rect b="b" l="l" r="r" t="t"/>
              <a:pathLst>
                <a:path extrusionOk="0" h="153696" w="126365">
                  <a:moveTo>
                    <a:pt x="123547" y="55607"/>
                  </a:moveTo>
                  <a:lnTo>
                    <a:pt x="123547" y="55607"/>
                  </a:lnTo>
                  <a:cubicBezTo>
                    <a:pt x="118499" y="22936"/>
                    <a:pt x="94972" y="-1543"/>
                    <a:pt x="61349" y="76"/>
                  </a:cubicBezTo>
                  <a:cubicBezTo>
                    <a:pt x="25578" y="2019"/>
                    <a:pt x="-1846" y="32594"/>
                    <a:pt x="97" y="68361"/>
                  </a:cubicBezTo>
                  <a:cubicBezTo>
                    <a:pt x="99" y="68399"/>
                    <a:pt x="101" y="68427"/>
                    <a:pt x="103" y="68465"/>
                  </a:cubicBezTo>
                  <a:cubicBezTo>
                    <a:pt x="1271" y="88611"/>
                    <a:pt x="11858" y="107032"/>
                    <a:pt x="28678" y="118186"/>
                  </a:cubicBezTo>
                  <a:cubicBezTo>
                    <a:pt x="29839" y="123139"/>
                    <a:pt x="31598" y="127940"/>
                    <a:pt x="33917" y="132473"/>
                  </a:cubicBezTo>
                  <a:cubicBezTo>
                    <a:pt x="45728" y="146380"/>
                    <a:pt x="81542" y="155048"/>
                    <a:pt x="92114" y="153524"/>
                  </a:cubicBezTo>
                  <a:cubicBezTo>
                    <a:pt x="104686" y="152400"/>
                    <a:pt x="115295" y="143713"/>
                    <a:pt x="118880" y="131616"/>
                  </a:cubicBezTo>
                  <a:cubicBezTo>
                    <a:pt x="129833" y="105899"/>
                    <a:pt x="126309" y="71609"/>
                    <a:pt x="123547" y="5560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8"/>
            <p:cNvSpPr/>
            <p:nvPr/>
          </p:nvSpPr>
          <p:spPr>
            <a:xfrm>
              <a:off x="2377852" y="1032078"/>
              <a:ext cx="133256" cy="131805"/>
            </a:xfrm>
            <a:custGeom>
              <a:rect b="b" l="l" r="r" t="t"/>
              <a:pathLst>
                <a:path extrusionOk="0" h="131805" w="133256">
                  <a:moveTo>
                    <a:pt x="40114" y="131806"/>
                  </a:moveTo>
                  <a:lnTo>
                    <a:pt x="40114" y="131806"/>
                  </a:lnTo>
                  <a:lnTo>
                    <a:pt x="43162" y="103231"/>
                  </a:lnTo>
                  <a:cubicBezTo>
                    <a:pt x="43162" y="103231"/>
                    <a:pt x="19921" y="43033"/>
                    <a:pt x="74880" y="54653"/>
                  </a:cubicBezTo>
                  <a:cubicBezTo>
                    <a:pt x="111170" y="62273"/>
                    <a:pt x="120314" y="65512"/>
                    <a:pt x="131363" y="41223"/>
                  </a:cubicBezTo>
                  <a:cubicBezTo>
                    <a:pt x="142412" y="16934"/>
                    <a:pt x="103455" y="-5068"/>
                    <a:pt x="57164" y="1028"/>
                  </a:cubicBezTo>
                  <a:cubicBezTo>
                    <a:pt x="24162" y="4533"/>
                    <a:pt x="-666" y="32717"/>
                    <a:pt x="14" y="65893"/>
                  </a:cubicBezTo>
                  <a:cubicBezTo>
                    <a:pt x="1252" y="83895"/>
                    <a:pt x="6014" y="120185"/>
                    <a:pt x="40114" y="13180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8"/>
            <p:cNvSpPr/>
            <p:nvPr/>
          </p:nvSpPr>
          <p:spPr>
            <a:xfrm>
              <a:off x="2511120" y="1180647"/>
              <a:ext cx="61436" cy="88868"/>
            </a:xfrm>
            <a:custGeom>
              <a:rect b="b" l="l" r="r" t="t"/>
              <a:pathLst>
                <a:path extrusionOk="0" h="88868" w="61436">
                  <a:moveTo>
                    <a:pt x="39243" y="88868"/>
                  </a:moveTo>
                  <a:cubicBezTo>
                    <a:pt x="47575" y="88601"/>
                    <a:pt x="55499" y="85192"/>
                    <a:pt x="61436" y="79343"/>
                  </a:cubicBezTo>
                  <a:cubicBezTo>
                    <a:pt x="60198" y="63722"/>
                    <a:pt x="40196" y="4381"/>
                    <a:pt x="0" y="0"/>
                  </a:cubicBezTo>
                  <a:cubicBezTo>
                    <a:pt x="10976" y="7630"/>
                    <a:pt x="19668" y="18098"/>
                    <a:pt x="25146" y="30290"/>
                  </a:cubicBezTo>
                  <a:cubicBezTo>
                    <a:pt x="31347" y="49425"/>
                    <a:pt x="36060" y="69009"/>
                    <a:pt x="39243" y="888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8"/>
            <p:cNvSpPr/>
            <p:nvPr/>
          </p:nvSpPr>
          <p:spPr>
            <a:xfrm>
              <a:off x="6137574" y="3350157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0" name="Google Shape;1170;p8"/>
            <p:cNvSpPr/>
            <p:nvPr/>
          </p:nvSpPr>
          <p:spPr>
            <a:xfrm>
              <a:off x="6267054" y="2297586"/>
              <a:ext cx="217597" cy="318657"/>
            </a:xfrm>
            <a:custGeom>
              <a:rect b="b" l="l" r="r" t="t"/>
              <a:pathLst>
                <a:path extrusionOk="0" h="318657" w="217597">
                  <a:moveTo>
                    <a:pt x="77117" y="10535"/>
                  </a:moveTo>
                  <a:cubicBezTo>
                    <a:pt x="85785" y="-3371"/>
                    <a:pt x="151983" y="-12515"/>
                    <a:pt x="173796" y="43587"/>
                  </a:cubicBezTo>
                  <a:cubicBezTo>
                    <a:pt x="181987" y="64828"/>
                    <a:pt x="180749" y="119216"/>
                    <a:pt x="187702" y="153315"/>
                  </a:cubicBezTo>
                  <a:cubicBezTo>
                    <a:pt x="194655" y="187415"/>
                    <a:pt x="210848" y="206846"/>
                    <a:pt x="216277" y="234563"/>
                  </a:cubicBezTo>
                  <a:cubicBezTo>
                    <a:pt x="221706" y="262281"/>
                    <a:pt x="212658" y="308668"/>
                    <a:pt x="145888" y="316954"/>
                  </a:cubicBezTo>
                  <a:cubicBezTo>
                    <a:pt x="79117" y="325241"/>
                    <a:pt x="27778" y="301715"/>
                    <a:pt x="11966" y="280379"/>
                  </a:cubicBezTo>
                  <a:cubicBezTo>
                    <a:pt x="-3845" y="259043"/>
                    <a:pt x="-4131" y="213704"/>
                    <a:pt x="11966" y="189605"/>
                  </a:cubicBezTo>
                  <a:cubicBezTo>
                    <a:pt x="28063" y="165507"/>
                    <a:pt x="40541" y="145505"/>
                    <a:pt x="40541" y="11340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1" name="Google Shape;1171;p8"/>
            <p:cNvSpPr/>
            <p:nvPr/>
          </p:nvSpPr>
          <p:spPr>
            <a:xfrm>
              <a:off x="6260770" y="2526901"/>
              <a:ext cx="40647" cy="235450"/>
            </a:xfrm>
            <a:custGeom>
              <a:rect b="b" l="l" r="r" t="t"/>
              <a:pathLst>
                <a:path extrusionOk="0" h="235450" w="40647">
                  <a:moveTo>
                    <a:pt x="4152" y="15917"/>
                  </a:moveTo>
                  <a:cubicBezTo>
                    <a:pt x="4152" y="15917"/>
                    <a:pt x="-11564" y="127074"/>
                    <a:pt x="18154" y="205274"/>
                  </a:cubicBezTo>
                  <a:cubicBezTo>
                    <a:pt x="47872" y="283474"/>
                    <a:pt x="39585" y="184986"/>
                    <a:pt x="39585" y="184986"/>
                  </a:cubicBezTo>
                  <a:lnTo>
                    <a:pt x="32442" y="161554"/>
                  </a:lnTo>
                  <a:cubicBezTo>
                    <a:pt x="32442" y="161554"/>
                    <a:pt x="26536" y="71067"/>
                    <a:pt x="29013" y="48873"/>
                  </a:cubicBezTo>
                  <a:cubicBezTo>
                    <a:pt x="31489" y="26680"/>
                    <a:pt x="30918" y="7630"/>
                    <a:pt x="32442" y="5820"/>
                  </a:cubicBezTo>
                  <a:cubicBezTo>
                    <a:pt x="33966" y="4011"/>
                    <a:pt x="26632" y="486"/>
                    <a:pt x="23488" y="10"/>
                  </a:cubicBezTo>
                  <a:cubicBezTo>
                    <a:pt x="20345" y="-466"/>
                    <a:pt x="4152" y="15917"/>
                    <a:pt x="4152" y="1591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8"/>
            <p:cNvSpPr/>
            <p:nvPr/>
          </p:nvSpPr>
          <p:spPr>
            <a:xfrm>
              <a:off x="6283969" y="2294668"/>
              <a:ext cx="103921" cy="128329"/>
            </a:xfrm>
            <a:custGeom>
              <a:rect b="b" l="l" r="r" t="t"/>
              <a:pathLst>
                <a:path extrusionOk="0" h="128329" w="103921">
                  <a:moveTo>
                    <a:pt x="103921" y="3833"/>
                  </a:moveTo>
                  <a:cubicBezTo>
                    <a:pt x="103921" y="3833"/>
                    <a:pt x="54105" y="-10550"/>
                    <a:pt x="23911" y="16406"/>
                  </a:cubicBezTo>
                  <a:cubicBezTo>
                    <a:pt x="3585" y="35104"/>
                    <a:pt x="-4645" y="63564"/>
                    <a:pt x="2575" y="90225"/>
                  </a:cubicBezTo>
                  <a:cubicBezTo>
                    <a:pt x="6576" y="105941"/>
                    <a:pt x="14672" y="127468"/>
                    <a:pt x="27150" y="128325"/>
                  </a:cubicBezTo>
                  <a:cubicBezTo>
                    <a:pt x="39627" y="129182"/>
                    <a:pt x="103921" y="3833"/>
                    <a:pt x="103921" y="383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8"/>
            <p:cNvSpPr/>
            <p:nvPr/>
          </p:nvSpPr>
          <p:spPr>
            <a:xfrm>
              <a:off x="6304395" y="2434900"/>
              <a:ext cx="128622" cy="143860"/>
            </a:xfrm>
            <a:custGeom>
              <a:rect b="b" l="l" r="r" t="t"/>
              <a:pathLst>
                <a:path extrusionOk="0" h="143860" w="128622">
                  <a:moveTo>
                    <a:pt x="102545" y="0"/>
                  </a:moveTo>
                  <a:cubicBezTo>
                    <a:pt x="102545" y="0"/>
                    <a:pt x="99307" y="55531"/>
                    <a:pt x="100355" y="59627"/>
                  </a:cubicBezTo>
                  <a:cubicBezTo>
                    <a:pt x="101402" y="63722"/>
                    <a:pt x="122071" y="67628"/>
                    <a:pt x="127977" y="72485"/>
                  </a:cubicBezTo>
                  <a:cubicBezTo>
                    <a:pt x="133883" y="77343"/>
                    <a:pt x="97783" y="133636"/>
                    <a:pt x="79400" y="142018"/>
                  </a:cubicBezTo>
                  <a:cubicBezTo>
                    <a:pt x="61016" y="150400"/>
                    <a:pt x="4343" y="129064"/>
                    <a:pt x="437" y="100774"/>
                  </a:cubicBezTo>
                  <a:cubicBezTo>
                    <a:pt x="-3182" y="74866"/>
                    <a:pt x="16630" y="54673"/>
                    <a:pt x="24345" y="47625"/>
                  </a:cubicBezTo>
                  <a:cubicBezTo>
                    <a:pt x="29546" y="47282"/>
                    <a:pt x="34765" y="47282"/>
                    <a:pt x="39966" y="47625"/>
                  </a:cubicBezTo>
                  <a:lnTo>
                    <a:pt x="41585" y="20764"/>
                  </a:lnTo>
                  <a:cubicBezTo>
                    <a:pt x="66446" y="11906"/>
                    <a:pt x="102545" y="0"/>
                    <a:pt x="102545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8"/>
            <p:cNvSpPr/>
            <p:nvPr/>
          </p:nvSpPr>
          <p:spPr>
            <a:xfrm>
              <a:off x="6266985" y="2481191"/>
              <a:ext cx="187397" cy="215209"/>
            </a:xfrm>
            <a:custGeom>
              <a:rect b="b" l="l" r="r" t="t"/>
              <a:pathLst>
                <a:path extrusionOk="0" h="215209" w="187397">
                  <a:moveTo>
                    <a:pt x="147575" y="18193"/>
                  </a:moveTo>
                  <a:cubicBezTo>
                    <a:pt x="163196" y="20669"/>
                    <a:pt x="181008" y="28956"/>
                    <a:pt x="183485" y="37243"/>
                  </a:cubicBezTo>
                  <a:cubicBezTo>
                    <a:pt x="189933" y="68008"/>
                    <a:pt x="188390" y="99917"/>
                    <a:pt x="179008" y="129921"/>
                  </a:cubicBezTo>
                  <a:cubicBezTo>
                    <a:pt x="165482" y="165640"/>
                    <a:pt x="156434" y="188405"/>
                    <a:pt x="148623" y="203835"/>
                  </a:cubicBezTo>
                  <a:cubicBezTo>
                    <a:pt x="148623" y="203835"/>
                    <a:pt x="81091" y="232410"/>
                    <a:pt x="26703" y="198977"/>
                  </a:cubicBezTo>
                  <a:cubicBezTo>
                    <a:pt x="26703" y="198977"/>
                    <a:pt x="22893" y="160877"/>
                    <a:pt x="22703" y="140208"/>
                  </a:cubicBezTo>
                  <a:cubicBezTo>
                    <a:pt x="-27589" y="96393"/>
                    <a:pt x="15368" y="42291"/>
                    <a:pt x="57945" y="286"/>
                  </a:cubicBezTo>
                  <a:cubicBezTo>
                    <a:pt x="63050" y="-95"/>
                    <a:pt x="68175" y="-95"/>
                    <a:pt x="73280" y="286"/>
                  </a:cubicBezTo>
                  <a:cubicBezTo>
                    <a:pt x="73280" y="286"/>
                    <a:pt x="35180" y="45244"/>
                    <a:pt x="61755" y="70771"/>
                  </a:cubicBezTo>
                  <a:cubicBezTo>
                    <a:pt x="118238" y="53721"/>
                    <a:pt x="129478" y="28384"/>
                    <a:pt x="147575" y="1819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8"/>
            <p:cNvSpPr/>
            <p:nvPr/>
          </p:nvSpPr>
          <p:spPr>
            <a:xfrm>
              <a:off x="6300305" y="2304949"/>
              <a:ext cx="138529" cy="170431"/>
            </a:xfrm>
            <a:custGeom>
              <a:rect b="b" l="l" r="r" t="t"/>
              <a:pathLst>
                <a:path extrusionOk="0" h="170431" w="138529">
                  <a:moveTo>
                    <a:pt x="2908" y="60608"/>
                  </a:moveTo>
                  <a:lnTo>
                    <a:pt x="2908" y="60608"/>
                  </a:lnTo>
                  <a:cubicBezTo>
                    <a:pt x="8528" y="24890"/>
                    <a:pt x="34245" y="-2066"/>
                    <a:pt x="71107" y="125"/>
                  </a:cubicBezTo>
                  <a:cubicBezTo>
                    <a:pt x="110150" y="1972"/>
                    <a:pt x="140297" y="35129"/>
                    <a:pt x="138449" y="74172"/>
                  </a:cubicBezTo>
                  <a:cubicBezTo>
                    <a:pt x="137372" y="96775"/>
                    <a:pt x="125552" y="117511"/>
                    <a:pt x="106635" y="129950"/>
                  </a:cubicBezTo>
                  <a:cubicBezTo>
                    <a:pt x="105369" y="135322"/>
                    <a:pt x="103483" y="140533"/>
                    <a:pt x="101016" y="145476"/>
                  </a:cubicBezTo>
                  <a:cubicBezTo>
                    <a:pt x="87966" y="160716"/>
                    <a:pt x="53391" y="170336"/>
                    <a:pt x="41865" y="170432"/>
                  </a:cubicBezTo>
                  <a:cubicBezTo>
                    <a:pt x="32340" y="170432"/>
                    <a:pt x="23482" y="161383"/>
                    <a:pt x="14243" y="146048"/>
                  </a:cubicBezTo>
                  <a:cubicBezTo>
                    <a:pt x="-5093" y="113663"/>
                    <a:pt x="-140" y="78230"/>
                    <a:pt x="2908" y="6060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" name="Google Shape;1176;p8"/>
            <p:cNvSpPr/>
            <p:nvPr/>
          </p:nvSpPr>
          <p:spPr>
            <a:xfrm>
              <a:off x="6305880" y="2304032"/>
              <a:ext cx="138474" cy="130867"/>
            </a:xfrm>
            <a:custGeom>
              <a:rect b="b" l="l" r="r" t="t"/>
              <a:pathLst>
                <a:path extrusionOk="0" h="130867" w="138474">
                  <a:moveTo>
                    <a:pt x="76867" y="1709"/>
                  </a:moveTo>
                  <a:cubicBezTo>
                    <a:pt x="102679" y="6757"/>
                    <a:pt x="123920" y="13996"/>
                    <a:pt x="130969" y="39332"/>
                  </a:cubicBezTo>
                  <a:cubicBezTo>
                    <a:pt x="135731" y="56858"/>
                    <a:pt x="142018" y="90101"/>
                    <a:pt x="136017" y="104102"/>
                  </a:cubicBezTo>
                  <a:lnTo>
                    <a:pt x="132398" y="114294"/>
                  </a:lnTo>
                  <a:lnTo>
                    <a:pt x="101060" y="130868"/>
                  </a:lnTo>
                  <a:cubicBezTo>
                    <a:pt x="101060" y="130868"/>
                    <a:pt x="86487" y="118676"/>
                    <a:pt x="91059" y="83243"/>
                  </a:cubicBezTo>
                  <a:cubicBezTo>
                    <a:pt x="90850" y="78423"/>
                    <a:pt x="89335" y="73746"/>
                    <a:pt x="86678" y="69717"/>
                  </a:cubicBezTo>
                  <a:cubicBezTo>
                    <a:pt x="84687" y="66364"/>
                    <a:pt x="83211" y="62735"/>
                    <a:pt x="82296" y="58954"/>
                  </a:cubicBezTo>
                  <a:cubicBezTo>
                    <a:pt x="78591" y="49353"/>
                    <a:pt x="71371" y="41514"/>
                    <a:pt x="62103" y="37046"/>
                  </a:cubicBezTo>
                  <a:cubicBezTo>
                    <a:pt x="38767" y="23997"/>
                    <a:pt x="4953" y="35237"/>
                    <a:pt x="0" y="39999"/>
                  </a:cubicBezTo>
                  <a:cubicBezTo>
                    <a:pt x="13221" y="10548"/>
                    <a:pt x="45396" y="-5483"/>
                    <a:pt x="76867" y="1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" name="Google Shape;1177;p8"/>
            <p:cNvSpPr/>
            <p:nvPr/>
          </p:nvSpPr>
          <p:spPr>
            <a:xfrm>
              <a:off x="6412912" y="2510225"/>
              <a:ext cx="93089" cy="307779"/>
            </a:xfrm>
            <a:custGeom>
              <a:rect b="b" l="l" r="r" t="t"/>
              <a:pathLst>
                <a:path extrusionOk="0" h="307779" w="93089">
                  <a:moveTo>
                    <a:pt x="39367" y="248524"/>
                  </a:moveTo>
                  <a:cubicBezTo>
                    <a:pt x="45177" y="212329"/>
                    <a:pt x="56036" y="188898"/>
                    <a:pt x="50988" y="168990"/>
                  </a:cubicBezTo>
                  <a:cubicBezTo>
                    <a:pt x="39739" y="128738"/>
                    <a:pt x="25013" y="89542"/>
                    <a:pt x="6982" y="51833"/>
                  </a:cubicBezTo>
                  <a:cubicBezTo>
                    <a:pt x="-4448" y="29354"/>
                    <a:pt x="-924" y="13733"/>
                    <a:pt x="10887" y="4779"/>
                  </a:cubicBezTo>
                  <a:cubicBezTo>
                    <a:pt x="24222" y="-4746"/>
                    <a:pt x="36891" y="-840"/>
                    <a:pt x="48987" y="23829"/>
                  </a:cubicBezTo>
                  <a:cubicBezTo>
                    <a:pt x="64132" y="55167"/>
                    <a:pt x="81086" y="87361"/>
                    <a:pt x="89373" y="134034"/>
                  </a:cubicBezTo>
                  <a:cubicBezTo>
                    <a:pt x="94688" y="164228"/>
                    <a:pt x="94298" y="195136"/>
                    <a:pt x="88230" y="225188"/>
                  </a:cubicBezTo>
                  <a:cubicBezTo>
                    <a:pt x="83087" y="257668"/>
                    <a:pt x="72800" y="275956"/>
                    <a:pt x="60513" y="306436"/>
                  </a:cubicBezTo>
                  <a:cubicBezTo>
                    <a:pt x="57084" y="315199"/>
                    <a:pt x="34414" y="279385"/>
                    <a:pt x="39367" y="2485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8"/>
            <p:cNvSpPr/>
            <p:nvPr/>
          </p:nvSpPr>
          <p:spPr>
            <a:xfrm>
              <a:off x="6328850" y="3433403"/>
              <a:ext cx="108744" cy="83141"/>
            </a:xfrm>
            <a:custGeom>
              <a:rect b="b" l="l" r="r" t="t"/>
              <a:pathLst>
                <a:path extrusionOk="0" h="83141" w="108744">
                  <a:moveTo>
                    <a:pt x="100855" y="2"/>
                  </a:moveTo>
                  <a:cubicBezTo>
                    <a:pt x="87806" y="10575"/>
                    <a:pt x="67423" y="3241"/>
                    <a:pt x="66470" y="4194"/>
                  </a:cubicBezTo>
                  <a:cubicBezTo>
                    <a:pt x="51297" y="17281"/>
                    <a:pt x="35400" y="29492"/>
                    <a:pt x="18845" y="40769"/>
                  </a:cubicBezTo>
                  <a:cubicBezTo>
                    <a:pt x="10654" y="47151"/>
                    <a:pt x="-2014" y="55724"/>
                    <a:pt x="271" y="68106"/>
                  </a:cubicBezTo>
                  <a:cubicBezTo>
                    <a:pt x="4367" y="90109"/>
                    <a:pt x="39610" y="83346"/>
                    <a:pt x="52945" y="76584"/>
                  </a:cubicBezTo>
                  <a:cubicBezTo>
                    <a:pt x="66280" y="69821"/>
                    <a:pt x="77043" y="58677"/>
                    <a:pt x="89616" y="50866"/>
                  </a:cubicBezTo>
                  <a:cubicBezTo>
                    <a:pt x="98665" y="45246"/>
                    <a:pt x="107428" y="42389"/>
                    <a:pt x="108666" y="31054"/>
                  </a:cubicBezTo>
                  <a:cubicBezTo>
                    <a:pt x="109523" y="24196"/>
                    <a:pt x="103142" y="-283"/>
                    <a:pt x="100855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" name="Google Shape;1179;p8"/>
            <p:cNvSpPr/>
            <p:nvPr/>
          </p:nvSpPr>
          <p:spPr>
            <a:xfrm>
              <a:off x="6329407" y="3459885"/>
              <a:ext cx="108204" cy="56238"/>
            </a:xfrm>
            <a:custGeom>
              <a:rect b="b" l="l" r="r" t="t"/>
              <a:pathLst>
                <a:path extrusionOk="0" h="56238" w="108204">
                  <a:moveTo>
                    <a:pt x="107918" y="0"/>
                  </a:moveTo>
                  <a:cubicBezTo>
                    <a:pt x="106204" y="10859"/>
                    <a:pt x="97536" y="13907"/>
                    <a:pt x="88868" y="19050"/>
                  </a:cubicBezTo>
                  <a:cubicBezTo>
                    <a:pt x="76105" y="26956"/>
                    <a:pt x="64865" y="38100"/>
                    <a:pt x="51530" y="45149"/>
                  </a:cubicBezTo>
                  <a:cubicBezTo>
                    <a:pt x="38195" y="52197"/>
                    <a:pt x="8573" y="57531"/>
                    <a:pt x="0" y="41815"/>
                  </a:cubicBezTo>
                  <a:cubicBezTo>
                    <a:pt x="4667" y="63056"/>
                    <a:pt x="39338" y="56388"/>
                    <a:pt x="52483" y="49721"/>
                  </a:cubicBezTo>
                  <a:cubicBezTo>
                    <a:pt x="65627" y="43053"/>
                    <a:pt x="76581" y="31814"/>
                    <a:pt x="89154" y="24003"/>
                  </a:cubicBezTo>
                  <a:cubicBezTo>
                    <a:pt x="98203" y="18383"/>
                    <a:pt x="106966" y="15526"/>
                    <a:pt x="108204" y="4191"/>
                  </a:cubicBezTo>
                  <a:cubicBezTo>
                    <a:pt x="108214" y="2791"/>
                    <a:pt x="108118" y="1391"/>
                    <a:pt x="107918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" name="Google Shape;1180;p8"/>
            <p:cNvSpPr/>
            <p:nvPr/>
          </p:nvSpPr>
          <p:spPr>
            <a:xfrm>
              <a:off x="6246119" y="3415021"/>
              <a:ext cx="99827" cy="77341"/>
            </a:xfrm>
            <a:custGeom>
              <a:rect b="b" l="l" r="r" t="t"/>
              <a:pathLst>
                <a:path extrusionOk="0" h="77341" w="99827">
                  <a:moveTo>
                    <a:pt x="91860" y="1"/>
                  </a:moveTo>
                  <a:cubicBezTo>
                    <a:pt x="79954" y="9526"/>
                    <a:pt x="61856" y="4288"/>
                    <a:pt x="60999" y="5240"/>
                  </a:cubicBezTo>
                  <a:cubicBezTo>
                    <a:pt x="47045" y="17146"/>
                    <a:pt x="32453" y="28281"/>
                    <a:pt x="17279" y="38578"/>
                  </a:cubicBezTo>
                  <a:cubicBezTo>
                    <a:pt x="9754" y="44388"/>
                    <a:pt x="-1771" y="52294"/>
                    <a:pt x="229" y="63533"/>
                  </a:cubicBezTo>
                  <a:cubicBezTo>
                    <a:pt x="4040" y="83726"/>
                    <a:pt x="36329" y="77535"/>
                    <a:pt x="48521" y="71344"/>
                  </a:cubicBezTo>
                  <a:cubicBezTo>
                    <a:pt x="60713" y="65152"/>
                    <a:pt x="70619" y="54961"/>
                    <a:pt x="82145" y="47817"/>
                  </a:cubicBezTo>
                  <a:cubicBezTo>
                    <a:pt x="90336" y="42673"/>
                    <a:pt x="98433" y="40006"/>
                    <a:pt x="99766" y="29624"/>
                  </a:cubicBezTo>
                  <a:cubicBezTo>
                    <a:pt x="100528" y="23338"/>
                    <a:pt x="94051" y="-189"/>
                    <a:pt x="91860" y="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" name="Google Shape;1181;p8"/>
            <p:cNvSpPr/>
            <p:nvPr/>
          </p:nvSpPr>
          <p:spPr>
            <a:xfrm>
              <a:off x="6246063" y="3440454"/>
              <a:ext cx="99536" cy="51729"/>
            </a:xfrm>
            <a:custGeom>
              <a:rect b="b" l="l" r="r" t="t"/>
              <a:pathLst>
                <a:path extrusionOk="0" h="51729" w="99536">
                  <a:moveTo>
                    <a:pt x="99536" y="0"/>
                  </a:moveTo>
                  <a:cubicBezTo>
                    <a:pt x="97917" y="10001"/>
                    <a:pt x="90011" y="12668"/>
                    <a:pt x="81820" y="17812"/>
                  </a:cubicBezTo>
                  <a:cubicBezTo>
                    <a:pt x="70104" y="25051"/>
                    <a:pt x="59817" y="35528"/>
                    <a:pt x="47625" y="41720"/>
                  </a:cubicBezTo>
                  <a:cubicBezTo>
                    <a:pt x="35433" y="47911"/>
                    <a:pt x="8287" y="53054"/>
                    <a:pt x="0" y="38671"/>
                  </a:cubicBezTo>
                  <a:cubicBezTo>
                    <a:pt x="4286" y="57721"/>
                    <a:pt x="36004" y="52006"/>
                    <a:pt x="47625" y="45911"/>
                  </a:cubicBezTo>
                  <a:cubicBezTo>
                    <a:pt x="59246" y="39814"/>
                    <a:pt x="69723" y="29528"/>
                    <a:pt x="81248" y="22384"/>
                  </a:cubicBezTo>
                  <a:cubicBezTo>
                    <a:pt x="89440" y="17240"/>
                    <a:pt x="97536" y="14573"/>
                    <a:pt x="98870" y="4191"/>
                  </a:cubicBezTo>
                  <a:cubicBezTo>
                    <a:pt x="99222" y="2819"/>
                    <a:pt x="99441" y="1419"/>
                    <a:pt x="9953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" name="Google Shape;1182;p8"/>
            <p:cNvSpPr/>
            <p:nvPr/>
          </p:nvSpPr>
          <p:spPr>
            <a:xfrm>
              <a:off x="6262125" y="2696837"/>
              <a:ext cx="213068" cy="744450"/>
            </a:xfrm>
            <a:custGeom>
              <a:rect b="b" l="l" r="r" t="t"/>
              <a:pathLst>
                <a:path extrusionOk="0" h="744450" w="213068">
                  <a:moveTo>
                    <a:pt x="5465" y="110490"/>
                  </a:moveTo>
                  <a:cubicBezTo>
                    <a:pt x="11276" y="65437"/>
                    <a:pt x="27849" y="0"/>
                    <a:pt x="27849" y="0"/>
                  </a:cubicBezTo>
                  <a:cubicBezTo>
                    <a:pt x="43546" y="7372"/>
                    <a:pt x="60529" y="11611"/>
                    <a:pt x="77855" y="12478"/>
                  </a:cubicBezTo>
                  <a:cubicBezTo>
                    <a:pt x="103211" y="12316"/>
                    <a:pt x="128490" y="9830"/>
                    <a:pt x="153388" y="5048"/>
                  </a:cubicBezTo>
                  <a:cubicBezTo>
                    <a:pt x="161532" y="19269"/>
                    <a:pt x="170429" y="33033"/>
                    <a:pt x="180059" y="46291"/>
                  </a:cubicBezTo>
                  <a:cubicBezTo>
                    <a:pt x="193012" y="64294"/>
                    <a:pt x="218159" y="103441"/>
                    <a:pt x="212158" y="172879"/>
                  </a:cubicBezTo>
                  <a:cubicBezTo>
                    <a:pt x="208253" y="217932"/>
                    <a:pt x="182916" y="409480"/>
                    <a:pt x="182916" y="409480"/>
                  </a:cubicBezTo>
                  <a:cubicBezTo>
                    <a:pt x="192755" y="441693"/>
                    <a:pt x="197985" y="475145"/>
                    <a:pt x="198442" y="508826"/>
                  </a:cubicBezTo>
                  <a:cubicBezTo>
                    <a:pt x="196156" y="548821"/>
                    <a:pt x="190869" y="588588"/>
                    <a:pt x="182630" y="627793"/>
                  </a:cubicBezTo>
                  <a:lnTo>
                    <a:pt x="167581" y="736568"/>
                  </a:lnTo>
                  <a:cubicBezTo>
                    <a:pt x="167581" y="736568"/>
                    <a:pt x="147483" y="751046"/>
                    <a:pt x="133195" y="740759"/>
                  </a:cubicBezTo>
                  <a:lnTo>
                    <a:pt x="135005" y="634365"/>
                  </a:lnTo>
                  <a:cubicBezTo>
                    <a:pt x="133291" y="608362"/>
                    <a:pt x="130719" y="569976"/>
                    <a:pt x="129004" y="545402"/>
                  </a:cubicBezTo>
                  <a:cubicBezTo>
                    <a:pt x="126337" y="505492"/>
                    <a:pt x="119479" y="442055"/>
                    <a:pt x="117098" y="426148"/>
                  </a:cubicBezTo>
                  <a:cubicBezTo>
                    <a:pt x="114717" y="410242"/>
                    <a:pt x="109954" y="382619"/>
                    <a:pt x="107573" y="351568"/>
                  </a:cubicBezTo>
                  <a:cubicBezTo>
                    <a:pt x="105192" y="320516"/>
                    <a:pt x="93476" y="162973"/>
                    <a:pt x="93476" y="162973"/>
                  </a:cubicBezTo>
                  <a:lnTo>
                    <a:pt x="91857" y="192500"/>
                  </a:lnTo>
                  <a:cubicBezTo>
                    <a:pt x="91857" y="192500"/>
                    <a:pt x="90238" y="240125"/>
                    <a:pt x="83380" y="299561"/>
                  </a:cubicBezTo>
                  <a:cubicBezTo>
                    <a:pt x="76522" y="358997"/>
                    <a:pt x="73855" y="385286"/>
                    <a:pt x="73855" y="385286"/>
                  </a:cubicBezTo>
                  <a:cubicBezTo>
                    <a:pt x="80370" y="397183"/>
                    <a:pt x="84932" y="410042"/>
                    <a:pt x="87380" y="423386"/>
                  </a:cubicBezTo>
                  <a:cubicBezTo>
                    <a:pt x="88619" y="436150"/>
                    <a:pt x="103192" y="537686"/>
                    <a:pt x="94429" y="588740"/>
                  </a:cubicBezTo>
                  <a:lnTo>
                    <a:pt x="76712" y="719138"/>
                  </a:lnTo>
                  <a:cubicBezTo>
                    <a:pt x="67645" y="725376"/>
                    <a:pt x="56138" y="726900"/>
                    <a:pt x="45756" y="723233"/>
                  </a:cubicBezTo>
                  <a:lnTo>
                    <a:pt x="35183" y="591407"/>
                  </a:lnTo>
                  <a:cubicBezTo>
                    <a:pt x="28135" y="541211"/>
                    <a:pt x="13180" y="434912"/>
                    <a:pt x="10895" y="421100"/>
                  </a:cubicBezTo>
                  <a:cubicBezTo>
                    <a:pt x="5808" y="393268"/>
                    <a:pt x="2817" y="365084"/>
                    <a:pt x="1941" y="336804"/>
                  </a:cubicBezTo>
                  <a:cubicBezTo>
                    <a:pt x="-1583" y="279749"/>
                    <a:pt x="-250" y="155543"/>
                    <a:pt x="5465" y="11049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" name="Google Shape;1183;p8"/>
            <p:cNvSpPr/>
            <p:nvPr/>
          </p:nvSpPr>
          <p:spPr>
            <a:xfrm>
              <a:off x="6253173" y="2679311"/>
              <a:ext cx="226922" cy="495109"/>
            </a:xfrm>
            <a:custGeom>
              <a:rect b="b" l="l" r="r" t="t"/>
              <a:pathLst>
                <a:path extrusionOk="0" h="495109" w="226922">
                  <a:moveTo>
                    <a:pt x="162435" y="6001"/>
                  </a:moveTo>
                  <a:lnTo>
                    <a:pt x="201202" y="83915"/>
                  </a:lnTo>
                  <a:cubicBezTo>
                    <a:pt x="201202" y="83915"/>
                    <a:pt x="260447" y="170593"/>
                    <a:pt x="199106" y="393287"/>
                  </a:cubicBezTo>
                  <a:lnTo>
                    <a:pt x="210631" y="461963"/>
                  </a:lnTo>
                  <a:cubicBezTo>
                    <a:pt x="210631" y="461963"/>
                    <a:pt x="94522" y="536543"/>
                    <a:pt x="16798" y="461963"/>
                  </a:cubicBezTo>
                  <a:cubicBezTo>
                    <a:pt x="16798" y="461963"/>
                    <a:pt x="-10158" y="256127"/>
                    <a:pt x="4224" y="161258"/>
                  </a:cubicBezTo>
                  <a:cubicBezTo>
                    <a:pt x="12149" y="106661"/>
                    <a:pt x="24246" y="52749"/>
                    <a:pt x="40420" y="0"/>
                  </a:cubicBezTo>
                  <a:cubicBezTo>
                    <a:pt x="40420" y="0"/>
                    <a:pt x="59470" y="21050"/>
                    <a:pt x="157291" y="71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" name="Google Shape;1184;p8"/>
            <p:cNvSpPr/>
            <p:nvPr/>
          </p:nvSpPr>
          <p:spPr>
            <a:xfrm>
              <a:off x="6408973" y="2507035"/>
              <a:ext cx="76263" cy="95029"/>
            </a:xfrm>
            <a:custGeom>
              <a:rect b="b" l="l" r="r" t="t"/>
              <a:pathLst>
                <a:path extrusionOk="0" h="95029" w="76263">
                  <a:moveTo>
                    <a:pt x="76263" y="71216"/>
                  </a:moveTo>
                  <a:cubicBezTo>
                    <a:pt x="76263" y="71216"/>
                    <a:pt x="49307" y="98076"/>
                    <a:pt x="17303" y="94743"/>
                  </a:cubicBezTo>
                  <a:lnTo>
                    <a:pt x="1968" y="42165"/>
                  </a:lnTo>
                  <a:cubicBezTo>
                    <a:pt x="1968" y="42165"/>
                    <a:pt x="-7557" y="14828"/>
                    <a:pt x="15303" y="2826"/>
                  </a:cubicBezTo>
                  <a:cubicBezTo>
                    <a:pt x="38163" y="-9175"/>
                    <a:pt x="62833" y="17685"/>
                    <a:pt x="76263" y="7121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" name="Google Shape;1185;p8"/>
            <p:cNvSpPr/>
            <p:nvPr/>
          </p:nvSpPr>
          <p:spPr>
            <a:xfrm>
              <a:off x="6261399" y="2481311"/>
              <a:ext cx="63531" cy="66745"/>
            </a:xfrm>
            <a:custGeom>
              <a:rect b="b" l="l" r="r" t="t"/>
              <a:pathLst>
                <a:path extrusionOk="0" h="66745" w="63531">
                  <a:moveTo>
                    <a:pt x="63532" y="451"/>
                  </a:moveTo>
                  <a:cubicBezTo>
                    <a:pt x="63532" y="451"/>
                    <a:pt x="32671" y="-9074"/>
                    <a:pt x="0" y="59411"/>
                  </a:cubicBezTo>
                  <a:lnTo>
                    <a:pt x="12192" y="66745"/>
                  </a:lnTo>
                  <a:cubicBezTo>
                    <a:pt x="27499" y="43304"/>
                    <a:pt x="44663" y="21130"/>
                    <a:pt x="63532" y="45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" name="Google Shape;1186;p8"/>
            <p:cNvSpPr/>
            <p:nvPr/>
          </p:nvSpPr>
          <p:spPr>
            <a:xfrm>
              <a:off x="2608942" y="4557070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7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7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7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" name="Google Shape;1187;p8"/>
            <p:cNvSpPr/>
            <p:nvPr/>
          </p:nvSpPr>
          <p:spPr>
            <a:xfrm>
              <a:off x="2930982" y="3722965"/>
              <a:ext cx="85002" cy="305847"/>
            </a:xfrm>
            <a:custGeom>
              <a:rect b="b" l="l" r="r" t="t"/>
              <a:pathLst>
                <a:path extrusionOk="0" h="305847" w="85002">
                  <a:moveTo>
                    <a:pt x="18764" y="0"/>
                  </a:moveTo>
                  <a:cubicBezTo>
                    <a:pt x="37814" y="5429"/>
                    <a:pt x="48482" y="26289"/>
                    <a:pt x="65056" y="70961"/>
                  </a:cubicBezTo>
                  <a:cubicBezTo>
                    <a:pt x="78848" y="111490"/>
                    <a:pt x="85582" y="154076"/>
                    <a:pt x="84963" y="196882"/>
                  </a:cubicBezTo>
                  <a:cubicBezTo>
                    <a:pt x="79629" y="238982"/>
                    <a:pt x="62198" y="271748"/>
                    <a:pt x="20098" y="305848"/>
                  </a:cubicBezTo>
                  <a:lnTo>
                    <a:pt x="0" y="268986"/>
                  </a:lnTo>
                  <a:cubicBezTo>
                    <a:pt x="0" y="268986"/>
                    <a:pt x="41243" y="232600"/>
                    <a:pt x="45434" y="190500"/>
                  </a:cubicBezTo>
                  <a:cubicBezTo>
                    <a:pt x="47815" y="166878"/>
                    <a:pt x="20098" y="87249"/>
                    <a:pt x="20098" y="85058"/>
                  </a:cubicBezTo>
                  <a:cubicBezTo>
                    <a:pt x="20098" y="82867"/>
                    <a:pt x="18764" y="0"/>
                    <a:pt x="18764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8"/>
            <p:cNvSpPr/>
            <p:nvPr/>
          </p:nvSpPr>
          <p:spPr>
            <a:xfrm>
              <a:off x="2667241" y="4676337"/>
              <a:ext cx="123900" cy="70118"/>
            </a:xfrm>
            <a:custGeom>
              <a:rect b="b" l="l" r="r" t="t"/>
              <a:pathLst>
                <a:path extrusionOk="0" h="70118" w="123900">
                  <a:moveTo>
                    <a:pt x="117628" y="16845"/>
                  </a:moveTo>
                  <a:cubicBezTo>
                    <a:pt x="104783" y="20750"/>
                    <a:pt x="90877" y="18874"/>
                    <a:pt x="79528" y="11701"/>
                  </a:cubicBezTo>
                  <a:cubicBezTo>
                    <a:pt x="69241" y="11701"/>
                    <a:pt x="8757" y="-12016"/>
                    <a:pt x="1137" y="8082"/>
                  </a:cubicBezTo>
                  <a:cubicBezTo>
                    <a:pt x="-5531" y="25703"/>
                    <a:pt x="18758" y="42086"/>
                    <a:pt x="31617" y="45229"/>
                  </a:cubicBezTo>
                  <a:cubicBezTo>
                    <a:pt x="60192" y="51992"/>
                    <a:pt x="80766" y="66089"/>
                    <a:pt x="92196" y="68470"/>
                  </a:cubicBezTo>
                  <a:cubicBezTo>
                    <a:pt x="100966" y="71585"/>
                    <a:pt x="110703" y="70232"/>
                    <a:pt x="118294" y="64851"/>
                  </a:cubicBezTo>
                  <a:cubicBezTo>
                    <a:pt x="126200" y="56850"/>
                    <a:pt x="125533" y="27322"/>
                    <a:pt x="117628" y="1684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8"/>
            <p:cNvSpPr/>
            <p:nvPr/>
          </p:nvSpPr>
          <p:spPr>
            <a:xfrm>
              <a:off x="2667120" y="4688038"/>
              <a:ext cx="121939" cy="58416"/>
            </a:xfrm>
            <a:custGeom>
              <a:rect b="b" l="l" r="r" t="t"/>
              <a:pathLst>
                <a:path extrusionOk="0" h="58416" w="121939">
                  <a:moveTo>
                    <a:pt x="92127" y="51911"/>
                  </a:moveTo>
                  <a:cubicBezTo>
                    <a:pt x="80697" y="49530"/>
                    <a:pt x="59837" y="35433"/>
                    <a:pt x="31548" y="28575"/>
                  </a:cubicBezTo>
                  <a:cubicBezTo>
                    <a:pt x="20784" y="26003"/>
                    <a:pt x="2020" y="14097"/>
                    <a:pt x="210" y="0"/>
                  </a:cubicBezTo>
                  <a:cubicBezTo>
                    <a:pt x="-2361" y="16193"/>
                    <a:pt x="19260" y="30575"/>
                    <a:pt x="31548" y="33528"/>
                  </a:cubicBezTo>
                  <a:cubicBezTo>
                    <a:pt x="60123" y="40291"/>
                    <a:pt x="80697" y="54388"/>
                    <a:pt x="92127" y="56769"/>
                  </a:cubicBezTo>
                  <a:cubicBezTo>
                    <a:pt x="100896" y="59884"/>
                    <a:pt x="110634" y="58531"/>
                    <a:pt x="118225" y="53150"/>
                  </a:cubicBezTo>
                  <a:cubicBezTo>
                    <a:pt x="119933" y="51188"/>
                    <a:pt x="121200" y="48882"/>
                    <a:pt x="121940" y="46387"/>
                  </a:cubicBezTo>
                  <a:cubicBezTo>
                    <a:pt x="113425" y="52816"/>
                    <a:pt x="102380" y="54864"/>
                    <a:pt x="92127" y="51911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8"/>
            <p:cNvSpPr/>
            <p:nvPr/>
          </p:nvSpPr>
          <p:spPr>
            <a:xfrm>
              <a:off x="2825027" y="4597173"/>
              <a:ext cx="119416" cy="67472"/>
            </a:xfrm>
            <a:custGeom>
              <a:rect b="b" l="l" r="r" t="t"/>
              <a:pathLst>
                <a:path extrusionOk="0" h="67472" w="119416">
                  <a:moveTo>
                    <a:pt x="113384" y="16189"/>
                  </a:moveTo>
                  <a:cubicBezTo>
                    <a:pt x="102146" y="20047"/>
                    <a:pt x="89728" y="18161"/>
                    <a:pt x="80142" y="11141"/>
                  </a:cubicBezTo>
                  <a:cubicBezTo>
                    <a:pt x="70617" y="11141"/>
                    <a:pt x="8419" y="-11529"/>
                    <a:pt x="1085" y="7807"/>
                  </a:cubicBezTo>
                  <a:cubicBezTo>
                    <a:pt x="-5297" y="24762"/>
                    <a:pt x="18039" y="40383"/>
                    <a:pt x="30422" y="43431"/>
                  </a:cubicBezTo>
                  <a:cubicBezTo>
                    <a:pt x="57663" y="50003"/>
                    <a:pt x="78047" y="63624"/>
                    <a:pt x="88715" y="65910"/>
                  </a:cubicBezTo>
                  <a:cubicBezTo>
                    <a:pt x="97172" y="68882"/>
                    <a:pt x="106547" y="67567"/>
                    <a:pt x="113861" y="62385"/>
                  </a:cubicBezTo>
                  <a:cubicBezTo>
                    <a:pt x="121671" y="54670"/>
                    <a:pt x="121004" y="26286"/>
                    <a:pt x="113384" y="16189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8"/>
            <p:cNvSpPr/>
            <p:nvPr/>
          </p:nvSpPr>
          <p:spPr>
            <a:xfrm>
              <a:off x="2825072" y="4608314"/>
              <a:ext cx="117340" cy="56332"/>
            </a:xfrm>
            <a:custGeom>
              <a:rect b="b" l="l" r="r" t="t"/>
              <a:pathLst>
                <a:path extrusionOk="0" h="56332" w="117340">
                  <a:moveTo>
                    <a:pt x="88670" y="50102"/>
                  </a:moveTo>
                  <a:cubicBezTo>
                    <a:pt x="77717" y="47720"/>
                    <a:pt x="57619" y="34195"/>
                    <a:pt x="30377" y="27622"/>
                  </a:cubicBezTo>
                  <a:cubicBezTo>
                    <a:pt x="19995" y="25051"/>
                    <a:pt x="1802" y="13621"/>
                    <a:pt x="183" y="0"/>
                  </a:cubicBezTo>
                  <a:cubicBezTo>
                    <a:pt x="-2198" y="15621"/>
                    <a:pt x="19233" y="29528"/>
                    <a:pt x="30377" y="32290"/>
                  </a:cubicBezTo>
                  <a:cubicBezTo>
                    <a:pt x="57619" y="38862"/>
                    <a:pt x="78002" y="52483"/>
                    <a:pt x="88670" y="54769"/>
                  </a:cubicBezTo>
                  <a:cubicBezTo>
                    <a:pt x="97128" y="57741"/>
                    <a:pt x="106503" y="56426"/>
                    <a:pt x="113816" y="51245"/>
                  </a:cubicBezTo>
                  <a:cubicBezTo>
                    <a:pt x="115496" y="49368"/>
                    <a:pt x="116703" y="47111"/>
                    <a:pt x="117341" y="44672"/>
                  </a:cubicBezTo>
                  <a:cubicBezTo>
                    <a:pt x="109187" y="50930"/>
                    <a:pt x="98547" y="52940"/>
                    <a:pt x="88670" y="50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8"/>
            <p:cNvSpPr/>
            <p:nvPr/>
          </p:nvSpPr>
          <p:spPr>
            <a:xfrm>
              <a:off x="2742284" y="3964900"/>
              <a:ext cx="238054" cy="732926"/>
            </a:xfrm>
            <a:custGeom>
              <a:rect b="b" l="l" r="r" t="t"/>
              <a:pathLst>
                <a:path extrusionOk="0" h="732926" w="238054">
                  <a:moveTo>
                    <a:pt x="216416" y="495014"/>
                  </a:moveTo>
                  <a:cubicBezTo>
                    <a:pt x="216443" y="471802"/>
                    <a:pt x="212447" y="448761"/>
                    <a:pt x="204605" y="426911"/>
                  </a:cubicBezTo>
                  <a:cubicBezTo>
                    <a:pt x="204605" y="426911"/>
                    <a:pt x="212415" y="333661"/>
                    <a:pt x="218416" y="272415"/>
                  </a:cubicBezTo>
                  <a:cubicBezTo>
                    <a:pt x="227179" y="182118"/>
                    <a:pt x="241086" y="173164"/>
                    <a:pt x="237466" y="118300"/>
                  </a:cubicBezTo>
                  <a:cubicBezTo>
                    <a:pt x="233847" y="67437"/>
                    <a:pt x="204891" y="34480"/>
                    <a:pt x="197366" y="0"/>
                  </a:cubicBezTo>
                  <a:lnTo>
                    <a:pt x="50014" y="11621"/>
                  </a:lnTo>
                  <a:cubicBezTo>
                    <a:pt x="50014" y="11621"/>
                    <a:pt x="37155" y="53435"/>
                    <a:pt x="20582" y="136684"/>
                  </a:cubicBezTo>
                  <a:cubicBezTo>
                    <a:pt x="4008" y="219932"/>
                    <a:pt x="2865" y="318897"/>
                    <a:pt x="4199" y="449961"/>
                  </a:cubicBezTo>
                  <a:cubicBezTo>
                    <a:pt x="4199" y="483775"/>
                    <a:pt x="-1516" y="513112"/>
                    <a:pt x="389" y="597313"/>
                  </a:cubicBezTo>
                  <a:cubicBezTo>
                    <a:pt x="1722" y="653891"/>
                    <a:pt x="4961" y="723233"/>
                    <a:pt x="4961" y="723233"/>
                  </a:cubicBezTo>
                  <a:cubicBezTo>
                    <a:pt x="26487" y="741712"/>
                    <a:pt x="41442" y="728091"/>
                    <a:pt x="41442" y="728091"/>
                  </a:cubicBezTo>
                  <a:cubicBezTo>
                    <a:pt x="41442" y="728091"/>
                    <a:pt x="79542" y="560451"/>
                    <a:pt x="84780" y="521970"/>
                  </a:cubicBezTo>
                  <a:cubicBezTo>
                    <a:pt x="88780" y="500682"/>
                    <a:pt x="87003" y="478707"/>
                    <a:pt x="79637" y="458343"/>
                  </a:cubicBezTo>
                  <a:cubicBezTo>
                    <a:pt x="79637" y="458343"/>
                    <a:pt x="90686" y="405670"/>
                    <a:pt x="98687" y="364236"/>
                  </a:cubicBezTo>
                  <a:cubicBezTo>
                    <a:pt x="108212" y="313658"/>
                    <a:pt x="133453" y="204502"/>
                    <a:pt x="133453" y="204502"/>
                  </a:cubicBezTo>
                  <a:cubicBezTo>
                    <a:pt x="133453" y="204502"/>
                    <a:pt x="129167" y="372237"/>
                    <a:pt x="136501" y="405289"/>
                  </a:cubicBezTo>
                  <a:cubicBezTo>
                    <a:pt x="143835" y="438340"/>
                    <a:pt x="145074" y="467106"/>
                    <a:pt x="151360" y="512064"/>
                  </a:cubicBezTo>
                  <a:cubicBezTo>
                    <a:pt x="158885" y="566356"/>
                    <a:pt x="162314" y="645890"/>
                    <a:pt x="162314" y="645890"/>
                  </a:cubicBezTo>
                  <a:cubicBezTo>
                    <a:pt x="184793" y="660178"/>
                    <a:pt x="194794" y="649224"/>
                    <a:pt x="194794" y="649224"/>
                  </a:cubicBezTo>
                  <a:cubicBezTo>
                    <a:pt x="194794" y="649224"/>
                    <a:pt x="216416" y="542544"/>
                    <a:pt x="216416" y="49501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8"/>
            <p:cNvSpPr/>
            <p:nvPr/>
          </p:nvSpPr>
          <p:spPr>
            <a:xfrm>
              <a:off x="2743301" y="3964900"/>
              <a:ext cx="236925" cy="409866"/>
            </a:xfrm>
            <a:custGeom>
              <a:rect b="b" l="l" r="r" t="t"/>
              <a:pathLst>
                <a:path extrusionOk="0" h="409866" w="236925">
                  <a:moveTo>
                    <a:pt x="195968" y="0"/>
                  </a:moveTo>
                  <a:cubicBezTo>
                    <a:pt x="211399" y="15812"/>
                    <a:pt x="236926" y="63913"/>
                    <a:pt x="236926" y="136684"/>
                  </a:cubicBezTo>
                  <a:cubicBezTo>
                    <a:pt x="236926" y="218599"/>
                    <a:pt x="225020" y="202025"/>
                    <a:pt x="219305" y="292227"/>
                  </a:cubicBezTo>
                  <a:lnTo>
                    <a:pt x="213590" y="382429"/>
                  </a:lnTo>
                  <a:cubicBezTo>
                    <a:pt x="213590" y="382429"/>
                    <a:pt x="90431" y="441198"/>
                    <a:pt x="2611" y="386715"/>
                  </a:cubicBezTo>
                  <a:cubicBezTo>
                    <a:pt x="-5200" y="369665"/>
                    <a:pt x="5564" y="179927"/>
                    <a:pt x="20994" y="112490"/>
                  </a:cubicBezTo>
                  <a:cubicBezTo>
                    <a:pt x="36425" y="45053"/>
                    <a:pt x="46997" y="12002"/>
                    <a:pt x="46997" y="12002"/>
                  </a:cubicBezTo>
                  <a:cubicBezTo>
                    <a:pt x="46997" y="12002"/>
                    <a:pt x="160250" y="42577"/>
                    <a:pt x="195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8"/>
            <p:cNvSpPr/>
            <p:nvPr/>
          </p:nvSpPr>
          <p:spPr>
            <a:xfrm>
              <a:off x="2790577" y="3522142"/>
              <a:ext cx="160521" cy="258577"/>
            </a:xfrm>
            <a:custGeom>
              <a:rect b="b" l="l" r="r" t="t"/>
              <a:pathLst>
                <a:path extrusionOk="0" h="258577" w="160521">
                  <a:moveTo>
                    <a:pt x="150502" y="199966"/>
                  </a:moveTo>
                  <a:cubicBezTo>
                    <a:pt x="119070" y="198061"/>
                    <a:pt x="116022" y="203299"/>
                    <a:pt x="113545" y="192155"/>
                  </a:cubicBezTo>
                  <a:cubicBezTo>
                    <a:pt x="112688" y="188155"/>
                    <a:pt x="110878" y="160532"/>
                    <a:pt x="110878" y="160532"/>
                  </a:cubicBezTo>
                  <a:cubicBezTo>
                    <a:pt x="113780" y="156846"/>
                    <a:pt x="116422" y="152960"/>
                    <a:pt x="118784" y="148912"/>
                  </a:cubicBezTo>
                  <a:cubicBezTo>
                    <a:pt x="140167" y="136015"/>
                    <a:pt x="154268" y="113831"/>
                    <a:pt x="156884" y="88999"/>
                  </a:cubicBezTo>
                  <a:cubicBezTo>
                    <a:pt x="161490" y="44708"/>
                    <a:pt x="129348" y="5065"/>
                    <a:pt x="85065" y="417"/>
                  </a:cubicBezTo>
                  <a:cubicBezTo>
                    <a:pt x="43441" y="-3869"/>
                    <a:pt x="12771" y="25373"/>
                    <a:pt x="4579" y="65568"/>
                  </a:cubicBezTo>
                  <a:cubicBezTo>
                    <a:pt x="198" y="85380"/>
                    <a:pt x="-4374" y="125861"/>
                    <a:pt x="8008" y="158341"/>
                  </a:cubicBezTo>
                  <a:cubicBezTo>
                    <a:pt x="14961" y="176725"/>
                    <a:pt x="21438" y="189583"/>
                    <a:pt x="38012" y="188917"/>
                  </a:cubicBezTo>
                  <a:cubicBezTo>
                    <a:pt x="43543" y="188422"/>
                    <a:pt x="49023" y="187469"/>
                    <a:pt x="54395" y="186059"/>
                  </a:cubicBezTo>
                  <a:cubicBezTo>
                    <a:pt x="55283" y="193679"/>
                    <a:pt x="55602" y="201347"/>
                    <a:pt x="55347" y="209015"/>
                  </a:cubicBezTo>
                  <a:cubicBezTo>
                    <a:pt x="55347" y="217111"/>
                    <a:pt x="56300" y="221111"/>
                    <a:pt x="40488" y="230827"/>
                  </a:cubicBezTo>
                  <a:cubicBezTo>
                    <a:pt x="24677" y="240542"/>
                    <a:pt x="64301" y="260354"/>
                    <a:pt x="90114" y="258449"/>
                  </a:cubicBezTo>
                  <a:cubicBezTo>
                    <a:pt x="115927" y="256544"/>
                    <a:pt x="144883" y="240923"/>
                    <a:pt x="152883" y="224255"/>
                  </a:cubicBezTo>
                  <a:cubicBezTo>
                    <a:pt x="161646" y="205586"/>
                    <a:pt x="165266" y="200823"/>
                    <a:pt x="150502" y="1999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8"/>
            <p:cNvSpPr/>
            <p:nvPr/>
          </p:nvSpPr>
          <p:spPr>
            <a:xfrm>
              <a:off x="2954700" y="3752463"/>
              <a:ext cx="61341" cy="108805"/>
            </a:xfrm>
            <a:custGeom>
              <a:rect b="b" l="l" r="r" t="t"/>
              <a:pathLst>
                <a:path extrusionOk="0" h="108805" w="61341">
                  <a:moveTo>
                    <a:pt x="9525" y="108806"/>
                  </a:moveTo>
                  <a:cubicBezTo>
                    <a:pt x="9525" y="108806"/>
                    <a:pt x="45053" y="100805"/>
                    <a:pt x="61341" y="84993"/>
                  </a:cubicBezTo>
                  <a:cubicBezTo>
                    <a:pt x="61341" y="84993"/>
                    <a:pt x="40196" y="18318"/>
                    <a:pt x="26670" y="1745"/>
                  </a:cubicBezTo>
                  <a:cubicBezTo>
                    <a:pt x="13144" y="-14829"/>
                    <a:pt x="0" y="92137"/>
                    <a:pt x="0" y="921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8"/>
            <p:cNvSpPr/>
            <p:nvPr/>
          </p:nvSpPr>
          <p:spPr>
            <a:xfrm>
              <a:off x="2782487" y="3720882"/>
              <a:ext cx="191546" cy="273865"/>
            </a:xfrm>
            <a:custGeom>
              <a:rect b="b" l="l" r="r" t="t"/>
              <a:pathLst>
                <a:path extrusionOk="0" h="273865" w="191546">
                  <a:moveTo>
                    <a:pt x="127349" y="560"/>
                  </a:moveTo>
                  <a:cubicBezTo>
                    <a:pt x="133160" y="7799"/>
                    <a:pt x="133826" y="16847"/>
                    <a:pt x="111443" y="22562"/>
                  </a:cubicBezTo>
                  <a:cubicBezTo>
                    <a:pt x="95161" y="27192"/>
                    <a:pt x="77760" y="25839"/>
                    <a:pt x="62389" y="18753"/>
                  </a:cubicBezTo>
                  <a:cubicBezTo>
                    <a:pt x="44747" y="26210"/>
                    <a:pt x="27792" y="35202"/>
                    <a:pt x="11716" y="45613"/>
                  </a:cubicBezTo>
                  <a:cubicBezTo>
                    <a:pt x="-7334" y="108478"/>
                    <a:pt x="8001" y="116574"/>
                    <a:pt x="0" y="161628"/>
                  </a:cubicBezTo>
                  <a:cubicBezTo>
                    <a:pt x="3143" y="184297"/>
                    <a:pt x="6858" y="242780"/>
                    <a:pt x="7810" y="256020"/>
                  </a:cubicBezTo>
                  <a:cubicBezTo>
                    <a:pt x="50578" y="285929"/>
                    <a:pt x="137350" y="275737"/>
                    <a:pt x="156781" y="244019"/>
                  </a:cubicBezTo>
                  <a:cubicBezTo>
                    <a:pt x="157130" y="233455"/>
                    <a:pt x="158116" y="222930"/>
                    <a:pt x="159734" y="212491"/>
                  </a:cubicBezTo>
                  <a:cubicBezTo>
                    <a:pt x="180118" y="136862"/>
                    <a:pt x="196025" y="117241"/>
                    <a:pt x="190405" y="60091"/>
                  </a:cubicBezTo>
                  <a:cubicBezTo>
                    <a:pt x="187166" y="27515"/>
                    <a:pt x="184595" y="11132"/>
                    <a:pt x="167259" y="2369"/>
                  </a:cubicBezTo>
                  <a:cubicBezTo>
                    <a:pt x="154092" y="26"/>
                    <a:pt x="140675" y="-583"/>
                    <a:pt x="127349" y="56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8"/>
            <p:cNvSpPr/>
            <p:nvPr/>
          </p:nvSpPr>
          <p:spPr>
            <a:xfrm>
              <a:off x="2469603" y="3777311"/>
              <a:ext cx="368747" cy="265455"/>
            </a:xfrm>
            <a:custGeom>
              <a:rect b="b" l="l" r="r" t="t"/>
              <a:pathLst>
                <a:path extrusionOk="0" h="265455" w="368747">
                  <a:moveTo>
                    <a:pt x="47613" y="190066"/>
                  </a:moveTo>
                  <a:cubicBezTo>
                    <a:pt x="57313" y="192152"/>
                    <a:pt x="66860" y="194885"/>
                    <a:pt x="76188" y="198257"/>
                  </a:cubicBezTo>
                  <a:cubicBezTo>
                    <a:pt x="84940" y="202858"/>
                    <a:pt x="94355" y="206077"/>
                    <a:pt x="104097" y="207782"/>
                  </a:cubicBezTo>
                  <a:cubicBezTo>
                    <a:pt x="114574" y="209402"/>
                    <a:pt x="130957" y="203972"/>
                    <a:pt x="159246" y="190637"/>
                  </a:cubicBezTo>
                  <a:cubicBezTo>
                    <a:pt x="190224" y="174759"/>
                    <a:pt x="218251" y="153690"/>
                    <a:pt x="242114" y="128344"/>
                  </a:cubicBezTo>
                  <a:cubicBezTo>
                    <a:pt x="269228" y="96083"/>
                    <a:pt x="293451" y="61507"/>
                    <a:pt x="314504" y="24998"/>
                  </a:cubicBezTo>
                  <a:cubicBezTo>
                    <a:pt x="326791" y="2614"/>
                    <a:pt x="342317" y="-3006"/>
                    <a:pt x="355842" y="1375"/>
                  </a:cubicBezTo>
                  <a:cubicBezTo>
                    <a:pt x="372035" y="6710"/>
                    <a:pt x="374035" y="22807"/>
                    <a:pt x="355842" y="52906"/>
                  </a:cubicBezTo>
                  <a:cubicBezTo>
                    <a:pt x="332617" y="92225"/>
                    <a:pt x="304799" y="128639"/>
                    <a:pt x="272975" y="161396"/>
                  </a:cubicBezTo>
                  <a:cubicBezTo>
                    <a:pt x="247871" y="186503"/>
                    <a:pt x="218651" y="207115"/>
                    <a:pt x="186583" y="222356"/>
                  </a:cubicBezTo>
                  <a:cubicBezTo>
                    <a:pt x="163712" y="234252"/>
                    <a:pt x="139230" y="242758"/>
                    <a:pt x="113907" y="247597"/>
                  </a:cubicBezTo>
                  <a:cubicBezTo>
                    <a:pt x="105049" y="249502"/>
                    <a:pt x="99048" y="253216"/>
                    <a:pt x="82665" y="258932"/>
                  </a:cubicBezTo>
                  <a:cubicBezTo>
                    <a:pt x="66375" y="264856"/>
                    <a:pt x="48897" y="266790"/>
                    <a:pt x="31707" y="264551"/>
                  </a:cubicBezTo>
                  <a:cubicBezTo>
                    <a:pt x="17514" y="261789"/>
                    <a:pt x="12657" y="258550"/>
                    <a:pt x="12085" y="255026"/>
                  </a:cubicBezTo>
                  <a:cubicBezTo>
                    <a:pt x="11514" y="251502"/>
                    <a:pt x="14371" y="249025"/>
                    <a:pt x="21039" y="249502"/>
                  </a:cubicBezTo>
                  <a:cubicBezTo>
                    <a:pt x="31538" y="251169"/>
                    <a:pt x="42255" y="250912"/>
                    <a:pt x="52662" y="248740"/>
                  </a:cubicBezTo>
                  <a:cubicBezTo>
                    <a:pt x="52662" y="248740"/>
                    <a:pt x="37993" y="248264"/>
                    <a:pt x="29325" y="247216"/>
                  </a:cubicBezTo>
                  <a:cubicBezTo>
                    <a:pt x="21541" y="246368"/>
                    <a:pt x="13911" y="244444"/>
                    <a:pt x="6656" y="241501"/>
                  </a:cubicBezTo>
                  <a:cubicBezTo>
                    <a:pt x="-297" y="238548"/>
                    <a:pt x="-2869" y="227594"/>
                    <a:pt x="4179" y="227975"/>
                  </a:cubicBezTo>
                  <a:cubicBezTo>
                    <a:pt x="11228" y="228356"/>
                    <a:pt x="15990" y="230452"/>
                    <a:pt x="28944" y="231785"/>
                  </a:cubicBezTo>
                  <a:cubicBezTo>
                    <a:pt x="35778" y="232614"/>
                    <a:pt x="42685" y="232614"/>
                    <a:pt x="49518" y="231785"/>
                  </a:cubicBezTo>
                  <a:cubicBezTo>
                    <a:pt x="40949" y="230376"/>
                    <a:pt x="32508" y="228271"/>
                    <a:pt x="24277" y="225499"/>
                  </a:cubicBezTo>
                  <a:cubicBezTo>
                    <a:pt x="17463" y="223689"/>
                    <a:pt x="11333" y="219917"/>
                    <a:pt x="6656" y="214640"/>
                  </a:cubicBezTo>
                  <a:cubicBezTo>
                    <a:pt x="4275" y="211878"/>
                    <a:pt x="4941" y="205115"/>
                    <a:pt x="13228" y="206830"/>
                  </a:cubicBezTo>
                  <a:cubicBezTo>
                    <a:pt x="23208" y="210307"/>
                    <a:pt x="33569" y="212583"/>
                    <a:pt x="44089" y="213592"/>
                  </a:cubicBezTo>
                  <a:cubicBezTo>
                    <a:pt x="54662" y="213592"/>
                    <a:pt x="62187" y="212735"/>
                    <a:pt x="60853" y="211116"/>
                  </a:cubicBezTo>
                  <a:cubicBezTo>
                    <a:pt x="59520" y="209497"/>
                    <a:pt x="53233" y="209687"/>
                    <a:pt x="45232" y="205211"/>
                  </a:cubicBezTo>
                  <a:cubicBezTo>
                    <a:pt x="37231" y="200734"/>
                    <a:pt x="32469" y="192066"/>
                    <a:pt x="35707" y="187875"/>
                  </a:cubicBezTo>
                  <a:cubicBezTo>
                    <a:pt x="38946" y="183684"/>
                    <a:pt x="38946" y="186827"/>
                    <a:pt x="47613" y="1900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198;p8"/>
            <p:cNvSpPr/>
            <p:nvPr/>
          </p:nvSpPr>
          <p:spPr>
            <a:xfrm>
              <a:off x="2743245" y="3761847"/>
              <a:ext cx="100785" cy="104755"/>
            </a:xfrm>
            <a:custGeom>
              <a:rect b="b" l="l" r="r" t="t"/>
              <a:pathLst>
                <a:path extrusionOk="0" h="104755" w="100785">
                  <a:moveTo>
                    <a:pt x="65151" y="104756"/>
                  </a:moveTo>
                  <a:cubicBezTo>
                    <a:pt x="40403" y="101165"/>
                    <a:pt x="17516" y="89554"/>
                    <a:pt x="0" y="71704"/>
                  </a:cubicBezTo>
                  <a:lnTo>
                    <a:pt x="39433" y="17030"/>
                  </a:lnTo>
                  <a:cubicBezTo>
                    <a:pt x="39433" y="17030"/>
                    <a:pt x="61627" y="-10973"/>
                    <a:pt x="90964" y="4838"/>
                  </a:cubicBezTo>
                  <a:cubicBezTo>
                    <a:pt x="90964" y="4838"/>
                    <a:pt x="113062" y="7220"/>
                    <a:pt x="90964" y="53511"/>
                  </a:cubicBezTo>
                  <a:cubicBezTo>
                    <a:pt x="83445" y="71113"/>
                    <a:pt x="74824" y="88230"/>
                    <a:pt x="65151" y="1047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8"/>
            <p:cNvSpPr/>
            <p:nvPr/>
          </p:nvSpPr>
          <p:spPr>
            <a:xfrm>
              <a:off x="2783810" y="3522089"/>
              <a:ext cx="201012" cy="328692"/>
            </a:xfrm>
            <a:custGeom>
              <a:rect b="b" l="l" r="r" t="t"/>
              <a:pathLst>
                <a:path extrusionOk="0" h="328692" w="201012">
                  <a:moveTo>
                    <a:pt x="3726" y="41904"/>
                  </a:moveTo>
                  <a:cubicBezTo>
                    <a:pt x="6992" y="22359"/>
                    <a:pt x="25260" y="8995"/>
                    <a:pt x="44874" y="11805"/>
                  </a:cubicBezTo>
                  <a:cubicBezTo>
                    <a:pt x="58646" y="2566"/>
                    <a:pt x="75264" y="-1454"/>
                    <a:pt x="91737" y="470"/>
                  </a:cubicBezTo>
                  <a:cubicBezTo>
                    <a:pt x="129170" y="4376"/>
                    <a:pt x="153649" y="29045"/>
                    <a:pt x="164984" y="66193"/>
                  </a:cubicBezTo>
                  <a:cubicBezTo>
                    <a:pt x="170544" y="84833"/>
                    <a:pt x="174245" y="103978"/>
                    <a:pt x="176033" y="123343"/>
                  </a:cubicBezTo>
                  <a:cubicBezTo>
                    <a:pt x="187272" y="206686"/>
                    <a:pt x="217562" y="272790"/>
                    <a:pt x="189273" y="297555"/>
                  </a:cubicBezTo>
                  <a:cubicBezTo>
                    <a:pt x="160983" y="322320"/>
                    <a:pt x="83450" y="338036"/>
                    <a:pt x="51065" y="322510"/>
                  </a:cubicBezTo>
                  <a:cubicBezTo>
                    <a:pt x="18680" y="306985"/>
                    <a:pt x="77735" y="163348"/>
                    <a:pt x="13632" y="83528"/>
                  </a:cubicBezTo>
                  <a:cubicBezTo>
                    <a:pt x="-1418" y="64574"/>
                    <a:pt x="-2847" y="51334"/>
                    <a:pt x="3726" y="4190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8"/>
            <p:cNvSpPr/>
            <p:nvPr/>
          </p:nvSpPr>
          <p:spPr>
            <a:xfrm>
              <a:off x="2011725" y="4252365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1" name="Google Shape;1201;p8"/>
            <p:cNvSpPr/>
            <p:nvPr/>
          </p:nvSpPr>
          <p:spPr>
            <a:xfrm>
              <a:off x="2116256" y="4345803"/>
              <a:ext cx="122876" cy="95119"/>
            </a:xfrm>
            <a:custGeom>
              <a:rect b="b" l="l" r="r" t="t"/>
              <a:pathLst>
                <a:path extrusionOk="0" h="95119" w="122876">
                  <a:moveTo>
                    <a:pt x="9769" y="2"/>
                  </a:moveTo>
                  <a:cubicBezTo>
                    <a:pt x="24533" y="12004"/>
                    <a:pt x="46250" y="1050"/>
                    <a:pt x="47297" y="2193"/>
                  </a:cubicBezTo>
                  <a:cubicBezTo>
                    <a:pt x="64639" y="18195"/>
                    <a:pt x="82792" y="33302"/>
                    <a:pt x="101685" y="47437"/>
                  </a:cubicBezTo>
                  <a:cubicBezTo>
                    <a:pt x="111210" y="54676"/>
                    <a:pt x="125212" y="64296"/>
                    <a:pt x="122545" y="78202"/>
                  </a:cubicBezTo>
                  <a:cubicBezTo>
                    <a:pt x="117973" y="102967"/>
                    <a:pt x="78254" y="95347"/>
                    <a:pt x="63204" y="87727"/>
                  </a:cubicBezTo>
                  <a:cubicBezTo>
                    <a:pt x="48155" y="80107"/>
                    <a:pt x="35963" y="67630"/>
                    <a:pt x="21770" y="59152"/>
                  </a:cubicBezTo>
                  <a:cubicBezTo>
                    <a:pt x="11674" y="52866"/>
                    <a:pt x="1768" y="49627"/>
                    <a:pt x="149" y="36864"/>
                  </a:cubicBezTo>
                  <a:cubicBezTo>
                    <a:pt x="-1185" y="28768"/>
                    <a:pt x="6816" y="-284"/>
                    <a:pt x="9769" y="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8"/>
            <p:cNvSpPr/>
            <p:nvPr/>
          </p:nvSpPr>
          <p:spPr>
            <a:xfrm>
              <a:off x="2116272" y="4377142"/>
              <a:ext cx="122242" cy="63751"/>
            </a:xfrm>
            <a:custGeom>
              <a:rect b="b" l="l" r="r" t="t"/>
              <a:pathLst>
                <a:path extrusionOk="0" h="63751" w="122242">
                  <a:moveTo>
                    <a:pt x="227" y="0"/>
                  </a:moveTo>
                  <a:cubicBezTo>
                    <a:pt x="2228" y="12192"/>
                    <a:pt x="12038" y="15621"/>
                    <a:pt x="22040" y="21812"/>
                  </a:cubicBezTo>
                  <a:cubicBezTo>
                    <a:pt x="36518" y="30766"/>
                    <a:pt x="49186" y="43720"/>
                    <a:pt x="64140" y="51245"/>
                  </a:cubicBezTo>
                  <a:cubicBezTo>
                    <a:pt x="79094" y="58769"/>
                    <a:pt x="112527" y="65246"/>
                    <a:pt x="122243" y="47530"/>
                  </a:cubicBezTo>
                  <a:cubicBezTo>
                    <a:pt x="117004" y="71438"/>
                    <a:pt x="77951" y="63913"/>
                    <a:pt x="63092" y="56388"/>
                  </a:cubicBezTo>
                  <a:cubicBezTo>
                    <a:pt x="48233" y="48863"/>
                    <a:pt x="35851" y="36290"/>
                    <a:pt x="21659" y="27813"/>
                  </a:cubicBezTo>
                  <a:cubicBezTo>
                    <a:pt x="11562" y="21527"/>
                    <a:pt x="1656" y="18288"/>
                    <a:pt x="37" y="5524"/>
                  </a:cubicBezTo>
                  <a:cubicBezTo>
                    <a:pt x="-49" y="3677"/>
                    <a:pt x="15" y="1829"/>
                    <a:pt x="2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8"/>
            <p:cNvSpPr/>
            <p:nvPr/>
          </p:nvSpPr>
          <p:spPr>
            <a:xfrm>
              <a:off x="2242069" y="4298215"/>
              <a:ext cx="122771" cy="91654"/>
            </a:xfrm>
            <a:custGeom>
              <a:rect b="b" l="l" r="r" t="t"/>
              <a:pathLst>
                <a:path extrusionOk="0" h="91654" w="122771">
                  <a:moveTo>
                    <a:pt x="11400" y="61"/>
                  </a:moveTo>
                  <a:cubicBezTo>
                    <a:pt x="26164" y="12062"/>
                    <a:pt x="51881" y="-987"/>
                    <a:pt x="53024" y="61"/>
                  </a:cubicBezTo>
                  <a:cubicBezTo>
                    <a:pt x="68334" y="15615"/>
                    <a:pt x="84521" y="30274"/>
                    <a:pt x="101507" y="43971"/>
                  </a:cubicBezTo>
                  <a:cubicBezTo>
                    <a:pt x="111032" y="51114"/>
                    <a:pt x="125033" y="60830"/>
                    <a:pt x="122462" y="74737"/>
                  </a:cubicBezTo>
                  <a:cubicBezTo>
                    <a:pt x="117794" y="99502"/>
                    <a:pt x="78075" y="91881"/>
                    <a:pt x="63121" y="84262"/>
                  </a:cubicBezTo>
                  <a:cubicBezTo>
                    <a:pt x="48167" y="76642"/>
                    <a:pt x="35879" y="64069"/>
                    <a:pt x="21687" y="55687"/>
                  </a:cubicBezTo>
                  <a:cubicBezTo>
                    <a:pt x="11591" y="49400"/>
                    <a:pt x="1589" y="46162"/>
                    <a:pt x="65" y="33398"/>
                  </a:cubicBezTo>
                  <a:cubicBezTo>
                    <a:pt x="-887" y="25302"/>
                    <a:pt x="8828" y="-225"/>
                    <a:pt x="11400" y="6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204;p8"/>
            <p:cNvSpPr/>
            <p:nvPr/>
          </p:nvSpPr>
          <p:spPr>
            <a:xfrm>
              <a:off x="2242300" y="4327803"/>
              <a:ext cx="122230" cy="63800"/>
            </a:xfrm>
            <a:custGeom>
              <a:rect b="b" l="l" r="r" t="t"/>
              <a:pathLst>
                <a:path extrusionOk="0" h="63800" w="122230">
                  <a:moveTo>
                    <a:pt x="216" y="0"/>
                  </a:moveTo>
                  <a:cubicBezTo>
                    <a:pt x="2216" y="12192"/>
                    <a:pt x="12027" y="15621"/>
                    <a:pt x="22028" y="21812"/>
                  </a:cubicBezTo>
                  <a:cubicBezTo>
                    <a:pt x="36506" y="30766"/>
                    <a:pt x="49174" y="43720"/>
                    <a:pt x="64128" y="51340"/>
                  </a:cubicBezTo>
                  <a:cubicBezTo>
                    <a:pt x="79083" y="58960"/>
                    <a:pt x="112515" y="65246"/>
                    <a:pt x="122231" y="47530"/>
                  </a:cubicBezTo>
                  <a:cubicBezTo>
                    <a:pt x="116992" y="71438"/>
                    <a:pt x="77940" y="64008"/>
                    <a:pt x="63081" y="56483"/>
                  </a:cubicBezTo>
                  <a:cubicBezTo>
                    <a:pt x="48222" y="48958"/>
                    <a:pt x="35934" y="36290"/>
                    <a:pt x="21742" y="27432"/>
                  </a:cubicBezTo>
                  <a:cubicBezTo>
                    <a:pt x="11550" y="21146"/>
                    <a:pt x="1644" y="17907"/>
                    <a:pt x="25" y="5143"/>
                  </a:cubicBezTo>
                  <a:cubicBezTo>
                    <a:pt x="-41" y="3429"/>
                    <a:pt x="23" y="1705"/>
                    <a:pt x="21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8"/>
            <p:cNvSpPr/>
            <p:nvPr/>
          </p:nvSpPr>
          <p:spPr>
            <a:xfrm>
              <a:off x="2122246" y="3749635"/>
              <a:ext cx="211613" cy="606004"/>
            </a:xfrm>
            <a:custGeom>
              <a:rect b="b" l="l" r="r" t="t"/>
              <a:pathLst>
                <a:path extrusionOk="0" h="606004" w="211613">
                  <a:moveTo>
                    <a:pt x="2540" y="52483"/>
                  </a:moveTo>
                  <a:cubicBezTo>
                    <a:pt x="3302" y="74771"/>
                    <a:pt x="10160" y="171545"/>
                    <a:pt x="13303" y="222695"/>
                  </a:cubicBezTo>
                  <a:cubicBezTo>
                    <a:pt x="16446" y="273844"/>
                    <a:pt x="17113" y="336995"/>
                    <a:pt x="17113" y="336995"/>
                  </a:cubicBezTo>
                  <a:cubicBezTo>
                    <a:pt x="17113" y="336995"/>
                    <a:pt x="8255" y="374237"/>
                    <a:pt x="2540" y="418147"/>
                  </a:cubicBezTo>
                  <a:cubicBezTo>
                    <a:pt x="-3175" y="462058"/>
                    <a:pt x="2540" y="600361"/>
                    <a:pt x="2540" y="600361"/>
                  </a:cubicBezTo>
                  <a:cubicBezTo>
                    <a:pt x="14124" y="607886"/>
                    <a:pt x="29056" y="607886"/>
                    <a:pt x="40640" y="600361"/>
                  </a:cubicBezTo>
                  <a:cubicBezTo>
                    <a:pt x="40640" y="600361"/>
                    <a:pt x="64262" y="489585"/>
                    <a:pt x="75121" y="439674"/>
                  </a:cubicBezTo>
                  <a:cubicBezTo>
                    <a:pt x="85979" y="389763"/>
                    <a:pt x="87979" y="360997"/>
                    <a:pt x="93599" y="330137"/>
                  </a:cubicBezTo>
                  <a:cubicBezTo>
                    <a:pt x="100457" y="292703"/>
                    <a:pt x="115221" y="118110"/>
                    <a:pt x="115221" y="118110"/>
                  </a:cubicBezTo>
                  <a:lnTo>
                    <a:pt x="121126" y="118110"/>
                  </a:lnTo>
                  <a:lnTo>
                    <a:pt x="136938" y="315182"/>
                  </a:lnTo>
                  <a:cubicBezTo>
                    <a:pt x="132057" y="329717"/>
                    <a:pt x="128705" y="344719"/>
                    <a:pt x="126937" y="359950"/>
                  </a:cubicBezTo>
                  <a:cubicBezTo>
                    <a:pt x="122650" y="392049"/>
                    <a:pt x="131509" y="553593"/>
                    <a:pt x="131509" y="553593"/>
                  </a:cubicBezTo>
                  <a:cubicBezTo>
                    <a:pt x="144340" y="560727"/>
                    <a:pt x="160089" y="560070"/>
                    <a:pt x="172276" y="551879"/>
                  </a:cubicBezTo>
                  <a:cubicBezTo>
                    <a:pt x="172276" y="551879"/>
                    <a:pt x="211614" y="337947"/>
                    <a:pt x="211614" y="305467"/>
                  </a:cubicBezTo>
                  <a:cubicBezTo>
                    <a:pt x="211614" y="283845"/>
                    <a:pt x="207994" y="0"/>
                    <a:pt x="207994" y="0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8"/>
            <p:cNvSpPr/>
            <p:nvPr/>
          </p:nvSpPr>
          <p:spPr>
            <a:xfrm>
              <a:off x="2150411" y="3371683"/>
              <a:ext cx="135319" cy="132132"/>
            </a:xfrm>
            <a:custGeom>
              <a:rect b="b" l="l" r="r" t="t"/>
              <a:pathLst>
                <a:path extrusionOk="0" h="132132" w="135319">
                  <a:moveTo>
                    <a:pt x="27811" y="0"/>
                  </a:moveTo>
                  <a:cubicBezTo>
                    <a:pt x="27811" y="0"/>
                    <a:pt x="30287" y="48578"/>
                    <a:pt x="29239" y="52864"/>
                  </a:cubicBezTo>
                  <a:cubicBezTo>
                    <a:pt x="28192" y="57150"/>
                    <a:pt x="6951" y="71342"/>
                    <a:pt x="664" y="76486"/>
                  </a:cubicBezTo>
                  <a:cubicBezTo>
                    <a:pt x="-5622" y="81629"/>
                    <a:pt x="34288" y="120491"/>
                    <a:pt x="53623" y="130016"/>
                  </a:cubicBezTo>
                  <a:cubicBezTo>
                    <a:pt x="72959" y="139541"/>
                    <a:pt x="134205" y="115538"/>
                    <a:pt x="135253" y="85439"/>
                  </a:cubicBezTo>
                  <a:cubicBezTo>
                    <a:pt x="136300" y="55340"/>
                    <a:pt x="124775" y="30099"/>
                    <a:pt x="115441" y="28765"/>
                  </a:cubicBezTo>
                  <a:cubicBezTo>
                    <a:pt x="106106" y="27432"/>
                    <a:pt x="27811" y="0"/>
                    <a:pt x="2781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8"/>
            <p:cNvSpPr/>
            <p:nvPr/>
          </p:nvSpPr>
          <p:spPr>
            <a:xfrm>
              <a:off x="2307535" y="3402925"/>
              <a:ext cx="192267" cy="377666"/>
            </a:xfrm>
            <a:custGeom>
              <a:rect b="b" l="l" r="r" t="t"/>
              <a:pathLst>
                <a:path extrusionOk="0" h="377666" w="192267">
                  <a:moveTo>
                    <a:pt x="3655" y="58864"/>
                  </a:moveTo>
                  <a:cubicBezTo>
                    <a:pt x="6513" y="37433"/>
                    <a:pt x="-7584" y="17050"/>
                    <a:pt x="6037" y="0"/>
                  </a:cubicBezTo>
                  <a:cubicBezTo>
                    <a:pt x="53662" y="47054"/>
                    <a:pt x="47947" y="171450"/>
                    <a:pt x="58805" y="250984"/>
                  </a:cubicBezTo>
                  <a:cubicBezTo>
                    <a:pt x="94429" y="288131"/>
                    <a:pt x="165961" y="324803"/>
                    <a:pt x="186059" y="333851"/>
                  </a:cubicBezTo>
                  <a:cubicBezTo>
                    <a:pt x="189679" y="335566"/>
                    <a:pt x="192917" y="337375"/>
                    <a:pt x="192155" y="341281"/>
                  </a:cubicBezTo>
                  <a:cubicBezTo>
                    <a:pt x="189461" y="354530"/>
                    <a:pt x="183757" y="366979"/>
                    <a:pt x="175486" y="377666"/>
                  </a:cubicBezTo>
                  <a:cubicBezTo>
                    <a:pt x="127861" y="357283"/>
                    <a:pt x="94048" y="345567"/>
                    <a:pt x="34897" y="289370"/>
                  </a:cubicBezTo>
                  <a:cubicBezTo>
                    <a:pt x="29295" y="283293"/>
                    <a:pt x="24287" y="276692"/>
                    <a:pt x="19943" y="269653"/>
                  </a:cubicBezTo>
                  <a:cubicBezTo>
                    <a:pt x="3084" y="218980"/>
                    <a:pt x="-1202" y="95821"/>
                    <a:pt x="3655" y="588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8"/>
            <p:cNvSpPr/>
            <p:nvPr/>
          </p:nvSpPr>
          <p:spPr>
            <a:xfrm>
              <a:off x="2114600" y="3389774"/>
              <a:ext cx="219367" cy="442443"/>
            </a:xfrm>
            <a:custGeom>
              <a:rect b="b" l="l" r="r" t="t"/>
              <a:pathLst>
                <a:path extrusionOk="0" h="442443" w="219367">
                  <a:moveTo>
                    <a:pt x="58192" y="43155"/>
                  </a:moveTo>
                  <a:cubicBezTo>
                    <a:pt x="58192" y="43155"/>
                    <a:pt x="93434" y="95638"/>
                    <a:pt x="142583" y="100305"/>
                  </a:cubicBezTo>
                  <a:cubicBezTo>
                    <a:pt x="158109" y="85065"/>
                    <a:pt x="159443" y="30678"/>
                    <a:pt x="138011" y="13247"/>
                  </a:cubicBezTo>
                  <a:cubicBezTo>
                    <a:pt x="138011" y="13247"/>
                    <a:pt x="157728" y="-2660"/>
                    <a:pt x="171254" y="388"/>
                  </a:cubicBezTo>
                  <a:cubicBezTo>
                    <a:pt x="185905" y="9218"/>
                    <a:pt x="196816" y="23115"/>
                    <a:pt x="201924" y="39441"/>
                  </a:cubicBezTo>
                  <a:cubicBezTo>
                    <a:pt x="214382" y="75569"/>
                    <a:pt x="220254" y="113631"/>
                    <a:pt x="219260" y="151836"/>
                  </a:cubicBezTo>
                  <a:cubicBezTo>
                    <a:pt x="218402" y="203366"/>
                    <a:pt x="219260" y="360814"/>
                    <a:pt x="219260" y="360814"/>
                  </a:cubicBezTo>
                  <a:cubicBezTo>
                    <a:pt x="219260" y="360814"/>
                    <a:pt x="212402" y="394056"/>
                    <a:pt x="167920" y="418821"/>
                  </a:cubicBezTo>
                  <a:cubicBezTo>
                    <a:pt x="123438" y="443586"/>
                    <a:pt x="90386" y="446063"/>
                    <a:pt x="60192" y="439014"/>
                  </a:cubicBezTo>
                  <a:cubicBezTo>
                    <a:pt x="35332" y="433204"/>
                    <a:pt x="14758" y="424441"/>
                    <a:pt x="6185" y="406439"/>
                  </a:cubicBezTo>
                  <a:cubicBezTo>
                    <a:pt x="8471" y="370244"/>
                    <a:pt x="24569" y="276042"/>
                    <a:pt x="18568" y="230607"/>
                  </a:cubicBezTo>
                  <a:cubicBezTo>
                    <a:pt x="12567" y="185173"/>
                    <a:pt x="2947" y="151359"/>
                    <a:pt x="470" y="114593"/>
                  </a:cubicBezTo>
                  <a:cubicBezTo>
                    <a:pt x="-2006" y="77826"/>
                    <a:pt x="5233" y="78588"/>
                    <a:pt x="23711" y="65539"/>
                  </a:cubicBezTo>
                  <a:cubicBezTo>
                    <a:pt x="34645" y="57252"/>
                    <a:pt x="46169" y="49766"/>
                    <a:pt x="58192" y="4315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8"/>
            <p:cNvSpPr/>
            <p:nvPr/>
          </p:nvSpPr>
          <p:spPr>
            <a:xfrm>
              <a:off x="2145213" y="3235029"/>
              <a:ext cx="146094" cy="177613"/>
            </a:xfrm>
            <a:custGeom>
              <a:rect b="b" l="l" r="r" t="t"/>
              <a:pathLst>
                <a:path extrusionOk="0" h="177613" w="146094">
                  <a:moveTo>
                    <a:pt x="142737" y="64264"/>
                  </a:moveTo>
                  <a:lnTo>
                    <a:pt x="142737" y="64264"/>
                  </a:lnTo>
                  <a:cubicBezTo>
                    <a:pt x="136926" y="26164"/>
                    <a:pt x="109780" y="-2411"/>
                    <a:pt x="70823" y="161"/>
                  </a:cubicBezTo>
                  <a:cubicBezTo>
                    <a:pt x="29585" y="2342"/>
                    <a:pt x="-2076" y="37537"/>
                    <a:pt x="106" y="78780"/>
                  </a:cubicBezTo>
                  <a:cubicBezTo>
                    <a:pt x="1341" y="102107"/>
                    <a:pt x="13407" y="123519"/>
                    <a:pt x="32723" y="136654"/>
                  </a:cubicBezTo>
                  <a:cubicBezTo>
                    <a:pt x="34067" y="142360"/>
                    <a:pt x="36081" y="147894"/>
                    <a:pt x="38724" y="153132"/>
                  </a:cubicBezTo>
                  <a:cubicBezTo>
                    <a:pt x="52440" y="169230"/>
                    <a:pt x="94064" y="179136"/>
                    <a:pt x="105970" y="177421"/>
                  </a:cubicBezTo>
                  <a:cubicBezTo>
                    <a:pt x="120536" y="176269"/>
                    <a:pt x="132921" y="166334"/>
                    <a:pt x="137212" y="152370"/>
                  </a:cubicBezTo>
                  <a:cubicBezTo>
                    <a:pt x="150166" y="122462"/>
                    <a:pt x="146070" y="82838"/>
                    <a:pt x="142737" y="642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8"/>
            <p:cNvSpPr/>
            <p:nvPr/>
          </p:nvSpPr>
          <p:spPr>
            <a:xfrm>
              <a:off x="2131725" y="3219615"/>
              <a:ext cx="154031" cy="152067"/>
            </a:xfrm>
            <a:custGeom>
              <a:rect b="b" l="l" r="r" t="t"/>
              <a:pathLst>
                <a:path extrusionOk="0" h="152067" w="154031">
                  <a:moveTo>
                    <a:pt x="46496" y="152068"/>
                  </a:moveTo>
                  <a:lnTo>
                    <a:pt x="46496" y="152068"/>
                  </a:lnTo>
                  <a:lnTo>
                    <a:pt x="50021" y="119112"/>
                  </a:lnTo>
                  <a:cubicBezTo>
                    <a:pt x="50021" y="119112"/>
                    <a:pt x="22874" y="49579"/>
                    <a:pt x="86692" y="63009"/>
                  </a:cubicBezTo>
                  <a:cubicBezTo>
                    <a:pt x="128602" y="71867"/>
                    <a:pt x="139079" y="75677"/>
                    <a:pt x="151843" y="47579"/>
                  </a:cubicBezTo>
                  <a:cubicBezTo>
                    <a:pt x="164606" y="19480"/>
                    <a:pt x="119648" y="-5857"/>
                    <a:pt x="66118" y="1192"/>
                  </a:cubicBezTo>
                  <a:cubicBezTo>
                    <a:pt x="27984" y="5192"/>
                    <a:pt x="-739" y="37720"/>
                    <a:pt x="14" y="76058"/>
                  </a:cubicBezTo>
                  <a:cubicBezTo>
                    <a:pt x="1538" y="96632"/>
                    <a:pt x="7063" y="138542"/>
                    <a:pt x="46496" y="152068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8"/>
            <p:cNvSpPr/>
            <p:nvPr/>
          </p:nvSpPr>
          <p:spPr>
            <a:xfrm>
              <a:off x="2103052" y="3477411"/>
              <a:ext cx="196972" cy="338613"/>
            </a:xfrm>
            <a:custGeom>
              <a:rect b="b" l="l" r="r" t="t"/>
              <a:pathLst>
                <a:path extrusionOk="0" h="338613" w="196972">
                  <a:moveTo>
                    <a:pt x="780" y="5239"/>
                  </a:moveTo>
                  <a:cubicBezTo>
                    <a:pt x="19163" y="0"/>
                    <a:pt x="5161" y="4286"/>
                    <a:pt x="19163" y="0"/>
                  </a:cubicBezTo>
                  <a:cubicBezTo>
                    <a:pt x="66788" y="46958"/>
                    <a:pt x="61168" y="127540"/>
                    <a:pt x="72027" y="207073"/>
                  </a:cubicBezTo>
                  <a:cubicBezTo>
                    <a:pt x="98506" y="250984"/>
                    <a:pt x="196709" y="310039"/>
                    <a:pt x="196709" y="310039"/>
                  </a:cubicBezTo>
                  <a:cubicBezTo>
                    <a:pt x="197947" y="318516"/>
                    <a:pt x="194994" y="320992"/>
                    <a:pt x="184326" y="338614"/>
                  </a:cubicBezTo>
                  <a:cubicBezTo>
                    <a:pt x="129661" y="317649"/>
                    <a:pt x="79941" y="285579"/>
                    <a:pt x="38308" y="244411"/>
                  </a:cubicBezTo>
                  <a:cubicBezTo>
                    <a:pt x="35927" y="242221"/>
                    <a:pt x="32498" y="241554"/>
                    <a:pt x="31545" y="238601"/>
                  </a:cubicBezTo>
                  <a:cubicBezTo>
                    <a:pt x="14686" y="187547"/>
                    <a:pt x="-4078" y="42291"/>
                    <a:pt x="780" y="523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8"/>
            <p:cNvSpPr/>
            <p:nvPr/>
          </p:nvSpPr>
          <p:spPr>
            <a:xfrm>
              <a:off x="2312810" y="3580852"/>
              <a:ext cx="228028" cy="306609"/>
            </a:xfrm>
            <a:custGeom>
              <a:rect b="b" l="l" r="r" t="t"/>
              <a:pathLst>
                <a:path extrusionOk="0" h="306609" w="228028">
                  <a:moveTo>
                    <a:pt x="228028" y="0"/>
                  </a:moveTo>
                  <a:lnTo>
                    <a:pt x="156686" y="244030"/>
                  </a:lnTo>
                  <a:lnTo>
                    <a:pt x="0" y="306610"/>
                  </a:lnTo>
                  <a:lnTo>
                    <a:pt x="57150" y="68866"/>
                  </a:lnTo>
                  <a:lnTo>
                    <a:pt x="228028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8"/>
            <p:cNvSpPr/>
            <p:nvPr/>
          </p:nvSpPr>
          <p:spPr>
            <a:xfrm>
              <a:off x="2273486" y="3773067"/>
              <a:ext cx="115992" cy="56976"/>
            </a:xfrm>
            <a:custGeom>
              <a:rect b="b" l="l" r="r" t="t"/>
              <a:pathLst>
                <a:path extrusionOk="0" h="56976" w="115992">
                  <a:moveTo>
                    <a:pt x="1604" y="16383"/>
                  </a:moveTo>
                  <a:cubicBezTo>
                    <a:pt x="3890" y="8001"/>
                    <a:pt x="9891" y="10096"/>
                    <a:pt x="16749" y="12192"/>
                  </a:cubicBezTo>
                  <a:cubicBezTo>
                    <a:pt x="24087" y="15173"/>
                    <a:pt x="32154" y="15869"/>
                    <a:pt x="39895" y="14192"/>
                  </a:cubicBezTo>
                  <a:cubicBezTo>
                    <a:pt x="45919" y="11240"/>
                    <a:pt x="51497" y="7458"/>
                    <a:pt x="56468" y="2953"/>
                  </a:cubicBezTo>
                  <a:cubicBezTo>
                    <a:pt x="59631" y="1038"/>
                    <a:pt x="63251" y="19"/>
                    <a:pt x="66946" y="0"/>
                  </a:cubicBezTo>
                  <a:cubicBezTo>
                    <a:pt x="66946" y="2096"/>
                    <a:pt x="63326" y="14478"/>
                    <a:pt x="63326" y="14478"/>
                  </a:cubicBezTo>
                  <a:cubicBezTo>
                    <a:pt x="63326" y="14478"/>
                    <a:pt x="97712" y="14478"/>
                    <a:pt x="101426" y="14478"/>
                  </a:cubicBezTo>
                  <a:cubicBezTo>
                    <a:pt x="104583" y="13907"/>
                    <a:pt x="107609" y="15993"/>
                    <a:pt x="108184" y="19155"/>
                  </a:cubicBezTo>
                  <a:cubicBezTo>
                    <a:pt x="108501" y="20889"/>
                    <a:pt x="108012" y="22670"/>
                    <a:pt x="106856" y="24003"/>
                  </a:cubicBezTo>
                  <a:lnTo>
                    <a:pt x="109237" y="24003"/>
                  </a:lnTo>
                  <a:cubicBezTo>
                    <a:pt x="116190" y="22479"/>
                    <a:pt x="118762" y="33528"/>
                    <a:pt x="112190" y="34862"/>
                  </a:cubicBezTo>
                  <a:lnTo>
                    <a:pt x="106475" y="35719"/>
                  </a:lnTo>
                  <a:cubicBezTo>
                    <a:pt x="111047" y="37529"/>
                    <a:pt x="112190" y="45244"/>
                    <a:pt x="106475" y="46196"/>
                  </a:cubicBezTo>
                  <a:lnTo>
                    <a:pt x="104665" y="46196"/>
                  </a:lnTo>
                  <a:cubicBezTo>
                    <a:pt x="103845" y="46339"/>
                    <a:pt x="103009" y="46339"/>
                    <a:pt x="102188" y="46196"/>
                  </a:cubicBezTo>
                  <a:lnTo>
                    <a:pt x="100188" y="46196"/>
                  </a:lnTo>
                  <a:cubicBezTo>
                    <a:pt x="100896" y="49435"/>
                    <a:pt x="98845" y="52635"/>
                    <a:pt x="95608" y="53340"/>
                  </a:cubicBezTo>
                  <a:cubicBezTo>
                    <a:pt x="95421" y="53378"/>
                    <a:pt x="95233" y="53416"/>
                    <a:pt x="95045" y="53435"/>
                  </a:cubicBezTo>
                  <a:cubicBezTo>
                    <a:pt x="78281" y="55626"/>
                    <a:pt x="53611" y="62294"/>
                    <a:pt x="38466" y="48482"/>
                  </a:cubicBezTo>
                  <a:cubicBezTo>
                    <a:pt x="27950" y="47473"/>
                    <a:pt x="17678" y="44710"/>
                    <a:pt x="8081" y="40291"/>
                  </a:cubicBezTo>
                  <a:cubicBezTo>
                    <a:pt x="-967" y="35719"/>
                    <a:pt x="-1253" y="26289"/>
                    <a:pt x="1604" y="1638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" name="Google Shape;1214;p8"/>
            <p:cNvSpPr/>
            <p:nvPr/>
          </p:nvSpPr>
          <p:spPr>
            <a:xfrm>
              <a:off x="2440714" y="3737029"/>
              <a:ext cx="71478" cy="59099"/>
            </a:xfrm>
            <a:custGeom>
              <a:rect b="b" l="l" r="r" t="t"/>
              <a:pathLst>
                <a:path extrusionOk="0" h="59099" w="71478">
                  <a:moveTo>
                    <a:pt x="5636" y="32418"/>
                  </a:moveTo>
                  <a:lnTo>
                    <a:pt x="8018" y="32418"/>
                  </a:lnTo>
                  <a:cubicBezTo>
                    <a:pt x="5440" y="30599"/>
                    <a:pt x="4827" y="27027"/>
                    <a:pt x="6648" y="24455"/>
                  </a:cubicBezTo>
                  <a:cubicBezTo>
                    <a:pt x="7726" y="22922"/>
                    <a:pt x="9482" y="22026"/>
                    <a:pt x="11351" y="22036"/>
                  </a:cubicBezTo>
                  <a:cubicBezTo>
                    <a:pt x="14876" y="22036"/>
                    <a:pt x="50213" y="14606"/>
                    <a:pt x="50213" y="14606"/>
                  </a:cubicBezTo>
                  <a:lnTo>
                    <a:pt x="54500" y="128"/>
                  </a:lnTo>
                  <a:cubicBezTo>
                    <a:pt x="54500" y="-729"/>
                    <a:pt x="60596" y="2986"/>
                    <a:pt x="60786" y="3176"/>
                  </a:cubicBezTo>
                  <a:cubicBezTo>
                    <a:pt x="66872" y="7091"/>
                    <a:pt x="70809" y="13597"/>
                    <a:pt x="71454" y="20798"/>
                  </a:cubicBezTo>
                  <a:cubicBezTo>
                    <a:pt x="71818" y="30903"/>
                    <a:pt x="68152" y="40733"/>
                    <a:pt x="61262" y="48134"/>
                  </a:cubicBezTo>
                  <a:cubicBezTo>
                    <a:pt x="54984" y="54364"/>
                    <a:pt x="46575" y="57974"/>
                    <a:pt x="37736" y="58231"/>
                  </a:cubicBezTo>
                  <a:cubicBezTo>
                    <a:pt x="33449" y="58231"/>
                    <a:pt x="29354" y="58707"/>
                    <a:pt x="25639" y="59088"/>
                  </a:cubicBezTo>
                  <a:cubicBezTo>
                    <a:pt x="22226" y="59298"/>
                    <a:pt x="19289" y="56707"/>
                    <a:pt x="19078" y="53287"/>
                  </a:cubicBezTo>
                  <a:cubicBezTo>
                    <a:pt x="19071" y="53192"/>
                    <a:pt x="19068" y="53087"/>
                    <a:pt x="19067" y="52992"/>
                  </a:cubicBezTo>
                  <a:lnTo>
                    <a:pt x="17924" y="52992"/>
                  </a:lnTo>
                  <a:cubicBezTo>
                    <a:pt x="17115" y="53221"/>
                    <a:pt x="16256" y="53221"/>
                    <a:pt x="15447" y="52992"/>
                  </a:cubicBezTo>
                  <a:lnTo>
                    <a:pt x="13637" y="52992"/>
                  </a:lnTo>
                  <a:cubicBezTo>
                    <a:pt x="7637" y="52992"/>
                    <a:pt x="7160" y="45562"/>
                    <a:pt x="11256" y="42895"/>
                  </a:cubicBezTo>
                  <a:lnTo>
                    <a:pt x="5446" y="42895"/>
                  </a:lnTo>
                  <a:cubicBezTo>
                    <a:pt x="-2174" y="43562"/>
                    <a:pt x="-1507" y="32323"/>
                    <a:pt x="5636" y="3241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8"/>
            <p:cNvSpPr/>
            <p:nvPr/>
          </p:nvSpPr>
          <p:spPr>
            <a:xfrm>
              <a:off x="2285854" y="3390448"/>
              <a:ext cx="70866" cy="103155"/>
            </a:xfrm>
            <a:custGeom>
              <a:rect b="b" l="l" r="r" t="t"/>
              <a:pathLst>
                <a:path extrusionOk="0" h="103155" w="70866">
                  <a:moveTo>
                    <a:pt x="45339" y="103156"/>
                  </a:moveTo>
                  <a:cubicBezTo>
                    <a:pt x="54990" y="102718"/>
                    <a:pt x="64114" y="98631"/>
                    <a:pt x="70866" y="91726"/>
                  </a:cubicBezTo>
                  <a:cubicBezTo>
                    <a:pt x="69533" y="73628"/>
                    <a:pt x="46482" y="5143"/>
                    <a:pt x="0" y="0"/>
                  </a:cubicBezTo>
                  <a:cubicBezTo>
                    <a:pt x="12463" y="8944"/>
                    <a:pt x="22324" y="21041"/>
                    <a:pt x="28575" y="35052"/>
                  </a:cubicBezTo>
                  <a:cubicBezTo>
                    <a:pt x="35880" y="57293"/>
                    <a:pt x="41484" y="80067"/>
                    <a:pt x="45339" y="1031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8"/>
            <p:cNvSpPr/>
            <p:nvPr/>
          </p:nvSpPr>
          <p:spPr>
            <a:xfrm>
              <a:off x="2088637" y="3460502"/>
              <a:ext cx="85975" cy="128318"/>
            </a:xfrm>
            <a:custGeom>
              <a:rect b="b" l="l" r="r" t="t"/>
              <a:pathLst>
                <a:path extrusionOk="0" h="128318" w="85975">
                  <a:moveTo>
                    <a:pt x="6812" y="123589"/>
                  </a:moveTo>
                  <a:cubicBezTo>
                    <a:pt x="6812" y="123589"/>
                    <a:pt x="53008" y="139590"/>
                    <a:pt x="85584" y="112730"/>
                  </a:cubicBezTo>
                  <a:cubicBezTo>
                    <a:pt x="89203" y="106634"/>
                    <a:pt x="66534" y="27957"/>
                    <a:pt x="66534" y="27957"/>
                  </a:cubicBezTo>
                  <a:cubicBezTo>
                    <a:pt x="66534" y="27957"/>
                    <a:pt x="47484" y="-12238"/>
                    <a:pt x="16813" y="3764"/>
                  </a:cubicBezTo>
                  <a:cubicBezTo>
                    <a:pt x="-13857" y="19766"/>
                    <a:pt x="6812" y="123589"/>
                    <a:pt x="6812" y="1235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8"/>
            <p:cNvSpPr/>
            <p:nvPr/>
          </p:nvSpPr>
          <p:spPr>
            <a:xfrm>
              <a:off x="4813163" y="609565"/>
              <a:ext cx="169617" cy="33321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8"/>
            <p:cNvSpPr/>
            <p:nvPr/>
          </p:nvSpPr>
          <p:spPr>
            <a:xfrm>
              <a:off x="4828467" y="1392196"/>
              <a:ext cx="116692" cy="90410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219;p8"/>
            <p:cNvSpPr/>
            <p:nvPr/>
          </p:nvSpPr>
          <p:spPr>
            <a:xfrm>
              <a:off x="4829505" y="1421916"/>
              <a:ext cx="116196" cy="60608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" name="Google Shape;1220;p8"/>
            <p:cNvSpPr/>
            <p:nvPr/>
          </p:nvSpPr>
          <p:spPr>
            <a:xfrm>
              <a:off x="4688430" y="1310886"/>
              <a:ext cx="116665" cy="87067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" name="Google Shape;1221;p8"/>
            <p:cNvSpPr/>
            <p:nvPr/>
          </p:nvSpPr>
          <p:spPr>
            <a:xfrm>
              <a:off x="4688726" y="1338477"/>
              <a:ext cx="116135" cy="60608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" name="Google Shape;1222;p8"/>
            <p:cNvSpPr/>
            <p:nvPr/>
          </p:nvSpPr>
          <p:spPr>
            <a:xfrm>
              <a:off x="4717732" y="910305"/>
              <a:ext cx="408631" cy="493987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" name="Google Shape;1223;p8"/>
            <p:cNvSpPr/>
            <p:nvPr/>
          </p:nvSpPr>
          <p:spPr>
            <a:xfrm>
              <a:off x="4963696" y="579048"/>
              <a:ext cx="128556" cy="125075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" name="Google Shape;1224;p8"/>
            <p:cNvSpPr/>
            <p:nvPr/>
          </p:nvSpPr>
          <p:spPr>
            <a:xfrm>
              <a:off x="4918440" y="596574"/>
              <a:ext cx="208599" cy="407146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" name="Google Shape;1225;p8"/>
            <p:cNvSpPr/>
            <p:nvPr/>
          </p:nvSpPr>
          <p:spPr>
            <a:xfrm>
              <a:off x="4958560" y="449309"/>
              <a:ext cx="138537" cy="168686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8"/>
            <p:cNvSpPr/>
            <p:nvPr/>
          </p:nvSpPr>
          <p:spPr>
            <a:xfrm>
              <a:off x="4963736" y="434568"/>
              <a:ext cx="146199" cy="144480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p8"/>
            <p:cNvSpPr/>
            <p:nvPr/>
          </p:nvSpPr>
          <p:spPr>
            <a:xfrm>
              <a:off x="4896275" y="596956"/>
              <a:ext cx="67341" cy="98012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228;p8"/>
            <p:cNvSpPr/>
            <p:nvPr/>
          </p:nvSpPr>
          <p:spPr>
            <a:xfrm>
              <a:off x="5434686" y="3650290"/>
              <a:ext cx="676058" cy="390429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8"/>
            <p:cNvSpPr/>
            <p:nvPr/>
          </p:nvSpPr>
          <p:spPr>
            <a:xfrm>
              <a:off x="5472633" y="3576375"/>
              <a:ext cx="587572" cy="226763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" name="Google Shape;1230;p8"/>
            <p:cNvSpPr/>
            <p:nvPr/>
          </p:nvSpPr>
          <p:spPr>
            <a:xfrm>
              <a:off x="5434724" y="3741253"/>
              <a:ext cx="51339" cy="103346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" name="Google Shape;1231;p8"/>
            <p:cNvSpPr/>
            <p:nvPr/>
          </p:nvSpPr>
          <p:spPr>
            <a:xfrm>
              <a:off x="6065565" y="3741825"/>
              <a:ext cx="45148" cy="102774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" name="Google Shape;1232;p8"/>
            <p:cNvSpPr/>
            <p:nvPr/>
          </p:nvSpPr>
          <p:spPr>
            <a:xfrm>
              <a:off x="5494446" y="3630573"/>
              <a:ext cx="562737" cy="32480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1233;p8"/>
            <p:cNvSpPr/>
            <p:nvPr/>
          </p:nvSpPr>
          <p:spPr>
            <a:xfrm>
              <a:off x="5460441" y="3803737"/>
              <a:ext cx="614737" cy="220544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8"/>
            <p:cNvSpPr/>
            <p:nvPr/>
          </p:nvSpPr>
          <p:spPr>
            <a:xfrm>
              <a:off x="5434724" y="3551706"/>
              <a:ext cx="675989" cy="390489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8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8"/>
            <p:cNvSpPr/>
            <p:nvPr/>
          </p:nvSpPr>
          <p:spPr>
            <a:xfrm>
              <a:off x="5382050" y="3902892"/>
              <a:ext cx="186213" cy="107537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8"/>
            <p:cNvSpPr/>
            <p:nvPr/>
          </p:nvSpPr>
          <p:spPr>
            <a:xfrm>
              <a:off x="5425961" y="3928134"/>
              <a:ext cx="142303" cy="132873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" name="Google Shape;1238;p8"/>
            <p:cNvSpPr/>
            <p:nvPr/>
          </p:nvSpPr>
          <p:spPr>
            <a:xfrm>
              <a:off x="5023720" y="3961462"/>
              <a:ext cx="431291" cy="317858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" name="Google Shape;1239;p8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" name="Google Shape;1240;p8"/>
            <p:cNvSpPr/>
            <p:nvPr/>
          </p:nvSpPr>
          <p:spPr>
            <a:xfrm>
              <a:off x="5833536" y="4556308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" name="Google Shape;1241;p8"/>
            <p:cNvSpPr/>
            <p:nvPr/>
          </p:nvSpPr>
          <p:spPr>
            <a:xfrm>
              <a:off x="6124048" y="3784878"/>
              <a:ext cx="99113" cy="215741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" name="Google Shape;1242;p8"/>
            <p:cNvSpPr/>
            <p:nvPr/>
          </p:nvSpPr>
          <p:spPr>
            <a:xfrm>
              <a:off x="6137955" y="3696137"/>
              <a:ext cx="71246" cy="137090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" name="Google Shape;1243;p8"/>
            <p:cNvSpPr/>
            <p:nvPr/>
          </p:nvSpPr>
          <p:spPr>
            <a:xfrm>
              <a:off x="5898535" y="4644969"/>
              <a:ext cx="153698" cy="86203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8"/>
            <p:cNvSpPr/>
            <p:nvPr/>
          </p:nvSpPr>
          <p:spPr>
            <a:xfrm>
              <a:off x="5898544" y="4659654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" name="Google Shape;1245;p8"/>
            <p:cNvSpPr/>
            <p:nvPr/>
          </p:nvSpPr>
          <p:spPr>
            <a:xfrm>
              <a:off x="6010930" y="4594540"/>
              <a:ext cx="153698" cy="86245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" name="Google Shape;1246;p8"/>
            <p:cNvSpPr/>
            <p:nvPr/>
          </p:nvSpPr>
          <p:spPr>
            <a:xfrm>
              <a:off x="6010940" y="4609266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" name="Google Shape;1247;p8"/>
            <p:cNvSpPr/>
            <p:nvPr/>
          </p:nvSpPr>
          <p:spPr>
            <a:xfrm>
              <a:off x="5939834" y="4034528"/>
              <a:ext cx="224738" cy="6344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8"/>
            <p:cNvSpPr/>
            <p:nvPr/>
          </p:nvSpPr>
          <p:spPr>
            <a:xfrm>
              <a:off x="5972635" y="3514319"/>
              <a:ext cx="163123" cy="261076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8"/>
            <p:cNvSpPr/>
            <p:nvPr/>
          </p:nvSpPr>
          <p:spPr>
            <a:xfrm>
              <a:off x="5938247" y="3698937"/>
              <a:ext cx="250857" cy="415389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8"/>
            <p:cNvSpPr/>
            <p:nvPr/>
          </p:nvSpPr>
          <p:spPr>
            <a:xfrm>
              <a:off x="5692823" y="3751153"/>
              <a:ext cx="318504" cy="248122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8"/>
            <p:cNvSpPr/>
            <p:nvPr/>
          </p:nvSpPr>
          <p:spPr>
            <a:xfrm>
              <a:off x="5925738" y="3745773"/>
              <a:ext cx="96916" cy="141862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8"/>
            <p:cNvSpPr/>
            <p:nvPr/>
          </p:nvSpPr>
          <p:spPr>
            <a:xfrm>
              <a:off x="5972396" y="3502859"/>
              <a:ext cx="158142" cy="174304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53" name="Google Shape;1253;p8"/>
            <p:cNvGrpSpPr/>
            <p:nvPr/>
          </p:nvGrpSpPr>
          <p:grpSpPr>
            <a:xfrm>
              <a:off x="3871486" y="368362"/>
              <a:ext cx="330894" cy="250785"/>
              <a:chOff x="6621095" y="1452181"/>
              <a:chExt cx="330894" cy="250785"/>
            </a:xfrm>
          </p:grpSpPr>
          <p:sp>
            <p:nvSpPr>
              <p:cNvPr id="1254" name="Google Shape;1254;p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7" name="Google Shape;1257;p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8" name="Google Shape;1258;p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9" name="Google Shape;1259;p8"/>
            <p:cNvGrpSpPr/>
            <p:nvPr/>
          </p:nvGrpSpPr>
          <p:grpSpPr>
            <a:xfrm>
              <a:off x="4704106" y="852569"/>
              <a:ext cx="330894" cy="250785"/>
              <a:chOff x="6621095" y="1452181"/>
              <a:chExt cx="330894" cy="250785"/>
            </a:xfrm>
          </p:grpSpPr>
          <p:sp>
            <p:nvSpPr>
              <p:cNvPr id="1260" name="Google Shape;1260;p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1" name="Google Shape;1261;p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2" name="Google Shape;1262;p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3" name="Google Shape;1263;p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4" name="Google Shape;1264;p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65" name="Google Shape;1265;p8"/>
            <p:cNvSpPr/>
            <p:nvPr/>
          </p:nvSpPr>
          <p:spPr>
            <a:xfrm>
              <a:off x="5005135" y="663654"/>
              <a:ext cx="157949" cy="441664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8"/>
            <p:cNvSpPr/>
            <p:nvPr/>
          </p:nvSpPr>
          <p:spPr>
            <a:xfrm>
              <a:off x="5078203" y="660182"/>
              <a:ext cx="90963" cy="123358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67" name="Google Shape;1267;p8"/>
            <p:cNvGrpSpPr/>
            <p:nvPr/>
          </p:nvGrpSpPr>
          <p:grpSpPr>
            <a:xfrm flipH="1">
              <a:off x="2446567" y="1414371"/>
              <a:ext cx="298963" cy="226660"/>
              <a:chOff x="6621095" y="1452181"/>
              <a:chExt cx="330894" cy="250785"/>
            </a:xfrm>
          </p:grpSpPr>
          <p:sp>
            <p:nvSpPr>
              <p:cNvPr id="1268" name="Google Shape;1268;p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9" name="Google Shape;1269;p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0" name="Google Shape;1270;p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1" name="Google Shape;1271;p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2" name="Google Shape;1272;p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37925" lIns="75875" spcFirstLastPara="1" rIns="75875" wrap="square" tIns="37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4"/>
                  <a:buFont typeface="Arial"/>
                  <a:buNone/>
                </a:pPr>
                <a:r>
                  <a:t/>
                </a:r>
                <a:endParaRPr b="0" i="0" sz="149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73" name="Google Shape;1273;p8"/>
            <p:cNvSpPr/>
            <p:nvPr/>
          </p:nvSpPr>
          <p:spPr>
            <a:xfrm>
              <a:off x="2329846" y="1241863"/>
              <a:ext cx="143174" cy="402337"/>
            </a:xfrm>
            <a:custGeom>
              <a:rect b="b" l="l" r="r" t="t"/>
              <a:pathLst>
                <a:path extrusionOk="0" h="402337" w="143174">
                  <a:moveTo>
                    <a:pt x="132316" y="337406"/>
                  </a:moveTo>
                  <a:cubicBezTo>
                    <a:pt x="124650" y="332329"/>
                    <a:pt x="116664" y="327748"/>
                    <a:pt x="108408" y="323690"/>
                  </a:cubicBezTo>
                  <a:cubicBezTo>
                    <a:pt x="100708" y="321280"/>
                    <a:pt x="93712" y="317032"/>
                    <a:pt x="88025" y="311307"/>
                  </a:cubicBezTo>
                  <a:cubicBezTo>
                    <a:pt x="80500" y="303973"/>
                    <a:pt x="68308" y="276255"/>
                    <a:pt x="59450" y="249204"/>
                  </a:cubicBezTo>
                  <a:cubicBezTo>
                    <a:pt x="50616" y="218763"/>
                    <a:pt x="47136" y="187016"/>
                    <a:pt x="49163" y="155383"/>
                  </a:cubicBezTo>
                  <a:cubicBezTo>
                    <a:pt x="52877" y="117283"/>
                    <a:pt x="66498" y="64419"/>
                    <a:pt x="69927" y="42607"/>
                  </a:cubicBezTo>
                  <a:cubicBezTo>
                    <a:pt x="73356" y="20795"/>
                    <a:pt x="66403" y="12127"/>
                    <a:pt x="56211" y="4507"/>
                  </a:cubicBezTo>
                  <a:cubicBezTo>
                    <a:pt x="44305" y="-5018"/>
                    <a:pt x="27636" y="-732"/>
                    <a:pt x="19064" y="29844"/>
                  </a:cubicBezTo>
                  <a:cubicBezTo>
                    <a:pt x="7948" y="72154"/>
                    <a:pt x="1559" y="115569"/>
                    <a:pt x="14" y="159288"/>
                  </a:cubicBezTo>
                  <a:cubicBezTo>
                    <a:pt x="-297" y="191635"/>
                    <a:pt x="4690" y="223811"/>
                    <a:pt x="14777" y="254538"/>
                  </a:cubicBezTo>
                  <a:cubicBezTo>
                    <a:pt x="23864" y="280970"/>
                    <a:pt x="36113" y="306202"/>
                    <a:pt x="51258" y="329691"/>
                  </a:cubicBezTo>
                  <a:cubicBezTo>
                    <a:pt x="55449" y="336739"/>
                    <a:pt x="56783" y="342930"/>
                    <a:pt x="63164" y="357313"/>
                  </a:cubicBezTo>
                  <a:cubicBezTo>
                    <a:pt x="69329" y="371772"/>
                    <a:pt x="78905" y="384517"/>
                    <a:pt x="91073" y="394461"/>
                  </a:cubicBezTo>
                  <a:cubicBezTo>
                    <a:pt x="101836" y="402176"/>
                    <a:pt x="106884" y="403224"/>
                    <a:pt x="109361" y="401795"/>
                  </a:cubicBezTo>
                  <a:cubicBezTo>
                    <a:pt x="111837" y="400366"/>
                    <a:pt x="111837" y="396461"/>
                    <a:pt x="107360" y="392270"/>
                  </a:cubicBezTo>
                  <a:cubicBezTo>
                    <a:pt x="99783" y="386317"/>
                    <a:pt x="93331" y="379059"/>
                    <a:pt x="88310" y="370839"/>
                  </a:cubicBezTo>
                  <a:cubicBezTo>
                    <a:pt x="88310" y="370839"/>
                    <a:pt x="97835" y="380364"/>
                    <a:pt x="103836" y="385412"/>
                  </a:cubicBezTo>
                  <a:cubicBezTo>
                    <a:pt x="109247" y="389955"/>
                    <a:pt x="115237" y="393775"/>
                    <a:pt x="121648" y="396747"/>
                  </a:cubicBezTo>
                  <a:cubicBezTo>
                    <a:pt x="127934" y="399509"/>
                    <a:pt x="136602" y="394175"/>
                    <a:pt x="132125" y="389984"/>
                  </a:cubicBezTo>
                  <a:cubicBezTo>
                    <a:pt x="127649" y="385793"/>
                    <a:pt x="123172" y="383697"/>
                    <a:pt x="114314" y="375982"/>
                  </a:cubicBezTo>
                  <a:cubicBezTo>
                    <a:pt x="109302" y="372067"/>
                    <a:pt x="104818" y="367524"/>
                    <a:pt x="100979" y="362457"/>
                  </a:cubicBezTo>
                  <a:cubicBezTo>
                    <a:pt x="107247" y="367238"/>
                    <a:pt x="113870" y="371534"/>
                    <a:pt x="120791" y="375315"/>
                  </a:cubicBezTo>
                  <a:cubicBezTo>
                    <a:pt x="126215" y="378592"/>
                    <a:pt x="132455" y="380278"/>
                    <a:pt x="138793" y="380173"/>
                  </a:cubicBezTo>
                  <a:cubicBezTo>
                    <a:pt x="142127" y="380173"/>
                    <a:pt x="146127" y="375411"/>
                    <a:pt x="139936" y="370648"/>
                  </a:cubicBezTo>
                  <a:cubicBezTo>
                    <a:pt x="131572" y="366295"/>
                    <a:pt x="123741" y="360990"/>
                    <a:pt x="116600" y="354837"/>
                  </a:cubicBezTo>
                  <a:cubicBezTo>
                    <a:pt x="109742" y="347979"/>
                    <a:pt x="105932" y="342264"/>
                    <a:pt x="107837" y="342168"/>
                  </a:cubicBezTo>
                  <a:cubicBezTo>
                    <a:pt x="109742" y="342073"/>
                    <a:pt x="113456" y="346264"/>
                    <a:pt x="121457" y="348836"/>
                  </a:cubicBezTo>
                  <a:cubicBezTo>
                    <a:pt x="129458" y="351408"/>
                    <a:pt x="138031" y="348836"/>
                    <a:pt x="139079" y="344645"/>
                  </a:cubicBezTo>
                  <a:cubicBezTo>
                    <a:pt x="140126" y="340454"/>
                    <a:pt x="139841" y="341121"/>
                    <a:pt x="132316" y="337406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" name="Google Shape;1274;p8"/>
            <p:cNvSpPr/>
            <p:nvPr/>
          </p:nvSpPr>
          <p:spPr>
            <a:xfrm>
              <a:off x="2323859" y="1237315"/>
              <a:ext cx="82772" cy="112806"/>
            </a:xfrm>
            <a:custGeom>
              <a:rect b="b" l="l" r="r" t="t"/>
              <a:pathLst>
                <a:path extrusionOk="0" h="112806" w="82772">
                  <a:moveTo>
                    <a:pt x="0" y="90018"/>
                  </a:moveTo>
                  <a:cubicBezTo>
                    <a:pt x="0" y="90018"/>
                    <a:pt x="30004" y="119831"/>
                    <a:pt x="65532" y="111258"/>
                  </a:cubicBezTo>
                  <a:cubicBezTo>
                    <a:pt x="70580" y="107829"/>
                    <a:pt x="82772" y="38106"/>
                    <a:pt x="82772" y="38106"/>
                  </a:cubicBezTo>
                  <a:cubicBezTo>
                    <a:pt x="82772" y="38106"/>
                    <a:pt x="82772" y="-565"/>
                    <a:pt x="53149" y="6"/>
                  </a:cubicBezTo>
                  <a:cubicBezTo>
                    <a:pt x="23527" y="578"/>
                    <a:pt x="0" y="90018"/>
                    <a:pt x="0" y="9001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925" lIns="75875" spcFirstLastPara="1" rIns="75875" wrap="square" tIns="37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4"/>
                <a:buFont typeface="Arial"/>
                <a:buNone/>
              </a:pPr>
              <a:r>
                <a:t/>
              </a:r>
              <a:endParaRPr b="0" i="0" sz="1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5" name="Google Shape;1275;p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9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2800"/>
              <a:t>Buenas prácticas – Comunicación digital</a:t>
            </a:r>
            <a:endParaRPr sz="2800"/>
          </a:p>
        </p:txBody>
      </p:sp>
      <p:sp>
        <p:nvSpPr>
          <p:cNvPr id="1281" name="Google Shape;1281;p9"/>
          <p:cNvSpPr txBox="1"/>
          <p:nvPr>
            <p:ph idx="1" type="body"/>
          </p:nvPr>
        </p:nvSpPr>
        <p:spPr>
          <a:xfrm>
            <a:off x="457200" y="1849014"/>
            <a:ext cx="68334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</a:pPr>
            <a:r>
              <a:rPr lang="es-ES"/>
              <a:t>1. Usa asuntos claros: [Proyecto] – Acción requerida.</a:t>
            </a:r>
            <a:endParaRPr sz="1800"/>
          </a:p>
          <a:p>
            <a:pPr indent="-3302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</a:pPr>
            <a:r>
              <a:rPr lang="es-ES"/>
              <a:t>2. Sé breve y directo: 5 líneas o menos si es posible.</a:t>
            </a:r>
            <a:endParaRPr sz="1800"/>
          </a:p>
          <a:p>
            <a:pPr indent="-3302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</a:pPr>
            <a:r>
              <a:rPr lang="es-ES"/>
              <a:t>3. Usa @menciones para asignar tareas en correos o Teams.</a:t>
            </a:r>
            <a:endParaRPr sz="1800"/>
          </a:p>
          <a:p>
            <a:pPr indent="-3302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</a:pPr>
            <a:r>
              <a:rPr lang="es-ES"/>
              <a:t>4. Evita reuniones sin propósito: define objetivo y duración máxima.</a:t>
            </a:r>
            <a:endParaRPr sz="1800"/>
          </a:p>
          <a:p>
            <a:pPr indent="-3302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</a:pPr>
            <a:r>
              <a:rPr lang="es-ES"/>
              <a:t>5. Registra acuerdos en OneNote o documento compartido.</a:t>
            </a:r>
            <a:endParaRPr/>
          </a:p>
        </p:txBody>
      </p:sp>
      <p:grpSp>
        <p:nvGrpSpPr>
          <p:cNvPr id="1282" name="Google Shape;1282;p9"/>
          <p:cNvGrpSpPr/>
          <p:nvPr/>
        </p:nvGrpSpPr>
        <p:grpSpPr>
          <a:xfrm>
            <a:off x="7202543" y="3196847"/>
            <a:ext cx="1782593" cy="1812070"/>
            <a:chOff x="2011725" y="44285"/>
            <a:chExt cx="4684870" cy="4762340"/>
          </a:xfrm>
        </p:grpSpPr>
        <p:grpSp>
          <p:nvGrpSpPr>
            <p:cNvPr id="1283" name="Google Shape;1283;p9"/>
            <p:cNvGrpSpPr/>
            <p:nvPr/>
          </p:nvGrpSpPr>
          <p:grpSpPr>
            <a:xfrm>
              <a:off x="2119596" y="326448"/>
              <a:ext cx="3544299" cy="3707706"/>
              <a:chOff x="3860721" y="1330073"/>
              <a:chExt cx="3544299" cy="3707706"/>
            </a:xfrm>
          </p:grpSpPr>
          <p:sp>
            <p:nvSpPr>
              <p:cNvPr id="1284" name="Google Shape;1284;p9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5" name="Google Shape;1285;p9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6" name="Google Shape;1286;p9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7" name="Google Shape;1287;p9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8" name="Google Shape;1288;p9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9" name="Google Shape;1289;p9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0" name="Google Shape;1290;p9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1" name="Google Shape;1291;p9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2" name="Google Shape;1292;p9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3" name="Google Shape;1293;p9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4" name="Google Shape;1294;p9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5" name="Google Shape;1295;p9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6" name="Google Shape;1296;p9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7" name="Google Shape;1297;p9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8" name="Google Shape;1298;p9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9" name="Google Shape;1299;p9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0" name="Google Shape;1300;p9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1" name="Google Shape;1301;p9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2" name="Google Shape;1302;p9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3" name="Google Shape;1303;p9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4" name="Google Shape;1304;p9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5" name="Google Shape;1305;p9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6" name="Google Shape;1306;p9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7" name="Google Shape;1307;p9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8" name="Google Shape;1308;p9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9" name="Google Shape;1309;p9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0" name="Google Shape;1310;p9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1" name="Google Shape;1311;p9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2" name="Google Shape;1312;p9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3" name="Google Shape;1313;p9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4" name="Google Shape;1314;p9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5" name="Google Shape;1315;p9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6" name="Google Shape;1316;p9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7" name="Google Shape;1317;p9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8" name="Google Shape;1318;p9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9" name="Google Shape;1319;p9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0" name="Google Shape;1320;p9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9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2" name="Google Shape;1322;p9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3" name="Google Shape;1323;p9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9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9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6" name="Google Shape;1326;p9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7" name="Google Shape;1327;p9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8" name="Google Shape;1328;p9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9" name="Google Shape;1329;p9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0" name="Google Shape;1330;p9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1" name="Google Shape;1331;p9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9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9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9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9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9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7" name="Google Shape;1337;p9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8" name="Google Shape;1338;p9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9" name="Google Shape;1339;p9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0" name="Google Shape;1340;p9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1" name="Google Shape;1341;p9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342;p9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343;p9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4" name="Google Shape;1344;p9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5" name="Google Shape;1345;p9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6" name="Google Shape;1346;p9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7" name="Google Shape;1347;p9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8" name="Google Shape;1348;p9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9" name="Google Shape;1349;p9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0" name="Google Shape;1350;p9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1" name="Google Shape;1351;p9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2" name="Google Shape;1352;p9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3" name="Google Shape;1353;p9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4" name="Google Shape;1354;p9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5" name="Google Shape;1355;p9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6" name="Google Shape;1356;p9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7" name="Google Shape;1357;p9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8" name="Google Shape;1358;p9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9" name="Google Shape;1359;p9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0" name="Google Shape;1360;p9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1" name="Google Shape;1361;p9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2" name="Google Shape;1362;p9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3" name="Google Shape;1363;p9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4" name="Google Shape;1364;p9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5" name="Google Shape;1365;p9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6" name="Google Shape;1366;p9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7" name="Google Shape;1367;p9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8" name="Google Shape;1368;p9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9" name="Google Shape;1369;p9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0" name="Google Shape;1370;p9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1" name="Google Shape;1371;p9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2" name="Google Shape;1372;p9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3" name="Google Shape;1373;p9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4" name="Google Shape;1374;p9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5" name="Google Shape;1375;p9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6" name="Google Shape;1376;p9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7" name="Google Shape;1377;p9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8" name="Google Shape;1378;p9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9" name="Google Shape;1379;p9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0" name="Google Shape;1380;p9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1" name="Google Shape;1381;p9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2" name="Google Shape;1382;p9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3" name="Google Shape;1383;p9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4" name="Google Shape;1384;p9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5" name="Google Shape;1385;p9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6" name="Google Shape;1386;p9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7" name="Google Shape;1387;p9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8" name="Google Shape;1388;p9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9" name="Google Shape;1389;p9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0" name="Google Shape;1390;p9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91" name="Google Shape;1391;p9"/>
            <p:cNvSpPr/>
            <p:nvPr/>
          </p:nvSpPr>
          <p:spPr>
            <a:xfrm>
              <a:off x="4424312" y="3389781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2" name="Google Shape;1392;p9"/>
            <p:cNvSpPr/>
            <p:nvPr/>
          </p:nvSpPr>
          <p:spPr>
            <a:xfrm>
              <a:off x="4458697" y="3370540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3" name="Google Shape;1393;p9"/>
            <p:cNvSpPr/>
            <p:nvPr/>
          </p:nvSpPr>
          <p:spPr>
            <a:xfrm>
              <a:off x="4458697" y="3334726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4" name="Google Shape;1394;p9"/>
            <p:cNvSpPr/>
            <p:nvPr/>
          </p:nvSpPr>
          <p:spPr>
            <a:xfrm>
              <a:off x="5662371" y="3457123"/>
              <a:ext cx="830865" cy="479678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5" name="Google Shape;1395;p9"/>
            <p:cNvSpPr/>
            <p:nvPr/>
          </p:nvSpPr>
          <p:spPr>
            <a:xfrm>
              <a:off x="5582647" y="3524845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6" name="Google Shape;1396;p9"/>
            <p:cNvSpPr/>
            <p:nvPr/>
          </p:nvSpPr>
          <p:spPr>
            <a:xfrm>
              <a:off x="5520830" y="3560469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7" name="Google Shape;1397;p9"/>
            <p:cNvSpPr/>
            <p:nvPr/>
          </p:nvSpPr>
          <p:spPr>
            <a:xfrm>
              <a:off x="5459108" y="3596188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8" name="Google Shape;1398;p9"/>
            <p:cNvSpPr/>
            <p:nvPr/>
          </p:nvSpPr>
          <p:spPr>
            <a:xfrm>
              <a:off x="5006003" y="3836122"/>
              <a:ext cx="830770" cy="479679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9" name="Google Shape;1399;p9"/>
            <p:cNvSpPr/>
            <p:nvPr/>
          </p:nvSpPr>
          <p:spPr>
            <a:xfrm>
              <a:off x="4926279" y="3903750"/>
              <a:ext cx="741616" cy="428244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1400;p9"/>
            <p:cNvSpPr/>
            <p:nvPr/>
          </p:nvSpPr>
          <p:spPr>
            <a:xfrm>
              <a:off x="4864462" y="3939468"/>
              <a:ext cx="727614" cy="42005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1" name="Google Shape;1401;p9"/>
            <p:cNvSpPr/>
            <p:nvPr/>
          </p:nvSpPr>
          <p:spPr>
            <a:xfrm>
              <a:off x="4802740" y="3975092"/>
              <a:ext cx="620839" cy="358520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2" name="Google Shape;1402;p9"/>
            <p:cNvSpPr/>
            <p:nvPr/>
          </p:nvSpPr>
          <p:spPr>
            <a:xfrm>
              <a:off x="5169357" y="3663339"/>
              <a:ext cx="421766" cy="243458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9"/>
            <p:cNvSpPr/>
            <p:nvPr/>
          </p:nvSpPr>
          <p:spPr>
            <a:xfrm>
              <a:off x="5441867" y="3820597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4" name="Google Shape;1404;p9"/>
            <p:cNvSpPr/>
            <p:nvPr/>
          </p:nvSpPr>
          <p:spPr>
            <a:xfrm>
              <a:off x="5714378" y="3977950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5" name="Google Shape;1405;p9"/>
            <p:cNvSpPr/>
            <p:nvPr/>
          </p:nvSpPr>
          <p:spPr>
            <a:xfrm>
              <a:off x="2242896" y="2171438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689" y="206407"/>
                  </a:moveTo>
                  <a:lnTo>
                    <a:pt x="0" y="103251"/>
                  </a:lnTo>
                  <a:lnTo>
                    <a:pt x="178689" y="0"/>
                  </a:lnTo>
                  <a:lnTo>
                    <a:pt x="357473" y="103251"/>
                  </a:lnTo>
                  <a:lnTo>
                    <a:pt x="178689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1406;p9"/>
            <p:cNvSpPr/>
            <p:nvPr/>
          </p:nvSpPr>
          <p:spPr>
            <a:xfrm>
              <a:off x="2526170" y="20060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7" name="Google Shape;1407;p9"/>
            <p:cNvSpPr/>
            <p:nvPr/>
          </p:nvSpPr>
          <p:spPr>
            <a:xfrm>
              <a:off x="2632278" y="1017294"/>
              <a:ext cx="357473" cy="206311"/>
            </a:xfrm>
            <a:custGeom>
              <a:rect b="b" l="l" r="r" t="t"/>
              <a:pathLst>
                <a:path extrusionOk="0" h="206311" w="357473">
                  <a:moveTo>
                    <a:pt x="178784" y="206312"/>
                  </a:moveTo>
                  <a:lnTo>
                    <a:pt x="0" y="103156"/>
                  </a:lnTo>
                  <a:lnTo>
                    <a:pt x="178784" y="0"/>
                  </a:lnTo>
                  <a:lnTo>
                    <a:pt x="357473" y="103156"/>
                  </a:lnTo>
                  <a:lnTo>
                    <a:pt x="178784" y="2063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8" name="Google Shape;1408;p9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9" name="Google Shape;1409;p9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0" name="Google Shape;1410;p9"/>
            <p:cNvSpPr/>
            <p:nvPr/>
          </p:nvSpPr>
          <p:spPr>
            <a:xfrm>
              <a:off x="2811062" y="1120450"/>
              <a:ext cx="178689" cy="1032319"/>
            </a:xfrm>
            <a:custGeom>
              <a:rect b="b" l="l" r="r" t="t"/>
              <a:pathLst>
                <a:path extrusionOk="0" h="1032319" w="178689">
                  <a:moveTo>
                    <a:pt x="178689" y="929068"/>
                  </a:moveTo>
                  <a:lnTo>
                    <a:pt x="0" y="103232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9290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1" name="Google Shape;1411;p9"/>
            <p:cNvSpPr/>
            <p:nvPr/>
          </p:nvSpPr>
          <p:spPr>
            <a:xfrm>
              <a:off x="2364150" y="1481542"/>
              <a:ext cx="357473" cy="206501"/>
            </a:xfrm>
            <a:custGeom>
              <a:rect b="b" l="l" r="r" t="t"/>
              <a:pathLst>
                <a:path extrusionOk="0" h="206501" w="357473">
                  <a:moveTo>
                    <a:pt x="178784" y="206502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5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2" name="Google Shape;1412;p9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3" name="Google Shape;1413;p9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1414;p9"/>
            <p:cNvSpPr/>
            <p:nvPr/>
          </p:nvSpPr>
          <p:spPr>
            <a:xfrm>
              <a:off x="2542934" y="1584793"/>
              <a:ext cx="178688" cy="721899"/>
            </a:xfrm>
            <a:custGeom>
              <a:rect b="b" l="l" r="r" t="t"/>
              <a:pathLst>
                <a:path extrusionOk="0" h="721899" w="178688">
                  <a:moveTo>
                    <a:pt x="178689" y="618744"/>
                  </a:moveTo>
                  <a:lnTo>
                    <a:pt x="0" y="72190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61874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1415;p9"/>
            <p:cNvSpPr/>
            <p:nvPr/>
          </p:nvSpPr>
          <p:spPr>
            <a:xfrm>
              <a:off x="2013915" y="2306693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6" name="Google Shape;1416;p9"/>
            <p:cNvSpPr/>
            <p:nvPr/>
          </p:nvSpPr>
          <p:spPr>
            <a:xfrm>
              <a:off x="2078685" y="19719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156"/>
                  </a:lnTo>
                  <a:lnTo>
                    <a:pt x="178689" y="0"/>
                  </a:lnTo>
                  <a:lnTo>
                    <a:pt x="357473" y="103156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7" name="Google Shape;1417;p9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8" name="Google Shape;1418;p9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9" name="Google Shape;1419;p9"/>
            <p:cNvSpPr/>
            <p:nvPr/>
          </p:nvSpPr>
          <p:spPr>
            <a:xfrm>
              <a:off x="2257469" y="2075140"/>
              <a:ext cx="178689" cy="399097"/>
            </a:xfrm>
            <a:custGeom>
              <a:rect b="b" l="l" r="r" t="t"/>
              <a:pathLst>
                <a:path extrusionOk="0" h="399097" w="178689">
                  <a:moveTo>
                    <a:pt x="178689" y="295846"/>
                  </a:moveTo>
                  <a:lnTo>
                    <a:pt x="0" y="399098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2958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0" name="Google Shape;1420;p9"/>
            <p:cNvSpPr/>
            <p:nvPr/>
          </p:nvSpPr>
          <p:spPr>
            <a:xfrm>
              <a:off x="4050634" y="46890"/>
              <a:ext cx="205002" cy="299719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1" name="Google Shape;1421;p9"/>
            <p:cNvSpPr/>
            <p:nvPr/>
          </p:nvSpPr>
          <p:spPr>
            <a:xfrm>
              <a:off x="4066180" y="44285"/>
              <a:ext cx="98194" cy="121006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2" name="Google Shape;1422;p9"/>
            <p:cNvSpPr/>
            <p:nvPr/>
          </p:nvSpPr>
          <p:spPr>
            <a:xfrm>
              <a:off x="4085379" y="175665"/>
              <a:ext cx="121123" cy="13556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3" name="Google Shape;1423;p9"/>
            <p:cNvSpPr/>
            <p:nvPr/>
          </p:nvSpPr>
          <p:spPr>
            <a:xfrm>
              <a:off x="3878508" y="229758"/>
              <a:ext cx="228579" cy="325392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4" name="Google Shape;1424;p9"/>
            <p:cNvSpPr/>
            <p:nvPr/>
          </p:nvSpPr>
          <p:spPr>
            <a:xfrm>
              <a:off x="4050113" y="220052"/>
              <a:ext cx="176568" cy="232904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5" name="Google Shape;1425;p9"/>
            <p:cNvSpPr/>
            <p:nvPr/>
          </p:nvSpPr>
          <p:spPr>
            <a:xfrm>
              <a:off x="4081568" y="53558"/>
              <a:ext cx="129892" cy="160015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6" name="Google Shape;1426;p9"/>
            <p:cNvSpPr/>
            <p:nvPr/>
          </p:nvSpPr>
          <p:spPr>
            <a:xfrm>
              <a:off x="4086841" y="52931"/>
              <a:ext cx="130406" cy="122734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7" name="Google Shape;1427;p9"/>
            <p:cNvSpPr/>
            <p:nvPr/>
          </p:nvSpPr>
          <p:spPr>
            <a:xfrm>
              <a:off x="3930273" y="858890"/>
              <a:ext cx="102549" cy="78223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1428;p9"/>
            <p:cNvSpPr/>
            <p:nvPr/>
          </p:nvSpPr>
          <p:spPr>
            <a:xfrm>
              <a:off x="3930726" y="883849"/>
              <a:ext cx="102084" cy="53297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9" name="Google Shape;1429;p9"/>
            <p:cNvSpPr/>
            <p:nvPr/>
          </p:nvSpPr>
          <p:spPr>
            <a:xfrm>
              <a:off x="3878956" y="825175"/>
              <a:ext cx="93870" cy="7271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0" name="Google Shape;1430;p9"/>
            <p:cNvSpPr/>
            <p:nvPr/>
          </p:nvSpPr>
          <p:spPr>
            <a:xfrm>
              <a:off x="3879387" y="849177"/>
              <a:ext cx="93498" cy="48808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1" name="Google Shape;1431;p9"/>
            <p:cNvSpPr/>
            <p:nvPr/>
          </p:nvSpPr>
          <p:spPr>
            <a:xfrm>
              <a:off x="3913772" y="449985"/>
              <a:ext cx="223526" cy="385528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2" name="Google Shape;1432;p9"/>
            <p:cNvSpPr/>
            <p:nvPr/>
          </p:nvSpPr>
          <p:spPr>
            <a:xfrm>
              <a:off x="3974732" y="450747"/>
              <a:ext cx="222535" cy="417442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3" name="Google Shape;1433;p9"/>
            <p:cNvSpPr/>
            <p:nvPr/>
          </p:nvSpPr>
          <p:spPr>
            <a:xfrm>
              <a:off x="3891839" y="424458"/>
              <a:ext cx="332782" cy="306321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4" name="Google Shape;1434;p9"/>
            <p:cNvSpPr/>
            <p:nvPr/>
          </p:nvSpPr>
          <p:spPr>
            <a:xfrm>
              <a:off x="4159410" y="243442"/>
              <a:ext cx="115651" cy="405453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5" name="Google Shape;1435;p9"/>
            <p:cNvSpPr/>
            <p:nvPr/>
          </p:nvSpPr>
          <p:spPr>
            <a:xfrm>
              <a:off x="4182076" y="238331"/>
              <a:ext cx="69928" cy="88934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1436;p9"/>
            <p:cNvSpPr/>
            <p:nvPr/>
          </p:nvSpPr>
          <p:spPr>
            <a:xfrm>
              <a:off x="4044931" y="219924"/>
              <a:ext cx="59816" cy="62802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7" name="Google Shape;1437;p9"/>
            <p:cNvSpPr/>
            <p:nvPr/>
          </p:nvSpPr>
          <p:spPr>
            <a:xfrm>
              <a:off x="2494198" y="1192008"/>
              <a:ext cx="154251" cy="303342"/>
            </a:xfrm>
            <a:custGeom>
              <a:rect b="b" l="l" r="r" t="t"/>
              <a:pathLst>
                <a:path extrusionOk="0" h="303342" w="154251">
                  <a:moveTo>
                    <a:pt x="65595" y="234575"/>
                  </a:moveTo>
                  <a:cubicBezTo>
                    <a:pt x="79310" y="258921"/>
                    <a:pt x="95907" y="281534"/>
                    <a:pt x="115030" y="301917"/>
                  </a:cubicBezTo>
                  <a:cubicBezTo>
                    <a:pt x="120364" y="308108"/>
                    <a:pt x="161512" y="292392"/>
                    <a:pt x="153130" y="288010"/>
                  </a:cubicBezTo>
                  <a:cubicBezTo>
                    <a:pt x="144747" y="283629"/>
                    <a:pt x="117601" y="246005"/>
                    <a:pt x="104171" y="221335"/>
                  </a:cubicBezTo>
                  <a:cubicBezTo>
                    <a:pt x="92896" y="191398"/>
                    <a:pt x="83356" y="160833"/>
                    <a:pt x="75596" y="129800"/>
                  </a:cubicBezTo>
                  <a:cubicBezTo>
                    <a:pt x="67119" y="99225"/>
                    <a:pt x="59880" y="54267"/>
                    <a:pt x="53689" y="33121"/>
                  </a:cubicBezTo>
                  <a:cubicBezTo>
                    <a:pt x="50377" y="17186"/>
                    <a:pt x="38044" y="4670"/>
                    <a:pt x="22161" y="1117"/>
                  </a:cubicBezTo>
                  <a:cubicBezTo>
                    <a:pt x="7397" y="-2312"/>
                    <a:pt x="-2223" y="1689"/>
                    <a:pt x="444" y="19596"/>
                  </a:cubicBezTo>
                  <a:cubicBezTo>
                    <a:pt x="4730" y="50743"/>
                    <a:pt x="29305" y="172853"/>
                    <a:pt x="65595" y="23457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8" name="Google Shape;1438;p9"/>
            <p:cNvSpPr/>
            <p:nvPr/>
          </p:nvSpPr>
          <p:spPr>
            <a:xfrm>
              <a:off x="2527565" y="1904831"/>
              <a:ext cx="106588" cy="82319"/>
            </a:xfrm>
            <a:custGeom>
              <a:rect b="b" l="l" r="r" t="t"/>
              <a:pathLst>
                <a:path extrusionOk="0" h="82319" w="106588">
                  <a:moveTo>
                    <a:pt x="8606" y="2"/>
                  </a:moveTo>
                  <a:cubicBezTo>
                    <a:pt x="21369" y="10385"/>
                    <a:pt x="40229" y="860"/>
                    <a:pt x="41181" y="1812"/>
                  </a:cubicBezTo>
                  <a:cubicBezTo>
                    <a:pt x="56119" y="15766"/>
                    <a:pt x="71828" y="28863"/>
                    <a:pt x="88235" y="41055"/>
                  </a:cubicBezTo>
                  <a:cubicBezTo>
                    <a:pt x="96141" y="47246"/>
                    <a:pt x="108523" y="55628"/>
                    <a:pt x="106332" y="67630"/>
                  </a:cubicBezTo>
                  <a:cubicBezTo>
                    <a:pt x="102332" y="89156"/>
                    <a:pt x="68232" y="82489"/>
                    <a:pt x="54897" y="75917"/>
                  </a:cubicBezTo>
                  <a:cubicBezTo>
                    <a:pt x="41562" y="69344"/>
                    <a:pt x="31371" y="58486"/>
                    <a:pt x="19083" y="50866"/>
                  </a:cubicBezTo>
                  <a:cubicBezTo>
                    <a:pt x="10320" y="45437"/>
                    <a:pt x="1653" y="42579"/>
                    <a:pt x="33" y="31816"/>
                  </a:cubicBezTo>
                  <a:cubicBezTo>
                    <a:pt x="-538" y="25244"/>
                    <a:pt x="6415" y="-283"/>
                    <a:pt x="860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9" name="Google Shape;1439;p9"/>
            <p:cNvSpPr/>
            <p:nvPr/>
          </p:nvSpPr>
          <p:spPr>
            <a:xfrm>
              <a:off x="2527774" y="1931884"/>
              <a:ext cx="106123" cy="55368"/>
            </a:xfrm>
            <a:custGeom>
              <a:rect b="b" l="l" r="r" t="t"/>
              <a:pathLst>
                <a:path extrusionOk="0" h="55368" w="106123">
                  <a:moveTo>
                    <a:pt x="301" y="0"/>
                  </a:moveTo>
                  <a:cubicBezTo>
                    <a:pt x="1920" y="10668"/>
                    <a:pt x="10492" y="13525"/>
                    <a:pt x="19351" y="19050"/>
                  </a:cubicBezTo>
                  <a:cubicBezTo>
                    <a:pt x="31828" y="26765"/>
                    <a:pt x="42782" y="38100"/>
                    <a:pt x="55831" y="44577"/>
                  </a:cubicBezTo>
                  <a:cubicBezTo>
                    <a:pt x="68881" y="51054"/>
                    <a:pt x="97646" y="56674"/>
                    <a:pt x="106123" y="41338"/>
                  </a:cubicBezTo>
                  <a:cubicBezTo>
                    <a:pt x="101551" y="62008"/>
                    <a:pt x="68023" y="55531"/>
                    <a:pt x="54879" y="48958"/>
                  </a:cubicBezTo>
                  <a:cubicBezTo>
                    <a:pt x="41734" y="42386"/>
                    <a:pt x="31352" y="31528"/>
                    <a:pt x="19065" y="23908"/>
                  </a:cubicBezTo>
                  <a:cubicBezTo>
                    <a:pt x="10302" y="18479"/>
                    <a:pt x="1634" y="15621"/>
                    <a:pt x="15" y="4858"/>
                  </a:cubicBezTo>
                  <a:cubicBezTo>
                    <a:pt x="-40" y="3229"/>
                    <a:pt x="56" y="1610"/>
                    <a:pt x="30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0" name="Google Shape;1440;p9"/>
            <p:cNvSpPr/>
            <p:nvPr/>
          </p:nvSpPr>
          <p:spPr>
            <a:xfrm>
              <a:off x="2655329" y="1830290"/>
              <a:ext cx="106576" cy="79516"/>
            </a:xfrm>
            <a:custGeom>
              <a:rect b="b" l="l" r="r" t="t"/>
              <a:pathLst>
                <a:path extrusionOk="0" h="79516" w="106576">
                  <a:moveTo>
                    <a:pt x="10192" y="58"/>
                  </a:moveTo>
                  <a:cubicBezTo>
                    <a:pt x="22955" y="10440"/>
                    <a:pt x="45244" y="-895"/>
                    <a:pt x="46196" y="58"/>
                  </a:cubicBezTo>
                  <a:cubicBezTo>
                    <a:pt x="59433" y="13574"/>
                    <a:pt x="73460" y="26299"/>
                    <a:pt x="88202" y="38158"/>
                  </a:cubicBezTo>
                  <a:cubicBezTo>
                    <a:pt x="96202" y="44444"/>
                    <a:pt x="108585" y="52826"/>
                    <a:pt x="106299" y="64828"/>
                  </a:cubicBezTo>
                  <a:cubicBezTo>
                    <a:pt x="102298" y="86354"/>
                    <a:pt x="68199" y="79687"/>
                    <a:pt x="54959" y="73114"/>
                  </a:cubicBezTo>
                  <a:cubicBezTo>
                    <a:pt x="41719" y="66542"/>
                    <a:pt x="31337" y="55684"/>
                    <a:pt x="19050" y="48064"/>
                  </a:cubicBezTo>
                  <a:cubicBezTo>
                    <a:pt x="10287" y="42634"/>
                    <a:pt x="1715" y="39777"/>
                    <a:pt x="0" y="29014"/>
                  </a:cubicBezTo>
                  <a:cubicBezTo>
                    <a:pt x="721" y="18622"/>
                    <a:pt x="4243" y="8611"/>
                    <a:pt x="10192" y="58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9"/>
            <p:cNvSpPr/>
            <p:nvPr/>
          </p:nvSpPr>
          <p:spPr>
            <a:xfrm>
              <a:off x="2655759" y="1855875"/>
              <a:ext cx="106154" cy="55320"/>
            </a:xfrm>
            <a:custGeom>
              <a:rect b="b" l="l" r="r" t="t"/>
              <a:pathLst>
                <a:path extrusionOk="0" h="55320" w="106154">
                  <a:moveTo>
                    <a:pt x="331" y="0"/>
                  </a:moveTo>
                  <a:cubicBezTo>
                    <a:pt x="1951" y="10573"/>
                    <a:pt x="10523" y="13525"/>
                    <a:pt x="19381" y="19050"/>
                  </a:cubicBezTo>
                  <a:cubicBezTo>
                    <a:pt x="31859" y="26765"/>
                    <a:pt x="42813" y="38100"/>
                    <a:pt x="55767" y="44482"/>
                  </a:cubicBezTo>
                  <a:cubicBezTo>
                    <a:pt x="68721" y="50863"/>
                    <a:pt x="97677" y="56578"/>
                    <a:pt x="106154" y="41243"/>
                  </a:cubicBezTo>
                  <a:cubicBezTo>
                    <a:pt x="101582" y="62008"/>
                    <a:pt x="68054" y="55435"/>
                    <a:pt x="54910" y="48958"/>
                  </a:cubicBezTo>
                  <a:cubicBezTo>
                    <a:pt x="41765" y="42481"/>
                    <a:pt x="31383" y="31528"/>
                    <a:pt x="19096" y="23908"/>
                  </a:cubicBezTo>
                  <a:cubicBezTo>
                    <a:pt x="10333" y="18478"/>
                    <a:pt x="1665" y="15621"/>
                    <a:pt x="46" y="4858"/>
                  </a:cubicBezTo>
                  <a:cubicBezTo>
                    <a:pt x="-67" y="3229"/>
                    <a:pt x="28" y="1600"/>
                    <a:pt x="33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2" name="Google Shape;1442;p9"/>
            <p:cNvSpPr/>
            <p:nvPr/>
          </p:nvSpPr>
          <p:spPr>
            <a:xfrm>
              <a:off x="2362866" y="1465363"/>
              <a:ext cx="372536" cy="450662"/>
            </a:xfrm>
            <a:custGeom>
              <a:rect b="b" l="l" r="r" t="t"/>
              <a:pathLst>
                <a:path extrusionOk="0" h="450662" w="372536">
                  <a:moveTo>
                    <a:pt x="2903" y="30848"/>
                  </a:moveTo>
                  <a:cubicBezTo>
                    <a:pt x="-11194" y="119145"/>
                    <a:pt x="27954" y="152006"/>
                    <a:pt x="79103" y="170865"/>
                  </a:cubicBezTo>
                  <a:cubicBezTo>
                    <a:pt x="115679" y="184296"/>
                    <a:pt x="168162" y="205060"/>
                    <a:pt x="168162" y="205060"/>
                  </a:cubicBezTo>
                  <a:cubicBezTo>
                    <a:pt x="168162" y="205060"/>
                    <a:pt x="167400" y="224110"/>
                    <a:pt x="167019" y="267925"/>
                  </a:cubicBezTo>
                  <a:cubicBezTo>
                    <a:pt x="167019" y="306025"/>
                    <a:pt x="171686" y="445947"/>
                    <a:pt x="171686" y="445947"/>
                  </a:cubicBezTo>
                  <a:cubicBezTo>
                    <a:pt x="183944" y="452234"/>
                    <a:pt x="198481" y="452234"/>
                    <a:pt x="210739" y="445947"/>
                  </a:cubicBezTo>
                  <a:cubicBezTo>
                    <a:pt x="210739" y="445947"/>
                    <a:pt x="231313" y="338886"/>
                    <a:pt x="235694" y="290595"/>
                  </a:cubicBezTo>
                  <a:cubicBezTo>
                    <a:pt x="241600" y="225063"/>
                    <a:pt x="251601" y="182200"/>
                    <a:pt x="248267" y="168103"/>
                  </a:cubicBezTo>
                  <a:cubicBezTo>
                    <a:pt x="245314" y="155721"/>
                    <a:pt x="173782" y="120478"/>
                    <a:pt x="151017" y="101428"/>
                  </a:cubicBezTo>
                  <a:lnTo>
                    <a:pt x="301036" y="151720"/>
                  </a:lnTo>
                  <a:cubicBezTo>
                    <a:pt x="298036" y="167932"/>
                    <a:pt x="296538" y="184381"/>
                    <a:pt x="296559" y="200869"/>
                  </a:cubicBezTo>
                  <a:cubicBezTo>
                    <a:pt x="297892" y="252780"/>
                    <a:pt x="300845" y="365271"/>
                    <a:pt x="300845" y="365271"/>
                  </a:cubicBezTo>
                  <a:cubicBezTo>
                    <a:pt x="300845" y="365271"/>
                    <a:pt x="321419" y="380130"/>
                    <a:pt x="338945" y="365271"/>
                  </a:cubicBezTo>
                  <a:cubicBezTo>
                    <a:pt x="338945" y="365271"/>
                    <a:pt x="377045" y="142576"/>
                    <a:pt x="372092" y="113144"/>
                  </a:cubicBezTo>
                  <a:cubicBezTo>
                    <a:pt x="367711" y="85140"/>
                    <a:pt x="235599" y="27990"/>
                    <a:pt x="212263" y="8369"/>
                  </a:cubicBezTo>
                  <a:cubicBezTo>
                    <a:pt x="204058" y="1673"/>
                    <a:pt x="193384" y="-1204"/>
                    <a:pt x="182926" y="4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3" name="Google Shape;1443;p9"/>
            <p:cNvSpPr/>
            <p:nvPr/>
          </p:nvSpPr>
          <p:spPr>
            <a:xfrm>
              <a:off x="2393925" y="1163883"/>
              <a:ext cx="117160" cy="114020"/>
            </a:xfrm>
            <a:custGeom>
              <a:rect b="b" l="l" r="r" t="t"/>
              <a:pathLst>
                <a:path extrusionOk="0" h="114020" w="117160">
                  <a:moveTo>
                    <a:pt x="24041" y="0"/>
                  </a:moveTo>
                  <a:cubicBezTo>
                    <a:pt x="24041" y="0"/>
                    <a:pt x="26232" y="42101"/>
                    <a:pt x="25279" y="45815"/>
                  </a:cubicBezTo>
                  <a:cubicBezTo>
                    <a:pt x="24327" y="49530"/>
                    <a:pt x="6229" y="61817"/>
                    <a:pt x="609" y="66294"/>
                  </a:cubicBezTo>
                  <a:cubicBezTo>
                    <a:pt x="-5010" y="70771"/>
                    <a:pt x="29661" y="104394"/>
                    <a:pt x="46425" y="112300"/>
                  </a:cubicBezTo>
                  <a:cubicBezTo>
                    <a:pt x="63189" y="120205"/>
                    <a:pt x="116148" y="99727"/>
                    <a:pt x="117100" y="74200"/>
                  </a:cubicBezTo>
                  <a:cubicBezTo>
                    <a:pt x="118053" y="48673"/>
                    <a:pt x="107575" y="26575"/>
                    <a:pt x="99860" y="25146"/>
                  </a:cubicBezTo>
                  <a:cubicBezTo>
                    <a:pt x="92145" y="23717"/>
                    <a:pt x="24041" y="0"/>
                    <a:pt x="2404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1444;p9"/>
            <p:cNvSpPr/>
            <p:nvPr/>
          </p:nvSpPr>
          <p:spPr>
            <a:xfrm>
              <a:off x="2362970" y="1179922"/>
              <a:ext cx="189574" cy="370837"/>
            </a:xfrm>
            <a:custGeom>
              <a:rect b="b" l="l" r="r" t="t"/>
              <a:pathLst>
                <a:path extrusionOk="0" h="370837" w="189574">
                  <a:moveTo>
                    <a:pt x="50329" y="37015"/>
                  </a:moveTo>
                  <a:cubicBezTo>
                    <a:pt x="50329" y="37015"/>
                    <a:pt x="80809" y="82450"/>
                    <a:pt x="123386" y="86736"/>
                  </a:cubicBezTo>
                  <a:cubicBezTo>
                    <a:pt x="136816" y="73496"/>
                    <a:pt x="137959" y="26442"/>
                    <a:pt x="119385" y="11393"/>
                  </a:cubicBezTo>
                  <a:cubicBezTo>
                    <a:pt x="119385" y="11393"/>
                    <a:pt x="136530" y="-2323"/>
                    <a:pt x="147960" y="344"/>
                  </a:cubicBezTo>
                  <a:cubicBezTo>
                    <a:pt x="160529" y="7926"/>
                    <a:pt x="169882" y="19861"/>
                    <a:pt x="174249" y="33872"/>
                  </a:cubicBezTo>
                  <a:cubicBezTo>
                    <a:pt x="185150" y="65076"/>
                    <a:pt x="190313" y="97985"/>
                    <a:pt x="189489" y="131027"/>
                  </a:cubicBezTo>
                  <a:cubicBezTo>
                    <a:pt x="188727" y="175604"/>
                    <a:pt x="189489" y="288380"/>
                    <a:pt x="189489" y="288380"/>
                  </a:cubicBezTo>
                  <a:cubicBezTo>
                    <a:pt x="184440" y="315326"/>
                    <a:pt x="168114" y="338824"/>
                    <a:pt x="144626" y="352960"/>
                  </a:cubicBezTo>
                  <a:cubicBezTo>
                    <a:pt x="113965" y="370266"/>
                    <a:pt x="77860" y="375239"/>
                    <a:pt x="43661" y="366866"/>
                  </a:cubicBezTo>
                  <a:cubicBezTo>
                    <a:pt x="26445" y="363208"/>
                    <a:pt x="12392" y="350816"/>
                    <a:pt x="6609" y="334195"/>
                  </a:cubicBezTo>
                  <a:cubicBezTo>
                    <a:pt x="8609" y="302858"/>
                    <a:pt x="20992" y="238945"/>
                    <a:pt x="16134" y="199226"/>
                  </a:cubicBezTo>
                  <a:cubicBezTo>
                    <a:pt x="11276" y="159507"/>
                    <a:pt x="2609" y="130551"/>
                    <a:pt x="418" y="98832"/>
                  </a:cubicBezTo>
                  <a:cubicBezTo>
                    <a:pt x="-1773" y="67114"/>
                    <a:pt x="4609" y="67686"/>
                    <a:pt x="20611" y="56351"/>
                  </a:cubicBezTo>
                  <a:cubicBezTo>
                    <a:pt x="30053" y="49217"/>
                    <a:pt x="39984" y="42759"/>
                    <a:pt x="50329" y="3701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5" name="Google Shape;1445;p9"/>
            <p:cNvSpPr/>
            <p:nvPr/>
          </p:nvSpPr>
          <p:spPr>
            <a:xfrm>
              <a:off x="2389574" y="1045793"/>
              <a:ext cx="126365" cy="153696"/>
            </a:xfrm>
            <a:custGeom>
              <a:rect b="b" l="l" r="r" t="t"/>
              <a:pathLst>
                <a:path extrusionOk="0" h="153696" w="126365">
                  <a:moveTo>
                    <a:pt x="123547" y="55607"/>
                  </a:moveTo>
                  <a:lnTo>
                    <a:pt x="123547" y="55607"/>
                  </a:lnTo>
                  <a:cubicBezTo>
                    <a:pt x="118499" y="22936"/>
                    <a:pt x="94972" y="-1543"/>
                    <a:pt x="61349" y="76"/>
                  </a:cubicBezTo>
                  <a:cubicBezTo>
                    <a:pt x="25578" y="2019"/>
                    <a:pt x="-1846" y="32594"/>
                    <a:pt x="97" y="68361"/>
                  </a:cubicBezTo>
                  <a:cubicBezTo>
                    <a:pt x="99" y="68399"/>
                    <a:pt x="101" y="68427"/>
                    <a:pt x="103" y="68465"/>
                  </a:cubicBezTo>
                  <a:cubicBezTo>
                    <a:pt x="1271" y="88611"/>
                    <a:pt x="11858" y="107032"/>
                    <a:pt x="28678" y="118186"/>
                  </a:cubicBezTo>
                  <a:cubicBezTo>
                    <a:pt x="29839" y="123139"/>
                    <a:pt x="31598" y="127940"/>
                    <a:pt x="33917" y="132473"/>
                  </a:cubicBezTo>
                  <a:cubicBezTo>
                    <a:pt x="45728" y="146380"/>
                    <a:pt x="81542" y="155048"/>
                    <a:pt x="92114" y="153524"/>
                  </a:cubicBezTo>
                  <a:cubicBezTo>
                    <a:pt x="104686" y="152400"/>
                    <a:pt x="115295" y="143713"/>
                    <a:pt x="118880" y="131616"/>
                  </a:cubicBezTo>
                  <a:cubicBezTo>
                    <a:pt x="129833" y="105899"/>
                    <a:pt x="126309" y="71609"/>
                    <a:pt x="123547" y="5560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6" name="Google Shape;1446;p9"/>
            <p:cNvSpPr/>
            <p:nvPr/>
          </p:nvSpPr>
          <p:spPr>
            <a:xfrm>
              <a:off x="2377852" y="1032078"/>
              <a:ext cx="133256" cy="131805"/>
            </a:xfrm>
            <a:custGeom>
              <a:rect b="b" l="l" r="r" t="t"/>
              <a:pathLst>
                <a:path extrusionOk="0" h="131805" w="133256">
                  <a:moveTo>
                    <a:pt x="40114" y="131806"/>
                  </a:moveTo>
                  <a:lnTo>
                    <a:pt x="40114" y="131806"/>
                  </a:lnTo>
                  <a:lnTo>
                    <a:pt x="43162" y="103231"/>
                  </a:lnTo>
                  <a:cubicBezTo>
                    <a:pt x="43162" y="103231"/>
                    <a:pt x="19921" y="43033"/>
                    <a:pt x="74880" y="54653"/>
                  </a:cubicBezTo>
                  <a:cubicBezTo>
                    <a:pt x="111170" y="62273"/>
                    <a:pt x="120314" y="65512"/>
                    <a:pt x="131363" y="41223"/>
                  </a:cubicBezTo>
                  <a:cubicBezTo>
                    <a:pt x="142412" y="16934"/>
                    <a:pt x="103455" y="-5068"/>
                    <a:pt x="57164" y="1028"/>
                  </a:cubicBezTo>
                  <a:cubicBezTo>
                    <a:pt x="24162" y="4533"/>
                    <a:pt x="-666" y="32717"/>
                    <a:pt x="14" y="65893"/>
                  </a:cubicBezTo>
                  <a:cubicBezTo>
                    <a:pt x="1252" y="83895"/>
                    <a:pt x="6014" y="120185"/>
                    <a:pt x="40114" y="13180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7" name="Google Shape;1447;p9"/>
            <p:cNvSpPr/>
            <p:nvPr/>
          </p:nvSpPr>
          <p:spPr>
            <a:xfrm>
              <a:off x="2511120" y="1180647"/>
              <a:ext cx="61436" cy="88868"/>
            </a:xfrm>
            <a:custGeom>
              <a:rect b="b" l="l" r="r" t="t"/>
              <a:pathLst>
                <a:path extrusionOk="0" h="88868" w="61436">
                  <a:moveTo>
                    <a:pt x="39243" y="88868"/>
                  </a:moveTo>
                  <a:cubicBezTo>
                    <a:pt x="47575" y="88601"/>
                    <a:pt x="55499" y="85192"/>
                    <a:pt x="61436" y="79343"/>
                  </a:cubicBezTo>
                  <a:cubicBezTo>
                    <a:pt x="60198" y="63722"/>
                    <a:pt x="40196" y="4381"/>
                    <a:pt x="0" y="0"/>
                  </a:cubicBezTo>
                  <a:cubicBezTo>
                    <a:pt x="10976" y="7630"/>
                    <a:pt x="19668" y="18098"/>
                    <a:pt x="25146" y="30290"/>
                  </a:cubicBezTo>
                  <a:cubicBezTo>
                    <a:pt x="31347" y="49425"/>
                    <a:pt x="36060" y="69009"/>
                    <a:pt x="39243" y="888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8" name="Google Shape;1448;p9"/>
            <p:cNvSpPr/>
            <p:nvPr/>
          </p:nvSpPr>
          <p:spPr>
            <a:xfrm>
              <a:off x="6137574" y="3350157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9" name="Google Shape;1449;p9"/>
            <p:cNvSpPr/>
            <p:nvPr/>
          </p:nvSpPr>
          <p:spPr>
            <a:xfrm>
              <a:off x="6267054" y="2297586"/>
              <a:ext cx="217597" cy="318657"/>
            </a:xfrm>
            <a:custGeom>
              <a:rect b="b" l="l" r="r" t="t"/>
              <a:pathLst>
                <a:path extrusionOk="0" h="318657" w="217597">
                  <a:moveTo>
                    <a:pt x="77117" y="10535"/>
                  </a:moveTo>
                  <a:cubicBezTo>
                    <a:pt x="85785" y="-3371"/>
                    <a:pt x="151983" y="-12515"/>
                    <a:pt x="173796" y="43587"/>
                  </a:cubicBezTo>
                  <a:cubicBezTo>
                    <a:pt x="181987" y="64828"/>
                    <a:pt x="180749" y="119216"/>
                    <a:pt x="187702" y="153315"/>
                  </a:cubicBezTo>
                  <a:cubicBezTo>
                    <a:pt x="194655" y="187415"/>
                    <a:pt x="210848" y="206846"/>
                    <a:pt x="216277" y="234563"/>
                  </a:cubicBezTo>
                  <a:cubicBezTo>
                    <a:pt x="221706" y="262281"/>
                    <a:pt x="212658" y="308668"/>
                    <a:pt x="145888" y="316954"/>
                  </a:cubicBezTo>
                  <a:cubicBezTo>
                    <a:pt x="79117" y="325241"/>
                    <a:pt x="27778" y="301715"/>
                    <a:pt x="11966" y="280379"/>
                  </a:cubicBezTo>
                  <a:cubicBezTo>
                    <a:pt x="-3845" y="259043"/>
                    <a:pt x="-4131" y="213704"/>
                    <a:pt x="11966" y="189605"/>
                  </a:cubicBezTo>
                  <a:cubicBezTo>
                    <a:pt x="28063" y="165507"/>
                    <a:pt x="40541" y="145505"/>
                    <a:pt x="40541" y="11340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1450;p9"/>
            <p:cNvSpPr/>
            <p:nvPr/>
          </p:nvSpPr>
          <p:spPr>
            <a:xfrm>
              <a:off x="6260770" y="2526901"/>
              <a:ext cx="40647" cy="235450"/>
            </a:xfrm>
            <a:custGeom>
              <a:rect b="b" l="l" r="r" t="t"/>
              <a:pathLst>
                <a:path extrusionOk="0" h="235450" w="40647">
                  <a:moveTo>
                    <a:pt x="4152" y="15917"/>
                  </a:moveTo>
                  <a:cubicBezTo>
                    <a:pt x="4152" y="15917"/>
                    <a:pt x="-11564" y="127074"/>
                    <a:pt x="18154" y="205274"/>
                  </a:cubicBezTo>
                  <a:cubicBezTo>
                    <a:pt x="47872" y="283474"/>
                    <a:pt x="39585" y="184986"/>
                    <a:pt x="39585" y="184986"/>
                  </a:cubicBezTo>
                  <a:lnTo>
                    <a:pt x="32442" y="161554"/>
                  </a:lnTo>
                  <a:cubicBezTo>
                    <a:pt x="32442" y="161554"/>
                    <a:pt x="26536" y="71067"/>
                    <a:pt x="29013" y="48873"/>
                  </a:cubicBezTo>
                  <a:cubicBezTo>
                    <a:pt x="31489" y="26680"/>
                    <a:pt x="30918" y="7630"/>
                    <a:pt x="32442" y="5820"/>
                  </a:cubicBezTo>
                  <a:cubicBezTo>
                    <a:pt x="33966" y="4011"/>
                    <a:pt x="26632" y="486"/>
                    <a:pt x="23488" y="10"/>
                  </a:cubicBezTo>
                  <a:cubicBezTo>
                    <a:pt x="20345" y="-466"/>
                    <a:pt x="4152" y="15917"/>
                    <a:pt x="4152" y="1591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1" name="Google Shape;1451;p9"/>
            <p:cNvSpPr/>
            <p:nvPr/>
          </p:nvSpPr>
          <p:spPr>
            <a:xfrm>
              <a:off x="6283969" y="2294668"/>
              <a:ext cx="103921" cy="128329"/>
            </a:xfrm>
            <a:custGeom>
              <a:rect b="b" l="l" r="r" t="t"/>
              <a:pathLst>
                <a:path extrusionOk="0" h="128329" w="103921">
                  <a:moveTo>
                    <a:pt x="103921" y="3833"/>
                  </a:moveTo>
                  <a:cubicBezTo>
                    <a:pt x="103921" y="3833"/>
                    <a:pt x="54105" y="-10550"/>
                    <a:pt x="23911" y="16406"/>
                  </a:cubicBezTo>
                  <a:cubicBezTo>
                    <a:pt x="3585" y="35104"/>
                    <a:pt x="-4645" y="63564"/>
                    <a:pt x="2575" y="90225"/>
                  </a:cubicBezTo>
                  <a:cubicBezTo>
                    <a:pt x="6576" y="105941"/>
                    <a:pt x="14672" y="127468"/>
                    <a:pt x="27150" y="128325"/>
                  </a:cubicBezTo>
                  <a:cubicBezTo>
                    <a:pt x="39627" y="129182"/>
                    <a:pt x="103921" y="3833"/>
                    <a:pt x="103921" y="383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2" name="Google Shape;1452;p9"/>
            <p:cNvSpPr/>
            <p:nvPr/>
          </p:nvSpPr>
          <p:spPr>
            <a:xfrm>
              <a:off x="6304395" y="2434900"/>
              <a:ext cx="128622" cy="143860"/>
            </a:xfrm>
            <a:custGeom>
              <a:rect b="b" l="l" r="r" t="t"/>
              <a:pathLst>
                <a:path extrusionOk="0" h="143860" w="128622">
                  <a:moveTo>
                    <a:pt x="102545" y="0"/>
                  </a:moveTo>
                  <a:cubicBezTo>
                    <a:pt x="102545" y="0"/>
                    <a:pt x="99307" y="55531"/>
                    <a:pt x="100355" y="59627"/>
                  </a:cubicBezTo>
                  <a:cubicBezTo>
                    <a:pt x="101402" y="63722"/>
                    <a:pt x="122071" y="67628"/>
                    <a:pt x="127977" y="72485"/>
                  </a:cubicBezTo>
                  <a:cubicBezTo>
                    <a:pt x="133883" y="77343"/>
                    <a:pt x="97783" y="133636"/>
                    <a:pt x="79400" y="142018"/>
                  </a:cubicBezTo>
                  <a:cubicBezTo>
                    <a:pt x="61016" y="150400"/>
                    <a:pt x="4343" y="129064"/>
                    <a:pt x="437" y="100774"/>
                  </a:cubicBezTo>
                  <a:cubicBezTo>
                    <a:pt x="-3182" y="74866"/>
                    <a:pt x="16630" y="54673"/>
                    <a:pt x="24345" y="47625"/>
                  </a:cubicBezTo>
                  <a:cubicBezTo>
                    <a:pt x="29546" y="47282"/>
                    <a:pt x="34765" y="47282"/>
                    <a:pt x="39966" y="47625"/>
                  </a:cubicBezTo>
                  <a:lnTo>
                    <a:pt x="41585" y="20764"/>
                  </a:lnTo>
                  <a:cubicBezTo>
                    <a:pt x="66446" y="11906"/>
                    <a:pt x="102545" y="0"/>
                    <a:pt x="102545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3" name="Google Shape;1453;p9"/>
            <p:cNvSpPr/>
            <p:nvPr/>
          </p:nvSpPr>
          <p:spPr>
            <a:xfrm>
              <a:off x="6266985" y="2481191"/>
              <a:ext cx="187397" cy="215209"/>
            </a:xfrm>
            <a:custGeom>
              <a:rect b="b" l="l" r="r" t="t"/>
              <a:pathLst>
                <a:path extrusionOk="0" h="215209" w="187397">
                  <a:moveTo>
                    <a:pt x="147575" y="18193"/>
                  </a:moveTo>
                  <a:cubicBezTo>
                    <a:pt x="163196" y="20669"/>
                    <a:pt x="181008" y="28956"/>
                    <a:pt x="183485" y="37243"/>
                  </a:cubicBezTo>
                  <a:cubicBezTo>
                    <a:pt x="189933" y="68008"/>
                    <a:pt x="188390" y="99917"/>
                    <a:pt x="179008" y="129921"/>
                  </a:cubicBezTo>
                  <a:cubicBezTo>
                    <a:pt x="165482" y="165640"/>
                    <a:pt x="156434" y="188405"/>
                    <a:pt x="148623" y="203835"/>
                  </a:cubicBezTo>
                  <a:cubicBezTo>
                    <a:pt x="148623" y="203835"/>
                    <a:pt x="81091" y="232410"/>
                    <a:pt x="26703" y="198977"/>
                  </a:cubicBezTo>
                  <a:cubicBezTo>
                    <a:pt x="26703" y="198977"/>
                    <a:pt x="22893" y="160877"/>
                    <a:pt x="22703" y="140208"/>
                  </a:cubicBezTo>
                  <a:cubicBezTo>
                    <a:pt x="-27589" y="96393"/>
                    <a:pt x="15368" y="42291"/>
                    <a:pt x="57945" y="286"/>
                  </a:cubicBezTo>
                  <a:cubicBezTo>
                    <a:pt x="63050" y="-95"/>
                    <a:pt x="68175" y="-95"/>
                    <a:pt x="73280" y="286"/>
                  </a:cubicBezTo>
                  <a:cubicBezTo>
                    <a:pt x="73280" y="286"/>
                    <a:pt x="35180" y="45244"/>
                    <a:pt x="61755" y="70771"/>
                  </a:cubicBezTo>
                  <a:cubicBezTo>
                    <a:pt x="118238" y="53721"/>
                    <a:pt x="129478" y="28384"/>
                    <a:pt x="147575" y="1819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4" name="Google Shape;1454;p9"/>
            <p:cNvSpPr/>
            <p:nvPr/>
          </p:nvSpPr>
          <p:spPr>
            <a:xfrm>
              <a:off x="6300305" y="2304949"/>
              <a:ext cx="138529" cy="170431"/>
            </a:xfrm>
            <a:custGeom>
              <a:rect b="b" l="l" r="r" t="t"/>
              <a:pathLst>
                <a:path extrusionOk="0" h="170431" w="138529">
                  <a:moveTo>
                    <a:pt x="2908" y="60608"/>
                  </a:moveTo>
                  <a:lnTo>
                    <a:pt x="2908" y="60608"/>
                  </a:lnTo>
                  <a:cubicBezTo>
                    <a:pt x="8528" y="24890"/>
                    <a:pt x="34245" y="-2066"/>
                    <a:pt x="71107" y="125"/>
                  </a:cubicBezTo>
                  <a:cubicBezTo>
                    <a:pt x="110150" y="1972"/>
                    <a:pt x="140297" y="35129"/>
                    <a:pt x="138449" y="74172"/>
                  </a:cubicBezTo>
                  <a:cubicBezTo>
                    <a:pt x="137372" y="96775"/>
                    <a:pt x="125552" y="117511"/>
                    <a:pt x="106635" y="129950"/>
                  </a:cubicBezTo>
                  <a:cubicBezTo>
                    <a:pt x="105369" y="135322"/>
                    <a:pt x="103483" y="140533"/>
                    <a:pt x="101016" y="145476"/>
                  </a:cubicBezTo>
                  <a:cubicBezTo>
                    <a:pt x="87966" y="160716"/>
                    <a:pt x="53391" y="170336"/>
                    <a:pt x="41865" y="170432"/>
                  </a:cubicBezTo>
                  <a:cubicBezTo>
                    <a:pt x="32340" y="170432"/>
                    <a:pt x="23482" y="161383"/>
                    <a:pt x="14243" y="146048"/>
                  </a:cubicBezTo>
                  <a:cubicBezTo>
                    <a:pt x="-5093" y="113663"/>
                    <a:pt x="-140" y="78230"/>
                    <a:pt x="2908" y="6060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5" name="Google Shape;1455;p9"/>
            <p:cNvSpPr/>
            <p:nvPr/>
          </p:nvSpPr>
          <p:spPr>
            <a:xfrm>
              <a:off x="6305880" y="2304032"/>
              <a:ext cx="138474" cy="130867"/>
            </a:xfrm>
            <a:custGeom>
              <a:rect b="b" l="l" r="r" t="t"/>
              <a:pathLst>
                <a:path extrusionOk="0" h="130867" w="138474">
                  <a:moveTo>
                    <a:pt x="76867" y="1709"/>
                  </a:moveTo>
                  <a:cubicBezTo>
                    <a:pt x="102679" y="6757"/>
                    <a:pt x="123920" y="13996"/>
                    <a:pt x="130969" y="39332"/>
                  </a:cubicBezTo>
                  <a:cubicBezTo>
                    <a:pt x="135731" y="56858"/>
                    <a:pt x="142018" y="90101"/>
                    <a:pt x="136017" y="104102"/>
                  </a:cubicBezTo>
                  <a:lnTo>
                    <a:pt x="132398" y="114294"/>
                  </a:lnTo>
                  <a:lnTo>
                    <a:pt x="101060" y="130868"/>
                  </a:lnTo>
                  <a:cubicBezTo>
                    <a:pt x="101060" y="130868"/>
                    <a:pt x="86487" y="118676"/>
                    <a:pt x="91059" y="83243"/>
                  </a:cubicBezTo>
                  <a:cubicBezTo>
                    <a:pt x="90850" y="78423"/>
                    <a:pt x="89335" y="73746"/>
                    <a:pt x="86678" y="69717"/>
                  </a:cubicBezTo>
                  <a:cubicBezTo>
                    <a:pt x="84687" y="66364"/>
                    <a:pt x="83211" y="62735"/>
                    <a:pt x="82296" y="58954"/>
                  </a:cubicBezTo>
                  <a:cubicBezTo>
                    <a:pt x="78591" y="49353"/>
                    <a:pt x="71371" y="41514"/>
                    <a:pt x="62103" y="37046"/>
                  </a:cubicBezTo>
                  <a:cubicBezTo>
                    <a:pt x="38767" y="23997"/>
                    <a:pt x="4953" y="35237"/>
                    <a:pt x="0" y="39999"/>
                  </a:cubicBezTo>
                  <a:cubicBezTo>
                    <a:pt x="13221" y="10548"/>
                    <a:pt x="45396" y="-5483"/>
                    <a:pt x="76867" y="1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6" name="Google Shape;1456;p9"/>
            <p:cNvSpPr/>
            <p:nvPr/>
          </p:nvSpPr>
          <p:spPr>
            <a:xfrm>
              <a:off x="6412912" y="2510225"/>
              <a:ext cx="93089" cy="307779"/>
            </a:xfrm>
            <a:custGeom>
              <a:rect b="b" l="l" r="r" t="t"/>
              <a:pathLst>
                <a:path extrusionOk="0" h="307779" w="93089">
                  <a:moveTo>
                    <a:pt x="39367" y="248524"/>
                  </a:moveTo>
                  <a:cubicBezTo>
                    <a:pt x="45177" y="212329"/>
                    <a:pt x="56036" y="188898"/>
                    <a:pt x="50988" y="168990"/>
                  </a:cubicBezTo>
                  <a:cubicBezTo>
                    <a:pt x="39739" y="128738"/>
                    <a:pt x="25013" y="89542"/>
                    <a:pt x="6982" y="51833"/>
                  </a:cubicBezTo>
                  <a:cubicBezTo>
                    <a:pt x="-4448" y="29354"/>
                    <a:pt x="-924" y="13733"/>
                    <a:pt x="10887" y="4779"/>
                  </a:cubicBezTo>
                  <a:cubicBezTo>
                    <a:pt x="24222" y="-4746"/>
                    <a:pt x="36891" y="-840"/>
                    <a:pt x="48987" y="23829"/>
                  </a:cubicBezTo>
                  <a:cubicBezTo>
                    <a:pt x="64132" y="55167"/>
                    <a:pt x="81086" y="87361"/>
                    <a:pt x="89373" y="134034"/>
                  </a:cubicBezTo>
                  <a:cubicBezTo>
                    <a:pt x="94688" y="164228"/>
                    <a:pt x="94298" y="195136"/>
                    <a:pt x="88230" y="225188"/>
                  </a:cubicBezTo>
                  <a:cubicBezTo>
                    <a:pt x="83087" y="257668"/>
                    <a:pt x="72800" y="275956"/>
                    <a:pt x="60513" y="306436"/>
                  </a:cubicBezTo>
                  <a:cubicBezTo>
                    <a:pt x="57084" y="315199"/>
                    <a:pt x="34414" y="279385"/>
                    <a:pt x="39367" y="2485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7" name="Google Shape;1457;p9"/>
            <p:cNvSpPr/>
            <p:nvPr/>
          </p:nvSpPr>
          <p:spPr>
            <a:xfrm>
              <a:off x="6328850" y="3433403"/>
              <a:ext cx="108744" cy="83141"/>
            </a:xfrm>
            <a:custGeom>
              <a:rect b="b" l="l" r="r" t="t"/>
              <a:pathLst>
                <a:path extrusionOk="0" h="83141" w="108744">
                  <a:moveTo>
                    <a:pt x="100855" y="2"/>
                  </a:moveTo>
                  <a:cubicBezTo>
                    <a:pt x="87806" y="10575"/>
                    <a:pt x="67423" y="3241"/>
                    <a:pt x="66470" y="4194"/>
                  </a:cubicBezTo>
                  <a:cubicBezTo>
                    <a:pt x="51297" y="17281"/>
                    <a:pt x="35400" y="29492"/>
                    <a:pt x="18845" y="40769"/>
                  </a:cubicBezTo>
                  <a:cubicBezTo>
                    <a:pt x="10654" y="47151"/>
                    <a:pt x="-2014" y="55724"/>
                    <a:pt x="271" y="68106"/>
                  </a:cubicBezTo>
                  <a:cubicBezTo>
                    <a:pt x="4367" y="90109"/>
                    <a:pt x="39610" y="83346"/>
                    <a:pt x="52945" y="76584"/>
                  </a:cubicBezTo>
                  <a:cubicBezTo>
                    <a:pt x="66280" y="69821"/>
                    <a:pt x="77043" y="58677"/>
                    <a:pt x="89616" y="50866"/>
                  </a:cubicBezTo>
                  <a:cubicBezTo>
                    <a:pt x="98665" y="45246"/>
                    <a:pt x="107428" y="42389"/>
                    <a:pt x="108666" y="31054"/>
                  </a:cubicBezTo>
                  <a:cubicBezTo>
                    <a:pt x="109523" y="24196"/>
                    <a:pt x="103142" y="-283"/>
                    <a:pt x="100855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1458;p9"/>
            <p:cNvSpPr/>
            <p:nvPr/>
          </p:nvSpPr>
          <p:spPr>
            <a:xfrm>
              <a:off x="6329407" y="3459885"/>
              <a:ext cx="108204" cy="56238"/>
            </a:xfrm>
            <a:custGeom>
              <a:rect b="b" l="l" r="r" t="t"/>
              <a:pathLst>
                <a:path extrusionOk="0" h="56238" w="108204">
                  <a:moveTo>
                    <a:pt x="107918" y="0"/>
                  </a:moveTo>
                  <a:cubicBezTo>
                    <a:pt x="106204" y="10859"/>
                    <a:pt x="97536" y="13907"/>
                    <a:pt x="88868" y="19050"/>
                  </a:cubicBezTo>
                  <a:cubicBezTo>
                    <a:pt x="76105" y="26956"/>
                    <a:pt x="64865" y="38100"/>
                    <a:pt x="51530" y="45149"/>
                  </a:cubicBezTo>
                  <a:cubicBezTo>
                    <a:pt x="38195" y="52197"/>
                    <a:pt x="8573" y="57531"/>
                    <a:pt x="0" y="41815"/>
                  </a:cubicBezTo>
                  <a:cubicBezTo>
                    <a:pt x="4667" y="63056"/>
                    <a:pt x="39338" y="56388"/>
                    <a:pt x="52483" y="49721"/>
                  </a:cubicBezTo>
                  <a:cubicBezTo>
                    <a:pt x="65627" y="43053"/>
                    <a:pt x="76581" y="31814"/>
                    <a:pt x="89154" y="24003"/>
                  </a:cubicBezTo>
                  <a:cubicBezTo>
                    <a:pt x="98203" y="18383"/>
                    <a:pt x="106966" y="15526"/>
                    <a:pt x="108204" y="4191"/>
                  </a:cubicBezTo>
                  <a:cubicBezTo>
                    <a:pt x="108214" y="2791"/>
                    <a:pt x="108118" y="1391"/>
                    <a:pt x="107918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9" name="Google Shape;1459;p9"/>
            <p:cNvSpPr/>
            <p:nvPr/>
          </p:nvSpPr>
          <p:spPr>
            <a:xfrm>
              <a:off x="6246119" y="3415021"/>
              <a:ext cx="99827" cy="77341"/>
            </a:xfrm>
            <a:custGeom>
              <a:rect b="b" l="l" r="r" t="t"/>
              <a:pathLst>
                <a:path extrusionOk="0" h="77341" w="99827">
                  <a:moveTo>
                    <a:pt x="91860" y="1"/>
                  </a:moveTo>
                  <a:cubicBezTo>
                    <a:pt x="79954" y="9526"/>
                    <a:pt x="61856" y="4288"/>
                    <a:pt x="60999" y="5240"/>
                  </a:cubicBezTo>
                  <a:cubicBezTo>
                    <a:pt x="47045" y="17146"/>
                    <a:pt x="32453" y="28281"/>
                    <a:pt x="17279" y="38578"/>
                  </a:cubicBezTo>
                  <a:cubicBezTo>
                    <a:pt x="9754" y="44388"/>
                    <a:pt x="-1771" y="52294"/>
                    <a:pt x="229" y="63533"/>
                  </a:cubicBezTo>
                  <a:cubicBezTo>
                    <a:pt x="4040" y="83726"/>
                    <a:pt x="36329" y="77535"/>
                    <a:pt x="48521" y="71344"/>
                  </a:cubicBezTo>
                  <a:cubicBezTo>
                    <a:pt x="60713" y="65152"/>
                    <a:pt x="70619" y="54961"/>
                    <a:pt x="82145" y="47817"/>
                  </a:cubicBezTo>
                  <a:cubicBezTo>
                    <a:pt x="90336" y="42673"/>
                    <a:pt x="98433" y="40006"/>
                    <a:pt x="99766" y="29624"/>
                  </a:cubicBezTo>
                  <a:cubicBezTo>
                    <a:pt x="100528" y="23338"/>
                    <a:pt x="94051" y="-189"/>
                    <a:pt x="91860" y="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0" name="Google Shape;1460;p9"/>
            <p:cNvSpPr/>
            <p:nvPr/>
          </p:nvSpPr>
          <p:spPr>
            <a:xfrm>
              <a:off x="6246063" y="3440454"/>
              <a:ext cx="99536" cy="51729"/>
            </a:xfrm>
            <a:custGeom>
              <a:rect b="b" l="l" r="r" t="t"/>
              <a:pathLst>
                <a:path extrusionOk="0" h="51729" w="99536">
                  <a:moveTo>
                    <a:pt x="99536" y="0"/>
                  </a:moveTo>
                  <a:cubicBezTo>
                    <a:pt x="97917" y="10001"/>
                    <a:pt x="90011" y="12668"/>
                    <a:pt x="81820" y="17812"/>
                  </a:cubicBezTo>
                  <a:cubicBezTo>
                    <a:pt x="70104" y="25051"/>
                    <a:pt x="59817" y="35528"/>
                    <a:pt x="47625" y="41720"/>
                  </a:cubicBezTo>
                  <a:cubicBezTo>
                    <a:pt x="35433" y="47911"/>
                    <a:pt x="8287" y="53054"/>
                    <a:pt x="0" y="38671"/>
                  </a:cubicBezTo>
                  <a:cubicBezTo>
                    <a:pt x="4286" y="57721"/>
                    <a:pt x="36004" y="52006"/>
                    <a:pt x="47625" y="45911"/>
                  </a:cubicBezTo>
                  <a:cubicBezTo>
                    <a:pt x="59246" y="39814"/>
                    <a:pt x="69723" y="29528"/>
                    <a:pt x="81248" y="22384"/>
                  </a:cubicBezTo>
                  <a:cubicBezTo>
                    <a:pt x="89440" y="17240"/>
                    <a:pt x="97536" y="14573"/>
                    <a:pt x="98870" y="4191"/>
                  </a:cubicBezTo>
                  <a:cubicBezTo>
                    <a:pt x="99222" y="2819"/>
                    <a:pt x="99441" y="1419"/>
                    <a:pt x="9953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1" name="Google Shape;1461;p9"/>
            <p:cNvSpPr/>
            <p:nvPr/>
          </p:nvSpPr>
          <p:spPr>
            <a:xfrm>
              <a:off x="6262125" y="2696837"/>
              <a:ext cx="213068" cy="744450"/>
            </a:xfrm>
            <a:custGeom>
              <a:rect b="b" l="l" r="r" t="t"/>
              <a:pathLst>
                <a:path extrusionOk="0" h="744450" w="213068">
                  <a:moveTo>
                    <a:pt x="5465" y="110490"/>
                  </a:moveTo>
                  <a:cubicBezTo>
                    <a:pt x="11276" y="65437"/>
                    <a:pt x="27849" y="0"/>
                    <a:pt x="27849" y="0"/>
                  </a:cubicBezTo>
                  <a:cubicBezTo>
                    <a:pt x="43546" y="7372"/>
                    <a:pt x="60529" y="11611"/>
                    <a:pt x="77855" y="12478"/>
                  </a:cubicBezTo>
                  <a:cubicBezTo>
                    <a:pt x="103211" y="12316"/>
                    <a:pt x="128490" y="9830"/>
                    <a:pt x="153388" y="5048"/>
                  </a:cubicBezTo>
                  <a:cubicBezTo>
                    <a:pt x="161532" y="19269"/>
                    <a:pt x="170429" y="33033"/>
                    <a:pt x="180059" y="46291"/>
                  </a:cubicBezTo>
                  <a:cubicBezTo>
                    <a:pt x="193012" y="64294"/>
                    <a:pt x="218159" y="103441"/>
                    <a:pt x="212158" y="172879"/>
                  </a:cubicBezTo>
                  <a:cubicBezTo>
                    <a:pt x="208253" y="217932"/>
                    <a:pt x="182916" y="409480"/>
                    <a:pt x="182916" y="409480"/>
                  </a:cubicBezTo>
                  <a:cubicBezTo>
                    <a:pt x="192755" y="441693"/>
                    <a:pt x="197985" y="475145"/>
                    <a:pt x="198442" y="508826"/>
                  </a:cubicBezTo>
                  <a:cubicBezTo>
                    <a:pt x="196156" y="548821"/>
                    <a:pt x="190869" y="588588"/>
                    <a:pt x="182630" y="627793"/>
                  </a:cubicBezTo>
                  <a:lnTo>
                    <a:pt x="167581" y="736568"/>
                  </a:lnTo>
                  <a:cubicBezTo>
                    <a:pt x="167581" y="736568"/>
                    <a:pt x="147483" y="751046"/>
                    <a:pt x="133195" y="740759"/>
                  </a:cubicBezTo>
                  <a:lnTo>
                    <a:pt x="135005" y="634365"/>
                  </a:lnTo>
                  <a:cubicBezTo>
                    <a:pt x="133291" y="608362"/>
                    <a:pt x="130719" y="569976"/>
                    <a:pt x="129004" y="545402"/>
                  </a:cubicBezTo>
                  <a:cubicBezTo>
                    <a:pt x="126337" y="505492"/>
                    <a:pt x="119479" y="442055"/>
                    <a:pt x="117098" y="426148"/>
                  </a:cubicBezTo>
                  <a:cubicBezTo>
                    <a:pt x="114717" y="410242"/>
                    <a:pt x="109954" y="382619"/>
                    <a:pt x="107573" y="351568"/>
                  </a:cubicBezTo>
                  <a:cubicBezTo>
                    <a:pt x="105192" y="320516"/>
                    <a:pt x="93476" y="162973"/>
                    <a:pt x="93476" y="162973"/>
                  </a:cubicBezTo>
                  <a:lnTo>
                    <a:pt x="91857" y="192500"/>
                  </a:lnTo>
                  <a:cubicBezTo>
                    <a:pt x="91857" y="192500"/>
                    <a:pt x="90238" y="240125"/>
                    <a:pt x="83380" y="299561"/>
                  </a:cubicBezTo>
                  <a:cubicBezTo>
                    <a:pt x="76522" y="358997"/>
                    <a:pt x="73855" y="385286"/>
                    <a:pt x="73855" y="385286"/>
                  </a:cubicBezTo>
                  <a:cubicBezTo>
                    <a:pt x="80370" y="397183"/>
                    <a:pt x="84932" y="410042"/>
                    <a:pt x="87380" y="423386"/>
                  </a:cubicBezTo>
                  <a:cubicBezTo>
                    <a:pt x="88619" y="436150"/>
                    <a:pt x="103192" y="537686"/>
                    <a:pt x="94429" y="588740"/>
                  </a:cubicBezTo>
                  <a:lnTo>
                    <a:pt x="76712" y="719138"/>
                  </a:lnTo>
                  <a:cubicBezTo>
                    <a:pt x="67645" y="725376"/>
                    <a:pt x="56138" y="726900"/>
                    <a:pt x="45756" y="723233"/>
                  </a:cubicBezTo>
                  <a:lnTo>
                    <a:pt x="35183" y="591407"/>
                  </a:lnTo>
                  <a:cubicBezTo>
                    <a:pt x="28135" y="541211"/>
                    <a:pt x="13180" y="434912"/>
                    <a:pt x="10895" y="421100"/>
                  </a:cubicBezTo>
                  <a:cubicBezTo>
                    <a:pt x="5808" y="393268"/>
                    <a:pt x="2817" y="365084"/>
                    <a:pt x="1941" y="336804"/>
                  </a:cubicBezTo>
                  <a:cubicBezTo>
                    <a:pt x="-1583" y="279749"/>
                    <a:pt x="-250" y="155543"/>
                    <a:pt x="5465" y="11049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2" name="Google Shape;1462;p9"/>
            <p:cNvSpPr/>
            <p:nvPr/>
          </p:nvSpPr>
          <p:spPr>
            <a:xfrm>
              <a:off x="6253173" y="2679311"/>
              <a:ext cx="226922" cy="495109"/>
            </a:xfrm>
            <a:custGeom>
              <a:rect b="b" l="l" r="r" t="t"/>
              <a:pathLst>
                <a:path extrusionOk="0" h="495109" w="226922">
                  <a:moveTo>
                    <a:pt x="162435" y="6001"/>
                  </a:moveTo>
                  <a:lnTo>
                    <a:pt x="201202" y="83915"/>
                  </a:lnTo>
                  <a:cubicBezTo>
                    <a:pt x="201202" y="83915"/>
                    <a:pt x="260447" y="170593"/>
                    <a:pt x="199106" y="393287"/>
                  </a:cubicBezTo>
                  <a:lnTo>
                    <a:pt x="210631" y="461963"/>
                  </a:lnTo>
                  <a:cubicBezTo>
                    <a:pt x="210631" y="461963"/>
                    <a:pt x="94522" y="536543"/>
                    <a:pt x="16798" y="461963"/>
                  </a:cubicBezTo>
                  <a:cubicBezTo>
                    <a:pt x="16798" y="461963"/>
                    <a:pt x="-10158" y="256127"/>
                    <a:pt x="4224" y="161258"/>
                  </a:cubicBezTo>
                  <a:cubicBezTo>
                    <a:pt x="12149" y="106661"/>
                    <a:pt x="24246" y="52749"/>
                    <a:pt x="40420" y="0"/>
                  </a:cubicBezTo>
                  <a:cubicBezTo>
                    <a:pt x="40420" y="0"/>
                    <a:pt x="59470" y="21050"/>
                    <a:pt x="157291" y="71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3" name="Google Shape;1463;p9"/>
            <p:cNvSpPr/>
            <p:nvPr/>
          </p:nvSpPr>
          <p:spPr>
            <a:xfrm>
              <a:off x="6408973" y="2507035"/>
              <a:ext cx="76263" cy="95029"/>
            </a:xfrm>
            <a:custGeom>
              <a:rect b="b" l="l" r="r" t="t"/>
              <a:pathLst>
                <a:path extrusionOk="0" h="95029" w="76263">
                  <a:moveTo>
                    <a:pt x="76263" y="71216"/>
                  </a:moveTo>
                  <a:cubicBezTo>
                    <a:pt x="76263" y="71216"/>
                    <a:pt x="49307" y="98076"/>
                    <a:pt x="17303" y="94743"/>
                  </a:cubicBezTo>
                  <a:lnTo>
                    <a:pt x="1968" y="42165"/>
                  </a:lnTo>
                  <a:cubicBezTo>
                    <a:pt x="1968" y="42165"/>
                    <a:pt x="-7557" y="14828"/>
                    <a:pt x="15303" y="2826"/>
                  </a:cubicBezTo>
                  <a:cubicBezTo>
                    <a:pt x="38163" y="-9175"/>
                    <a:pt x="62833" y="17685"/>
                    <a:pt x="76263" y="7121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4" name="Google Shape;1464;p9"/>
            <p:cNvSpPr/>
            <p:nvPr/>
          </p:nvSpPr>
          <p:spPr>
            <a:xfrm>
              <a:off x="6261399" y="2481311"/>
              <a:ext cx="63531" cy="66745"/>
            </a:xfrm>
            <a:custGeom>
              <a:rect b="b" l="l" r="r" t="t"/>
              <a:pathLst>
                <a:path extrusionOk="0" h="66745" w="63531">
                  <a:moveTo>
                    <a:pt x="63532" y="451"/>
                  </a:moveTo>
                  <a:cubicBezTo>
                    <a:pt x="63532" y="451"/>
                    <a:pt x="32671" y="-9074"/>
                    <a:pt x="0" y="59411"/>
                  </a:cubicBezTo>
                  <a:lnTo>
                    <a:pt x="12192" y="66745"/>
                  </a:lnTo>
                  <a:cubicBezTo>
                    <a:pt x="27499" y="43304"/>
                    <a:pt x="44663" y="21130"/>
                    <a:pt x="63532" y="45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5" name="Google Shape;1465;p9"/>
            <p:cNvSpPr/>
            <p:nvPr/>
          </p:nvSpPr>
          <p:spPr>
            <a:xfrm>
              <a:off x="2608942" y="4557070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7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7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7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6" name="Google Shape;1466;p9"/>
            <p:cNvSpPr/>
            <p:nvPr/>
          </p:nvSpPr>
          <p:spPr>
            <a:xfrm>
              <a:off x="2930982" y="3722965"/>
              <a:ext cx="85002" cy="305847"/>
            </a:xfrm>
            <a:custGeom>
              <a:rect b="b" l="l" r="r" t="t"/>
              <a:pathLst>
                <a:path extrusionOk="0" h="305847" w="85002">
                  <a:moveTo>
                    <a:pt x="18764" y="0"/>
                  </a:moveTo>
                  <a:cubicBezTo>
                    <a:pt x="37814" y="5429"/>
                    <a:pt x="48482" y="26289"/>
                    <a:pt x="65056" y="70961"/>
                  </a:cubicBezTo>
                  <a:cubicBezTo>
                    <a:pt x="78848" y="111490"/>
                    <a:pt x="85582" y="154076"/>
                    <a:pt x="84963" y="196882"/>
                  </a:cubicBezTo>
                  <a:cubicBezTo>
                    <a:pt x="79629" y="238982"/>
                    <a:pt x="62198" y="271748"/>
                    <a:pt x="20098" y="305848"/>
                  </a:cubicBezTo>
                  <a:lnTo>
                    <a:pt x="0" y="268986"/>
                  </a:lnTo>
                  <a:cubicBezTo>
                    <a:pt x="0" y="268986"/>
                    <a:pt x="41243" y="232600"/>
                    <a:pt x="45434" y="190500"/>
                  </a:cubicBezTo>
                  <a:cubicBezTo>
                    <a:pt x="47815" y="166878"/>
                    <a:pt x="20098" y="87249"/>
                    <a:pt x="20098" y="85058"/>
                  </a:cubicBezTo>
                  <a:cubicBezTo>
                    <a:pt x="20098" y="82867"/>
                    <a:pt x="18764" y="0"/>
                    <a:pt x="18764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7" name="Google Shape;1467;p9"/>
            <p:cNvSpPr/>
            <p:nvPr/>
          </p:nvSpPr>
          <p:spPr>
            <a:xfrm>
              <a:off x="2667241" y="4676337"/>
              <a:ext cx="123900" cy="70118"/>
            </a:xfrm>
            <a:custGeom>
              <a:rect b="b" l="l" r="r" t="t"/>
              <a:pathLst>
                <a:path extrusionOk="0" h="70118" w="123900">
                  <a:moveTo>
                    <a:pt x="117628" y="16845"/>
                  </a:moveTo>
                  <a:cubicBezTo>
                    <a:pt x="104783" y="20750"/>
                    <a:pt x="90877" y="18874"/>
                    <a:pt x="79528" y="11701"/>
                  </a:cubicBezTo>
                  <a:cubicBezTo>
                    <a:pt x="69241" y="11701"/>
                    <a:pt x="8757" y="-12016"/>
                    <a:pt x="1137" y="8082"/>
                  </a:cubicBezTo>
                  <a:cubicBezTo>
                    <a:pt x="-5531" y="25703"/>
                    <a:pt x="18758" y="42086"/>
                    <a:pt x="31617" y="45229"/>
                  </a:cubicBezTo>
                  <a:cubicBezTo>
                    <a:pt x="60192" y="51992"/>
                    <a:pt x="80766" y="66089"/>
                    <a:pt x="92196" y="68470"/>
                  </a:cubicBezTo>
                  <a:cubicBezTo>
                    <a:pt x="100966" y="71585"/>
                    <a:pt x="110703" y="70232"/>
                    <a:pt x="118294" y="64851"/>
                  </a:cubicBezTo>
                  <a:cubicBezTo>
                    <a:pt x="126200" y="56850"/>
                    <a:pt x="125533" y="27322"/>
                    <a:pt x="117628" y="1684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8" name="Google Shape;1468;p9"/>
            <p:cNvSpPr/>
            <p:nvPr/>
          </p:nvSpPr>
          <p:spPr>
            <a:xfrm>
              <a:off x="2667120" y="4688038"/>
              <a:ext cx="121939" cy="58416"/>
            </a:xfrm>
            <a:custGeom>
              <a:rect b="b" l="l" r="r" t="t"/>
              <a:pathLst>
                <a:path extrusionOk="0" h="58416" w="121939">
                  <a:moveTo>
                    <a:pt x="92127" y="51911"/>
                  </a:moveTo>
                  <a:cubicBezTo>
                    <a:pt x="80697" y="49530"/>
                    <a:pt x="59837" y="35433"/>
                    <a:pt x="31548" y="28575"/>
                  </a:cubicBezTo>
                  <a:cubicBezTo>
                    <a:pt x="20784" y="26003"/>
                    <a:pt x="2020" y="14097"/>
                    <a:pt x="210" y="0"/>
                  </a:cubicBezTo>
                  <a:cubicBezTo>
                    <a:pt x="-2361" y="16193"/>
                    <a:pt x="19260" y="30575"/>
                    <a:pt x="31548" y="33528"/>
                  </a:cubicBezTo>
                  <a:cubicBezTo>
                    <a:pt x="60123" y="40291"/>
                    <a:pt x="80697" y="54388"/>
                    <a:pt x="92127" y="56769"/>
                  </a:cubicBezTo>
                  <a:cubicBezTo>
                    <a:pt x="100896" y="59884"/>
                    <a:pt x="110634" y="58531"/>
                    <a:pt x="118225" y="53150"/>
                  </a:cubicBezTo>
                  <a:cubicBezTo>
                    <a:pt x="119933" y="51188"/>
                    <a:pt x="121200" y="48882"/>
                    <a:pt x="121940" y="46387"/>
                  </a:cubicBezTo>
                  <a:cubicBezTo>
                    <a:pt x="113425" y="52816"/>
                    <a:pt x="102380" y="54864"/>
                    <a:pt x="92127" y="51911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9" name="Google Shape;1469;p9"/>
            <p:cNvSpPr/>
            <p:nvPr/>
          </p:nvSpPr>
          <p:spPr>
            <a:xfrm>
              <a:off x="2825027" y="4597173"/>
              <a:ext cx="119416" cy="67472"/>
            </a:xfrm>
            <a:custGeom>
              <a:rect b="b" l="l" r="r" t="t"/>
              <a:pathLst>
                <a:path extrusionOk="0" h="67472" w="119416">
                  <a:moveTo>
                    <a:pt x="113384" y="16189"/>
                  </a:moveTo>
                  <a:cubicBezTo>
                    <a:pt x="102146" y="20047"/>
                    <a:pt x="89728" y="18161"/>
                    <a:pt x="80142" y="11141"/>
                  </a:cubicBezTo>
                  <a:cubicBezTo>
                    <a:pt x="70617" y="11141"/>
                    <a:pt x="8419" y="-11529"/>
                    <a:pt x="1085" y="7807"/>
                  </a:cubicBezTo>
                  <a:cubicBezTo>
                    <a:pt x="-5297" y="24762"/>
                    <a:pt x="18039" y="40383"/>
                    <a:pt x="30422" y="43431"/>
                  </a:cubicBezTo>
                  <a:cubicBezTo>
                    <a:pt x="57663" y="50003"/>
                    <a:pt x="78047" y="63624"/>
                    <a:pt x="88715" y="65910"/>
                  </a:cubicBezTo>
                  <a:cubicBezTo>
                    <a:pt x="97172" y="68882"/>
                    <a:pt x="106547" y="67567"/>
                    <a:pt x="113861" y="62385"/>
                  </a:cubicBezTo>
                  <a:cubicBezTo>
                    <a:pt x="121671" y="54670"/>
                    <a:pt x="121004" y="26286"/>
                    <a:pt x="113384" y="16189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0" name="Google Shape;1470;p9"/>
            <p:cNvSpPr/>
            <p:nvPr/>
          </p:nvSpPr>
          <p:spPr>
            <a:xfrm>
              <a:off x="2825072" y="4608314"/>
              <a:ext cx="117340" cy="56332"/>
            </a:xfrm>
            <a:custGeom>
              <a:rect b="b" l="l" r="r" t="t"/>
              <a:pathLst>
                <a:path extrusionOk="0" h="56332" w="117340">
                  <a:moveTo>
                    <a:pt x="88670" y="50102"/>
                  </a:moveTo>
                  <a:cubicBezTo>
                    <a:pt x="77717" y="47720"/>
                    <a:pt x="57619" y="34195"/>
                    <a:pt x="30377" y="27622"/>
                  </a:cubicBezTo>
                  <a:cubicBezTo>
                    <a:pt x="19995" y="25051"/>
                    <a:pt x="1802" y="13621"/>
                    <a:pt x="183" y="0"/>
                  </a:cubicBezTo>
                  <a:cubicBezTo>
                    <a:pt x="-2198" y="15621"/>
                    <a:pt x="19233" y="29528"/>
                    <a:pt x="30377" y="32290"/>
                  </a:cubicBezTo>
                  <a:cubicBezTo>
                    <a:pt x="57619" y="38862"/>
                    <a:pt x="78002" y="52483"/>
                    <a:pt x="88670" y="54769"/>
                  </a:cubicBezTo>
                  <a:cubicBezTo>
                    <a:pt x="97128" y="57741"/>
                    <a:pt x="106503" y="56426"/>
                    <a:pt x="113816" y="51245"/>
                  </a:cubicBezTo>
                  <a:cubicBezTo>
                    <a:pt x="115496" y="49368"/>
                    <a:pt x="116703" y="47111"/>
                    <a:pt x="117341" y="44672"/>
                  </a:cubicBezTo>
                  <a:cubicBezTo>
                    <a:pt x="109187" y="50930"/>
                    <a:pt x="98547" y="52940"/>
                    <a:pt x="88670" y="50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1" name="Google Shape;1471;p9"/>
            <p:cNvSpPr/>
            <p:nvPr/>
          </p:nvSpPr>
          <p:spPr>
            <a:xfrm>
              <a:off x="2742284" y="3964900"/>
              <a:ext cx="238054" cy="732926"/>
            </a:xfrm>
            <a:custGeom>
              <a:rect b="b" l="l" r="r" t="t"/>
              <a:pathLst>
                <a:path extrusionOk="0" h="732926" w="238054">
                  <a:moveTo>
                    <a:pt x="216416" y="495014"/>
                  </a:moveTo>
                  <a:cubicBezTo>
                    <a:pt x="216443" y="471802"/>
                    <a:pt x="212447" y="448761"/>
                    <a:pt x="204605" y="426911"/>
                  </a:cubicBezTo>
                  <a:cubicBezTo>
                    <a:pt x="204605" y="426911"/>
                    <a:pt x="212415" y="333661"/>
                    <a:pt x="218416" y="272415"/>
                  </a:cubicBezTo>
                  <a:cubicBezTo>
                    <a:pt x="227179" y="182118"/>
                    <a:pt x="241086" y="173164"/>
                    <a:pt x="237466" y="118300"/>
                  </a:cubicBezTo>
                  <a:cubicBezTo>
                    <a:pt x="233847" y="67437"/>
                    <a:pt x="204891" y="34480"/>
                    <a:pt x="197366" y="0"/>
                  </a:cubicBezTo>
                  <a:lnTo>
                    <a:pt x="50014" y="11621"/>
                  </a:lnTo>
                  <a:cubicBezTo>
                    <a:pt x="50014" y="11621"/>
                    <a:pt x="37155" y="53435"/>
                    <a:pt x="20582" y="136684"/>
                  </a:cubicBezTo>
                  <a:cubicBezTo>
                    <a:pt x="4008" y="219932"/>
                    <a:pt x="2865" y="318897"/>
                    <a:pt x="4199" y="449961"/>
                  </a:cubicBezTo>
                  <a:cubicBezTo>
                    <a:pt x="4199" y="483775"/>
                    <a:pt x="-1516" y="513112"/>
                    <a:pt x="389" y="597313"/>
                  </a:cubicBezTo>
                  <a:cubicBezTo>
                    <a:pt x="1722" y="653891"/>
                    <a:pt x="4961" y="723233"/>
                    <a:pt x="4961" y="723233"/>
                  </a:cubicBezTo>
                  <a:cubicBezTo>
                    <a:pt x="26487" y="741712"/>
                    <a:pt x="41442" y="728091"/>
                    <a:pt x="41442" y="728091"/>
                  </a:cubicBezTo>
                  <a:cubicBezTo>
                    <a:pt x="41442" y="728091"/>
                    <a:pt x="79542" y="560451"/>
                    <a:pt x="84780" y="521970"/>
                  </a:cubicBezTo>
                  <a:cubicBezTo>
                    <a:pt x="88780" y="500682"/>
                    <a:pt x="87003" y="478707"/>
                    <a:pt x="79637" y="458343"/>
                  </a:cubicBezTo>
                  <a:cubicBezTo>
                    <a:pt x="79637" y="458343"/>
                    <a:pt x="90686" y="405670"/>
                    <a:pt x="98687" y="364236"/>
                  </a:cubicBezTo>
                  <a:cubicBezTo>
                    <a:pt x="108212" y="313658"/>
                    <a:pt x="133453" y="204502"/>
                    <a:pt x="133453" y="204502"/>
                  </a:cubicBezTo>
                  <a:cubicBezTo>
                    <a:pt x="133453" y="204502"/>
                    <a:pt x="129167" y="372237"/>
                    <a:pt x="136501" y="405289"/>
                  </a:cubicBezTo>
                  <a:cubicBezTo>
                    <a:pt x="143835" y="438340"/>
                    <a:pt x="145074" y="467106"/>
                    <a:pt x="151360" y="512064"/>
                  </a:cubicBezTo>
                  <a:cubicBezTo>
                    <a:pt x="158885" y="566356"/>
                    <a:pt x="162314" y="645890"/>
                    <a:pt x="162314" y="645890"/>
                  </a:cubicBezTo>
                  <a:cubicBezTo>
                    <a:pt x="184793" y="660178"/>
                    <a:pt x="194794" y="649224"/>
                    <a:pt x="194794" y="649224"/>
                  </a:cubicBezTo>
                  <a:cubicBezTo>
                    <a:pt x="194794" y="649224"/>
                    <a:pt x="216416" y="542544"/>
                    <a:pt x="216416" y="49501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2" name="Google Shape;1472;p9"/>
            <p:cNvSpPr/>
            <p:nvPr/>
          </p:nvSpPr>
          <p:spPr>
            <a:xfrm>
              <a:off x="2743301" y="3964900"/>
              <a:ext cx="236925" cy="409866"/>
            </a:xfrm>
            <a:custGeom>
              <a:rect b="b" l="l" r="r" t="t"/>
              <a:pathLst>
                <a:path extrusionOk="0" h="409866" w="236925">
                  <a:moveTo>
                    <a:pt x="195968" y="0"/>
                  </a:moveTo>
                  <a:cubicBezTo>
                    <a:pt x="211399" y="15812"/>
                    <a:pt x="236926" y="63913"/>
                    <a:pt x="236926" y="136684"/>
                  </a:cubicBezTo>
                  <a:cubicBezTo>
                    <a:pt x="236926" y="218599"/>
                    <a:pt x="225020" y="202025"/>
                    <a:pt x="219305" y="292227"/>
                  </a:cubicBezTo>
                  <a:lnTo>
                    <a:pt x="213590" y="382429"/>
                  </a:lnTo>
                  <a:cubicBezTo>
                    <a:pt x="213590" y="382429"/>
                    <a:pt x="90431" y="441198"/>
                    <a:pt x="2611" y="386715"/>
                  </a:cubicBezTo>
                  <a:cubicBezTo>
                    <a:pt x="-5200" y="369665"/>
                    <a:pt x="5564" y="179927"/>
                    <a:pt x="20994" y="112490"/>
                  </a:cubicBezTo>
                  <a:cubicBezTo>
                    <a:pt x="36425" y="45053"/>
                    <a:pt x="46997" y="12002"/>
                    <a:pt x="46997" y="12002"/>
                  </a:cubicBezTo>
                  <a:cubicBezTo>
                    <a:pt x="46997" y="12002"/>
                    <a:pt x="160250" y="42577"/>
                    <a:pt x="195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3" name="Google Shape;1473;p9"/>
            <p:cNvSpPr/>
            <p:nvPr/>
          </p:nvSpPr>
          <p:spPr>
            <a:xfrm>
              <a:off x="2790577" y="3522142"/>
              <a:ext cx="160521" cy="258577"/>
            </a:xfrm>
            <a:custGeom>
              <a:rect b="b" l="l" r="r" t="t"/>
              <a:pathLst>
                <a:path extrusionOk="0" h="258577" w="160521">
                  <a:moveTo>
                    <a:pt x="150502" y="199966"/>
                  </a:moveTo>
                  <a:cubicBezTo>
                    <a:pt x="119070" y="198061"/>
                    <a:pt x="116022" y="203299"/>
                    <a:pt x="113545" y="192155"/>
                  </a:cubicBezTo>
                  <a:cubicBezTo>
                    <a:pt x="112688" y="188155"/>
                    <a:pt x="110878" y="160532"/>
                    <a:pt x="110878" y="160532"/>
                  </a:cubicBezTo>
                  <a:cubicBezTo>
                    <a:pt x="113780" y="156846"/>
                    <a:pt x="116422" y="152960"/>
                    <a:pt x="118784" y="148912"/>
                  </a:cubicBezTo>
                  <a:cubicBezTo>
                    <a:pt x="140167" y="136015"/>
                    <a:pt x="154268" y="113831"/>
                    <a:pt x="156884" y="88999"/>
                  </a:cubicBezTo>
                  <a:cubicBezTo>
                    <a:pt x="161490" y="44708"/>
                    <a:pt x="129348" y="5065"/>
                    <a:pt x="85065" y="417"/>
                  </a:cubicBezTo>
                  <a:cubicBezTo>
                    <a:pt x="43441" y="-3869"/>
                    <a:pt x="12771" y="25373"/>
                    <a:pt x="4579" y="65568"/>
                  </a:cubicBezTo>
                  <a:cubicBezTo>
                    <a:pt x="198" y="85380"/>
                    <a:pt x="-4374" y="125861"/>
                    <a:pt x="8008" y="158341"/>
                  </a:cubicBezTo>
                  <a:cubicBezTo>
                    <a:pt x="14961" y="176725"/>
                    <a:pt x="21438" y="189583"/>
                    <a:pt x="38012" y="188917"/>
                  </a:cubicBezTo>
                  <a:cubicBezTo>
                    <a:pt x="43543" y="188422"/>
                    <a:pt x="49023" y="187469"/>
                    <a:pt x="54395" y="186059"/>
                  </a:cubicBezTo>
                  <a:cubicBezTo>
                    <a:pt x="55283" y="193679"/>
                    <a:pt x="55602" y="201347"/>
                    <a:pt x="55347" y="209015"/>
                  </a:cubicBezTo>
                  <a:cubicBezTo>
                    <a:pt x="55347" y="217111"/>
                    <a:pt x="56300" y="221111"/>
                    <a:pt x="40488" y="230827"/>
                  </a:cubicBezTo>
                  <a:cubicBezTo>
                    <a:pt x="24677" y="240542"/>
                    <a:pt x="64301" y="260354"/>
                    <a:pt x="90114" y="258449"/>
                  </a:cubicBezTo>
                  <a:cubicBezTo>
                    <a:pt x="115927" y="256544"/>
                    <a:pt x="144883" y="240923"/>
                    <a:pt x="152883" y="224255"/>
                  </a:cubicBezTo>
                  <a:cubicBezTo>
                    <a:pt x="161646" y="205586"/>
                    <a:pt x="165266" y="200823"/>
                    <a:pt x="150502" y="1999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4" name="Google Shape;1474;p9"/>
            <p:cNvSpPr/>
            <p:nvPr/>
          </p:nvSpPr>
          <p:spPr>
            <a:xfrm>
              <a:off x="2954700" y="3752463"/>
              <a:ext cx="61341" cy="108805"/>
            </a:xfrm>
            <a:custGeom>
              <a:rect b="b" l="l" r="r" t="t"/>
              <a:pathLst>
                <a:path extrusionOk="0" h="108805" w="61341">
                  <a:moveTo>
                    <a:pt x="9525" y="108806"/>
                  </a:moveTo>
                  <a:cubicBezTo>
                    <a:pt x="9525" y="108806"/>
                    <a:pt x="45053" y="100805"/>
                    <a:pt x="61341" y="84993"/>
                  </a:cubicBezTo>
                  <a:cubicBezTo>
                    <a:pt x="61341" y="84993"/>
                    <a:pt x="40196" y="18318"/>
                    <a:pt x="26670" y="1745"/>
                  </a:cubicBezTo>
                  <a:cubicBezTo>
                    <a:pt x="13144" y="-14829"/>
                    <a:pt x="0" y="92137"/>
                    <a:pt x="0" y="921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5" name="Google Shape;1475;p9"/>
            <p:cNvSpPr/>
            <p:nvPr/>
          </p:nvSpPr>
          <p:spPr>
            <a:xfrm>
              <a:off x="2782487" y="3720882"/>
              <a:ext cx="191546" cy="273865"/>
            </a:xfrm>
            <a:custGeom>
              <a:rect b="b" l="l" r="r" t="t"/>
              <a:pathLst>
                <a:path extrusionOk="0" h="273865" w="191546">
                  <a:moveTo>
                    <a:pt x="127349" y="560"/>
                  </a:moveTo>
                  <a:cubicBezTo>
                    <a:pt x="133160" y="7799"/>
                    <a:pt x="133826" y="16847"/>
                    <a:pt x="111443" y="22562"/>
                  </a:cubicBezTo>
                  <a:cubicBezTo>
                    <a:pt x="95161" y="27192"/>
                    <a:pt x="77760" y="25839"/>
                    <a:pt x="62389" y="18753"/>
                  </a:cubicBezTo>
                  <a:cubicBezTo>
                    <a:pt x="44747" y="26210"/>
                    <a:pt x="27792" y="35202"/>
                    <a:pt x="11716" y="45613"/>
                  </a:cubicBezTo>
                  <a:cubicBezTo>
                    <a:pt x="-7334" y="108478"/>
                    <a:pt x="8001" y="116574"/>
                    <a:pt x="0" y="161628"/>
                  </a:cubicBezTo>
                  <a:cubicBezTo>
                    <a:pt x="3143" y="184297"/>
                    <a:pt x="6858" y="242780"/>
                    <a:pt x="7810" y="256020"/>
                  </a:cubicBezTo>
                  <a:cubicBezTo>
                    <a:pt x="50578" y="285929"/>
                    <a:pt x="137350" y="275737"/>
                    <a:pt x="156781" y="244019"/>
                  </a:cubicBezTo>
                  <a:cubicBezTo>
                    <a:pt x="157130" y="233455"/>
                    <a:pt x="158116" y="222930"/>
                    <a:pt x="159734" y="212491"/>
                  </a:cubicBezTo>
                  <a:cubicBezTo>
                    <a:pt x="180118" y="136862"/>
                    <a:pt x="196025" y="117241"/>
                    <a:pt x="190405" y="60091"/>
                  </a:cubicBezTo>
                  <a:cubicBezTo>
                    <a:pt x="187166" y="27515"/>
                    <a:pt x="184595" y="11132"/>
                    <a:pt x="167259" y="2369"/>
                  </a:cubicBezTo>
                  <a:cubicBezTo>
                    <a:pt x="154092" y="26"/>
                    <a:pt x="140675" y="-583"/>
                    <a:pt x="127349" y="56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6" name="Google Shape;1476;p9"/>
            <p:cNvSpPr/>
            <p:nvPr/>
          </p:nvSpPr>
          <p:spPr>
            <a:xfrm>
              <a:off x="2469603" y="3777311"/>
              <a:ext cx="368747" cy="265455"/>
            </a:xfrm>
            <a:custGeom>
              <a:rect b="b" l="l" r="r" t="t"/>
              <a:pathLst>
                <a:path extrusionOk="0" h="265455" w="368747">
                  <a:moveTo>
                    <a:pt x="47613" y="190066"/>
                  </a:moveTo>
                  <a:cubicBezTo>
                    <a:pt x="57313" y="192152"/>
                    <a:pt x="66860" y="194885"/>
                    <a:pt x="76188" y="198257"/>
                  </a:cubicBezTo>
                  <a:cubicBezTo>
                    <a:pt x="84940" y="202858"/>
                    <a:pt x="94355" y="206077"/>
                    <a:pt x="104097" y="207782"/>
                  </a:cubicBezTo>
                  <a:cubicBezTo>
                    <a:pt x="114574" y="209402"/>
                    <a:pt x="130957" y="203972"/>
                    <a:pt x="159246" y="190637"/>
                  </a:cubicBezTo>
                  <a:cubicBezTo>
                    <a:pt x="190224" y="174759"/>
                    <a:pt x="218251" y="153690"/>
                    <a:pt x="242114" y="128344"/>
                  </a:cubicBezTo>
                  <a:cubicBezTo>
                    <a:pt x="269228" y="96083"/>
                    <a:pt x="293451" y="61507"/>
                    <a:pt x="314504" y="24998"/>
                  </a:cubicBezTo>
                  <a:cubicBezTo>
                    <a:pt x="326791" y="2614"/>
                    <a:pt x="342317" y="-3006"/>
                    <a:pt x="355842" y="1375"/>
                  </a:cubicBezTo>
                  <a:cubicBezTo>
                    <a:pt x="372035" y="6710"/>
                    <a:pt x="374035" y="22807"/>
                    <a:pt x="355842" y="52906"/>
                  </a:cubicBezTo>
                  <a:cubicBezTo>
                    <a:pt x="332617" y="92225"/>
                    <a:pt x="304799" y="128639"/>
                    <a:pt x="272975" y="161396"/>
                  </a:cubicBezTo>
                  <a:cubicBezTo>
                    <a:pt x="247871" y="186503"/>
                    <a:pt x="218651" y="207115"/>
                    <a:pt x="186583" y="222356"/>
                  </a:cubicBezTo>
                  <a:cubicBezTo>
                    <a:pt x="163712" y="234252"/>
                    <a:pt x="139230" y="242758"/>
                    <a:pt x="113907" y="247597"/>
                  </a:cubicBezTo>
                  <a:cubicBezTo>
                    <a:pt x="105049" y="249502"/>
                    <a:pt x="99048" y="253216"/>
                    <a:pt x="82665" y="258932"/>
                  </a:cubicBezTo>
                  <a:cubicBezTo>
                    <a:pt x="66375" y="264856"/>
                    <a:pt x="48897" y="266790"/>
                    <a:pt x="31707" y="264551"/>
                  </a:cubicBezTo>
                  <a:cubicBezTo>
                    <a:pt x="17514" y="261789"/>
                    <a:pt x="12657" y="258550"/>
                    <a:pt x="12085" y="255026"/>
                  </a:cubicBezTo>
                  <a:cubicBezTo>
                    <a:pt x="11514" y="251502"/>
                    <a:pt x="14371" y="249025"/>
                    <a:pt x="21039" y="249502"/>
                  </a:cubicBezTo>
                  <a:cubicBezTo>
                    <a:pt x="31538" y="251169"/>
                    <a:pt x="42255" y="250912"/>
                    <a:pt x="52662" y="248740"/>
                  </a:cubicBezTo>
                  <a:cubicBezTo>
                    <a:pt x="52662" y="248740"/>
                    <a:pt x="37993" y="248264"/>
                    <a:pt x="29325" y="247216"/>
                  </a:cubicBezTo>
                  <a:cubicBezTo>
                    <a:pt x="21541" y="246368"/>
                    <a:pt x="13911" y="244444"/>
                    <a:pt x="6656" y="241501"/>
                  </a:cubicBezTo>
                  <a:cubicBezTo>
                    <a:pt x="-297" y="238548"/>
                    <a:pt x="-2869" y="227594"/>
                    <a:pt x="4179" y="227975"/>
                  </a:cubicBezTo>
                  <a:cubicBezTo>
                    <a:pt x="11228" y="228356"/>
                    <a:pt x="15990" y="230452"/>
                    <a:pt x="28944" y="231785"/>
                  </a:cubicBezTo>
                  <a:cubicBezTo>
                    <a:pt x="35778" y="232614"/>
                    <a:pt x="42685" y="232614"/>
                    <a:pt x="49518" y="231785"/>
                  </a:cubicBezTo>
                  <a:cubicBezTo>
                    <a:pt x="40949" y="230376"/>
                    <a:pt x="32508" y="228271"/>
                    <a:pt x="24277" y="225499"/>
                  </a:cubicBezTo>
                  <a:cubicBezTo>
                    <a:pt x="17463" y="223689"/>
                    <a:pt x="11333" y="219917"/>
                    <a:pt x="6656" y="214640"/>
                  </a:cubicBezTo>
                  <a:cubicBezTo>
                    <a:pt x="4275" y="211878"/>
                    <a:pt x="4941" y="205115"/>
                    <a:pt x="13228" y="206830"/>
                  </a:cubicBezTo>
                  <a:cubicBezTo>
                    <a:pt x="23208" y="210307"/>
                    <a:pt x="33569" y="212583"/>
                    <a:pt x="44089" y="213592"/>
                  </a:cubicBezTo>
                  <a:cubicBezTo>
                    <a:pt x="54662" y="213592"/>
                    <a:pt x="62187" y="212735"/>
                    <a:pt x="60853" y="211116"/>
                  </a:cubicBezTo>
                  <a:cubicBezTo>
                    <a:pt x="59520" y="209497"/>
                    <a:pt x="53233" y="209687"/>
                    <a:pt x="45232" y="205211"/>
                  </a:cubicBezTo>
                  <a:cubicBezTo>
                    <a:pt x="37231" y="200734"/>
                    <a:pt x="32469" y="192066"/>
                    <a:pt x="35707" y="187875"/>
                  </a:cubicBezTo>
                  <a:cubicBezTo>
                    <a:pt x="38946" y="183684"/>
                    <a:pt x="38946" y="186827"/>
                    <a:pt x="47613" y="1900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7" name="Google Shape;1477;p9"/>
            <p:cNvSpPr/>
            <p:nvPr/>
          </p:nvSpPr>
          <p:spPr>
            <a:xfrm>
              <a:off x="2743245" y="3761847"/>
              <a:ext cx="100785" cy="104755"/>
            </a:xfrm>
            <a:custGeom>
              <a:rect b="b" l="l" r="r" t="t"/>
              <a:pathLst>
                <a:path extrusionOk="0" h="104755" w="100785">
                  <a:moveTo>
                    <a:pt x="65151" y="104756"/>
                  </a:moveTo>
                  <a:cubicBezTo>
                    <a:pt x="40403" y="101165"/>
                    <a:pt x="17516" y="89554"/>
                    <a:pt x="0" y="71704"/>
                  </a:cubicBezTo>
                  <a:lnTo>
                    <a:pt x="39433" y="17030"/>
                  </a:lnTo>
                  <a:cubicBezTo>
                    <a:pt x="39433" y="17030"/>
                    <a:pt x="61627" y="-10973"/>
                    <a:pt x="90964" y="4838"/>
                  </a:cubicBezTo>
                  <a:cubicBezTo>
                    <a:pt x="90964" y="4838"/>
                    <a:pt x="113062" y="7220"/>
                    <a:pt x="90964" y="53511"/>
                  </a:cubicBezTo>
                  <a:cubicBezTo>
                    <a:pt x="83445" y="71113"/>
                    <a:pt x="74824" y="88230"/>
                    <a:pt x="65151" y="1047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8" name="Google Shape;1478;p9"/>
            <p:cNvSpPr/>
            <p:nvPr/>
          </p:nvSpPr>
          <p:spPr>
            <a:xfrm>
              <a:off x="2783810" y="3522089"/>
              <a:ext cx="201012" cy="328692"/>
            </a:xfrm>
            <a:custGeom>
              <a:rect b="b" l="l" r="r" t="t"/>
              <a:pathLst>
                <a:path extrusionOk="0" h="328692" w="201012">
                  <a:moveTo>
                    <a:pt x="3726" y="41904"/>
                  </a:moveTo>
                  <a:cubicBezTo>
                    <a:pt x="6992" y="22359"/>
                    <a:pt x="25260" y="8995"/>
                    <a:pt x="44874" y="11805"/>
                  </a:cubicBezTo>
                  <a:cubicBezTo>
                    <a:pt x="58646" y="2566"/>
                    <a:pt x="75264" y="-1454"/>
                    <a:pt x="91737" y="470"/>
                  </a:cubicBezTo>
                  <a:cubicBezTo>
                    <a:pt x="129170" y="4376"/>
                    <a:pt x="153649" y="29045"/>
                    <a:pt x="164984" y="66193"/>
                  </a:cubicBezTo>
                  <a:cubicBezTo>
                    <a:pt x="170544" y="84833"/>
                    <a:pt x="174245" y="103978"/>
                    <a:pt x="176033" y="123343"/>
                  </a:cubicBezTo>
                  <a:cubicBezTo>
                    <a:pt x="187272" y="206686"/>
                    <a:pt x="217562" y="272790"/>
                    <a:pt x="189273" y="297555"/>
                  </a:cubicBezTo>
                  <a:cubicBezTo>
                    <a:pt x="160983" y="322320"/>
                    <a:pt x="83450" y="338036"/>
                    <a:pt x="51065" y="322510"/>
                  </a:cubicBezTo>
                  <a:cubicBezTo>
                    <a:pt x="18680" y="306985"/>
                    <a:pt x="77735" y="163348"/>
                    <a:pt x="13632" y="83528"/>
                  </a:cubicBezTo>
                  <a:cubicBezTo>
                    <a:pt x="-1418" y="64574"/>
                    <a:pt x="-2847" y="51334"/>
                    <a:pt x="3726" y="4190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9" name="Google Shape;1479;p9"/>
            <p:cNvSpPr/>
            <p:nvPr/>
          </p:nvSpPr>
          <p:spPr>
            <a:xfrm>
              <a:off x="2011725" y="4252365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0" name="Google Shape;1480;p9"/>
            <p:cNvSpPr/>
            <p:nvPr/>
          </p:nvSpPr>
          <p:spPr>
            <a:xfrm>
              <a:off x="2116256" y="4345803"/>
              <a:ext cx="122876" cy="95119"/>
            </a:xfrm>
            <a:custGeom>
              <a:rect b="b" l="l" r="r" t="t"/>
              <a:pathLst>
                <a:path extrusionOk="0" h="95119" w="122876">
                  <a:moveTo>
                    <a:pt x="9769" y="2"/>
                  </a:moveTo>
                  <a:cubicBezTo>
                    <a:pt x="24533" y="12004"/>
                    <a:pt x="46250" y="1050"/>
                    <a:pt x="47297" y="2193"/>
                  </a:cubicBezTo>
                  <a:cubicBezTo>
                    <a:pt x="64639" y="18195"/>
                    <a:pt x="82792" y="33302"/>
                    <a:pt x="101685" y="47437"/>
                  </a:cubicBezTo>
                  <a:cubicBezTo>
                    <a:pt x="111210" y="54676"/>
                    <a:pt x="125212" y="64296"/>
                    <a:pt x="122545" y="78202"/>
                  </a:cubicBezTo>
                  <a:cubicBezTo>
                    <a:pt x="117973" y="102967"/>
                    <a:pt x="78254" y="95347"/>
                    <a:pt x="63204" y="87727"/>
                  </a:cubicBezTo>
                  <a:cubicBezTo>
                    <a:pt x="48155" y="80107"/>
                    <a:pt x="35963" y="67630"/>
                    <a:pt x="21770" y="59152"/>
                  </a:cubicBezTo>
                  <a:cubicBezTo>
                    <a:pt x="11674" y="52866"/>
                    <a:pt x="1768" y="49627"/>
                    <a:pt x="149" y="36864"/>
                  </a:cubicBezTo>
                  <a:cubicBezTo>
                    <a:pt x="-1185" y="28768"/>
                    <a:pt x="6816" y="-284"/>
                    <a:pt x="9769" y="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1" name="Google Shape;1481;p9"/>
            <p:cNvSpPr/>
            <p:nvPr/>
          </p:nvSpPr>
          <p:spPr>
            <a:xfrm>
              <a:off x="2116272" y="4377142"/>
              <a:ext cx="122242" cy="63751"/>
            </a:xfrm>
            <a:custGeom>
              <a:rect b="b" l="l" r="r" t="t"/>
              <a:pathLst>
                <a:path extrusionOk="0" h="63751" w="122242">
                  <a:moveTo>
                    <a:pt x="227" y="0"/>
                  </a:moveTo>
                  <a:cubicBezTo>
                    <a:pt x="2228" y="12192"/>
                    <a:pt x="12038" y="15621"/>
                    <a:pt x="22040" y="21812"/>
                  </a:cubicBezTo>
                  <a:cubicBezTo>
                    <a:pt x="36518" y="30766"/>
                    <a:pt x="49186" y="43720"/>
                    <a:pt x="64140" y="51245"/>
                  </a:cubicBezTo>
                  <a:cubicBezTo>
                    <a:pt x="79094" y="58769"/>
                    <a:pt x="112527" y="65246"/>
                    <a:pt x="122243" y="47530"/>
                  </a:cubicBezTo>
                  <a:cubicBezTo>
                    <a:pt x="117004" y="71438"/>
                    <a:pt x="77951" y="63913"/>
                    <a:pt x="63092" y="56388"/>
                  </a:cubicBezTo>
                  <a:cubicBezTo>
                    <a:pt x="48233" y="48863"/>
                    <a:pt x="35851" y="36290"/>
                    <a:pt x="21659" y="27813"/>
                  </a:cubicBezTo>
                  <a:cubicBezTo>
                    <a:pt x="11562" y="21527"/>
                    <a:pt x="1656" y="18288"/>
                    <a:pt x="37" y="5524"/>
                  </a:cubicBezTo>
                  <a:cubicBezTo>
                    <a:pt x="-49" y="3677"/>
                    <a:pt x="15" y="1829"/>
                    <a:pt x="2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2" name="Google Shape;1482;p9"/>
            <p:cNvSpPr/>
            <p:nvPr/>
          </p:nvSpPr>
          <p:spPr>
            <a:xfrm>
              <a:off x="2242069" y="4298215"/>
              <a:ext cx="122771" cy="91654"/>
            </a:xfrm>
            <a:custGeom>
              <a:rect b="b" l="l" r="r" t="t"/>
              <a:pathLst>
                <a:path extrusionOk="0" h="91654" w="122771">
                  <a:moveTo>
                    <a:pt x="11400" y="61"/>
                  </a:moveTo>
                  <a:cubicBezTo>
                    <a:pt x="26164" y="12062"/>
                    <a:pt x="51881" y="-987"/>
                    <a:pt x="53024" y="61"/>
                  </a:cubicBezTo>
                  <a:cubicBezTo>
                    <a:pt x="68334" y="15615"/>
                    <a:pt x="84521" y="30274"/>
                    <a:pt x="101507" y="43971"/>
                  </a:cubicBezTo>
                  <a:cubicBezTo>
                    <a:pt x="111032" y="51114"/>
                    <a:pt x="125033" y="60830"/>
                    <a:pt x="122462" y="74737"/>
                  </a:cubicBezTo>
                  <a:cubicBezTo>
                    <a:pt x="117794" y="99502"/>
                    <a:pt x="78075" y="91881"/>
                    <a:pt x="63121" y="84262"/>
                  </a:cubicBezTo>
                  <a:cubicBezTo>
                    <a:pt x="48167" y="76642"/>
                    <a:pt x="35879" y="64069"/>
                    <a:pt x="21687" y="55687"/>
                  </a:cubicBezTo>
                  <a:cubicBezTo>
                    <a:pt x="11591" y="49400"/>
                    <a:pt x="1589" y="46162"/>
                    <a:pt x="65" y="33398"/>
                  </a:cubicBezTo>
                  <a:cubicBezTo>
                    <a:pt x="-887" y="25302"/>
                    <a:pt x="8828" y="-225"/>
                    <a:pt x="11400" y="6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3" name="Google Shape;1483;p9"/>
            <p:cNvSpPr/>
            <p:nvPr/>
          </p:nvSpPr>
          <p:spPr>
            <a:xfrm>
              <a:off x="2242300" y="4327803"/>
              <a:ext cx="122230" cy="63800"/>
            </a:xfrm>
            <a:custGeom>
              <a:rect b="b" l="l" r="r" t="t"/>
              <a:pathLst>
                <a:path extrusionOk="0" h="63800" w="122230">
                  <a:moveTo>
                    <a:pt x="216" y="0"/>
                  </a:moveTo>
                  <a:cubicBezTo>
                    <a:pt x="2216" y="12192"/>
                    <a:pt x="12027" y="15621"/>
                    <a:pt x="22028" y="21812"/>
                  </a:cubicBezTo>
                  <a:cubicBezTo>
                    <a:pt x="36506" y="30766"/>
                    <a:pt x="49174" y="43720"/>
                    <a:pt x="64128" y="51340"/>
                  </a:cubicBezTo>
                  <a:cubicBezTo>
                    <a:pt x="79083" y="58960"/>
                    <a:pt x="112515" y="65246"/>
                    <a:pt x="122231" y="47530"/>
                  </a:cubicBezTo>
                  <a:cubicBezTo>
                    <a:pt x="116992" y="71438"/>
                    <a:pt x="77940" y="64008"/>
                    <a:pt x="63081" y="56483"/>
                  </a:cubicBezTo>
                  <a:cubicBezTo>
                    <a:pt x="48222" y="48958"/>
                    <a:pt x="35934" y="36290"/>
                    <a:pt x="21742" y="27432"/>
                  </a:cubicBezTo>
                  <a:cubicBezTo>
                    <a:pt x="11550" y="21146"/>
                    <a:pt x="1644" y="17907"/>
                    <a:pt x="25" y="5143"/>
                  </a:cubicBezTo>
                  <a:cubicBezTo>
                    <a:pt x="-41" y="3429"/>
                    <a:pt x="23" y="1705"/>
                    <a:pt x="21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4" name="Google Shape;1484;p9"/>
            <p:cNvSpPr/>
            <p:nvPr/>
          </p:nvSpPr>
          <p:spPr>
            <a:xfrm>
              <a:off x="2122246" y="3749635"/>
              <a:ext cx="211613" cy="606004"/>
            </a:xfrm>
            <a:custGeom>
              <a:rect b="b" l="l" r="r" t="t"/>
              <a:pathLst>
                <a:path extrusionOk="0" h="606004" w="211613">
                  <a:moveTo>
                    <a:pt x="2540" y="52483"/>
                  </a:moveTo>
                  <a:cubicBezTo>
                    <a:pt x="3302" y="74771"/>
                    <a:pt x="10160" y="171545"/>
                    <a:pt x="13303" y="222695"/>
                  </a:cubicBezTo>
                  <a:cubicBezTo>
                    <a:pt x="16446" y="273844"/>
                    <a:pt x="17113" y="336995"/>
                    <a:pt x="17113" y="336995"/>
                  </a:cubicBezTo>
                  <a:cubicBezTo>
                    <a:pt x="17113" y="336995"/>
                    <a:pt x="8255" y="374237"/>
                    <a:pt x="2540" y="418147"/>
                  </a:cubicBezTo>
                  <a:cubicBezTo>
                    <a:pt x="-3175" y="462058"/>
                    <a:pt x="2540" y="600361"/>
                    <a:pt x="2540" y="600361"/>
                  </a:cubicBezTo>
                  <a:cubicBezTo>
                    <a:pt x="14124" y="607886"/>
                    <a:pt x="29056" y="607886"/>
                    <a:pt x="40640" y="600361"/>
                  </a:cubicBezTo>
                  <a:cubicBezTo>
                    <a:pt x="40640" y="600361"/>
                    <a:pt x="64262" y="489585"/>
                    <a:pt x="75121" y="439674"/>
                  </a:cubicBezTo>
                  <a:cubicBezTo>
                    <a:pt x="85979" y="389763"/>
                    <a:pt x="87979" y="360997"/>
                    <a:pt x="93599" y="330137"/>
                  </a:cubicBezTo>
                  <a:cubicBezTo>
                    <a:pt x="100457" y="292703"/>
                    <a:pt x="115221" y="118110"/>
                    <a:pt x="115221" y="118110"/>
                  </a:cubicBezTo>
                  <a:lnTo>
                    <a:pt x="121126" y="118110"/>
                  </a:lnTo>
                  <a:lnTo>
                    <a:pt x="136938" y="315182"/>
                  </a:lnTo>
                  <a:cubicBezTo>
                    <a:pt x="132057" y="329717"/>
                    <a:pt x="128705" y="344719"/>
                    <a:pt x="126937" y="359950"/>
                  </a:cubicBezTo>
                  <a:cubicBezTo>
                    <a:pt x="122650" y="392049"/>
                    <a:pt x="131509" y="553593"/>
                    <a:pt x="131509" y="553593"/>
                  </a:cubicBezTo>
                  <a:cubicBezTo>
                    <a:pt x="144340" y="560727"/>
                    <a:pt x="160089" y="560070"/>
                    <a:pt x="172276" y="551879"/>
                  </a:cubicBezTo>
                  <a:cubicBezTo>
                    <a:pt x="172276" y="551879"/>
                    <a:pt x="211614" y="337947"/>
                    <a:pt x="211614" y="305467"/>
                  </a:cubicBezTo>
                  <a:cubicBezTo>
                    <a:pt x="211614" y="283845"/>
                    <a:pt x="207994" y="0"/>
                    <a:pt x="207994" y="0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5" name="Google Shape;1485;p9"/>
            <p:cNvSpPr/>
            <p:nvPr/>
          </p:nvSpPr>
          <p:spPr>
            <a:xfrm>
              <a:off x="2150411" y="3371683"/>
              <a:ext cx="135319" cy="132132"/>
            </a:xfrm>
            <a:custGeom>
              <a:rect b="b" l="l" r="r" t="t"/>
              <a:pathLst>
                <a:path extrusionOk="0" h="132132" w="135319">
                  <a:moveTo>
                    <a:pt x="27811" y="0"/>
                  </a:moveTo>
                  <a:cubicBezTo>
                    <a:pt x="27811" y="0"/>
                    <a:pt x="30287" y="48578"/>
                    <a:pt x="29239" y="52864"/>
                  </a:cubicBezTo>
                  <a:cubicBezTo>
                    <a:pt x="28192" y="57150"/>
                    <a:pt x="6951" y="71342"/>
                    <a:pt x="664" y="76486"/>
                  </a:cubicBezTo>
                  <a:cubicBezTo>
                    <a:pt x="-5622" y="81629"/>
                    <a:pt x="34288" y="120491"/>
                    <a:pt x="53623" y="130016"/>
                  </a:cubicBezTo>
                  <a:cubicBezTo>
                    <a:pt x="72959" y="139541"/>
                    <a:pt x="134205" y="115538"/>
                    <a:pt x="135253" y="85439"/>
                  </a:cubicBezTo>
                  <a:cubicBezTo>
                    <a:pt x="136300" y="55340"/>
                    <a:pt x="124775" y="30099"/>
                    <a:pt x="115441" y="28765"/>
                  </a:cubicBezTo>
                  <a:cubicBezTo>
                    <a:pt x="106106" y="27432"/>
                    <a:pt x="27811" y="0"/>
                    <a:pt x="2781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6" name="Google Shape;1486;p9"/>
            <p:cNvSpPr/>
            <p:nvPr/>
          </p:nvSpPr>
          <p:spPr>
            <a:xfrm>
              <a:off x="2307535" y="3402925"/>
              <a:ext cx="192267" cy="377666"/>
            </a:xfrm>
            <a:custGeom>
              <a:rect b="b" l="l" r="r" t="t"/>
              <a:pathLst>
                <a:path extrusionOk="0" h="377666" w="192267">
                  <a:moveTo>
                    <a:pt x="3655" y="58864"/>
                  </a:moveTo>
                  <a:cubicBezTo>
                    <a:pt x="6513" y="37433"/>
                    <a:pt x="-7584" y="17050"/>
                    <a:pt x="6037" y="0"/>
                  </a:cubicBezTo>
                  <a:cubicBezTo>
                    <a:pt x="53662" y="47054"/>
                    <a:pt x="47947" y="171450"/>
                    <a:pt x="58805" y="250984"/>
                  </a:cubicBezTo>
                  <a:cubicBezTo>
                    <a:pt x="94429" y="288131"/>
                    <a:pt x="165961" y="324803"/>
                    <a:pt x="186059" y="333851"/>
                  </a:cubicBezTo>
                  <a:cubicBezTo>
                    <a:pt x="189679" y="335566"/>
                    <a:pt x="192917" y="337375"/>
                    <a:pt x="192155" y="341281"/>
                  </a:cubicBezTo>
                  <a:cubicBezTo>
                    <a:pt x="189461" y="354530"/>
                    <a:pt x="183757" y="366979"/>
                    <a:pt x="175486" y="377666"/>
                  </a:cubicBezTo>
                  <a:cubicBezTo>
                    <a:pt x="127861" y="357283"/>
                    <a:pt x="94048" y="345567"/>
                    <a:pt x="34897" y="289370"/>
                  </a:cubicBezTo>
                  <a:cubicBezTo>
                    <a:pt x="29295" y="283293"/>
                    <a:pt x="24287" y="276692"/>
                    <a:pt x="19943" y="269653"/>
                  </a:cubicBezTo>
                  <a:cubicBezTo>
                    <a:pt x="3084" y="218980"/>
                    <a:pt x="-1202" y="95821"/>
                    <a:pt x="3655" y="588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7" name="Google Shape;1487;p9"/>
            <p:cNvSpPr/>
            <p:nvPr/>
          </p:nvSpPr>
          <p:spPr>
            <a:xfrm>
              <a:off x="2114600" y="3389774"/>
              <a:ext cx="219367" cy="442443"/>
            </a:xfrm>
            <a:custGeom>
              <a:rect b="b" l="l" r="r" t="t"/>
              <a:pathLst>
                <a:path extrusionOk="0" h="442443" w="219367">
                  <a:moveTo>
                    <a:pt x="58192" y="43155"/>
                  </a:moveTo>
                  <a:cubicBezTo>
                    <a:pt x="58192" y="43155"/>
                    <a:pt x="93434" y="95638"/>
                    <a:pt x="142583" y="100305"/>
                  </a:cubicBezTo>
                  <a:cubicBezTo>
                    <a:pt x="158109" y="85065"/>
                    <a:pt x="159443" y="30678"/>
                    <a:pt x="138011" y="13247"/>
                  </a:cubicBezTo>
                  <a:cubicBezTo>
                    <a:pt x="138011" y="13247"/>
                    <a:pt x="157728" y="-2660"/>
                    <a:pt x="171254" y="388"/>
                  </a:cubicBezTo>
                  <a:cubicBezTo>
                    <a:pt x="185905" y="9218"/>
                    <a:pt x="196816" y="23115"/>
                    <a:pt x="201924" y="39441"/>
                  </a:cubicBezTo>
                  <a:cubicBezTo>
                    <a:pt x="214382" y="75569"/>
                    <a:pt x="220254" y="113631"/>
                    <a:pt x="219260" y="151836"/>
                  </a:cubicBezTo>
                  <a:cubicBezTo>
                    <a:pt x="218402" y="203366"/>
                    <a:pt x="219260" y="360814"/>
                    <a:pt x="219260" y="360814"/>
                  </a:cubicBezTo>
                  <a:cubicBezTo>
                    <a:pt x="219260" y="360814"/>
                    <a:pt x="212402" y="394056"/>
                    <a:pt x="167920" y="418821"/>
                  </a:cubicBezTo>
                  <a:cubicBezTo>
                    <a:pt x="123438" y="443586"/>
                    <a:pt x="90386" y="446063"/>
                    <a:pt x="60192" y="439014"/>
                  </a:cubicBezTo>
                  <a:cubicBezTo>
                    <a:pt x="35332" y="433204"/>
                    <a:pt x="14758" y="424441"/>
                    <a:pt x="6185" y="406439"/>
                  </a:cubicBezTo>
                  <a:cubicBezTo>
                    <a:pt x="8471" y="370244"/>
                    <a:pt x="24569" y="276042"/>
                    <a:pt x="18568" y="230607"/>
                  </a:cubicBezTo>
                  <a:cubicBezTo>
                    <a:pt x="12567" y="185173"/>
                    <a:pt x="2947" y="151359"/>
                    <a:pt x="470" y="114593"/>
                  </a:cubicBezTo>
                  <a:cubicBezTo>
                    <a:pt x="-2006" y="77826"/>
                    <a:pt x="5233" y="78588"/>
                    <a:pt x="23711" y="65539"/>
                  </a:cubicBezTo>
                  <a:cubicBezTo>
                    <a:pt x="34645" y="57252"/>
                    <a:pt x="46169" y="49766"/>
                    <a:pt x="58192" y="4315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8" name="Google Shape;1488;p9"/>
            <p:cNvSpPr/>
            <p:nvPr/>
          </p:nvSpPr>
          <p:spPr>
            <a:xfrm>
              <a:off x="2145213" y="3235029"/>
              <a:ext cx="146094" cy="177613"/>
            </a:xfrm>
            <a:custGeom>
              <a:rect b="b" l="l" r="r" t="t"/>
              <a:pathLst>
                <a:path extrusionOk="0" h="177613" w="146094">
                  <a:moveTo>
                    <a:pt x="142737" y="64264"/>
                  </a:moveTo>
                  <a:lnTo>
                    <a:pt x="142737" y="64264"/>
                  </a:lnTo>
                  <a:cubicBezTo>
                    <a:pt x="136926" y="26164"/>
                    <a:pt x="109780" y="-2411"/>
                    <a:pt x="70823" y="161"/>
                  </a:cubicBezTo>
                  <a:cubicBezTo>
                    <a:pt x="29585" y="2342"/>
                    <a:pt x="-2076" y="37537"/>
                    <a:pt x="106" y="78780"/>
                  </a:cubicBezTo>
                  <a:cubicBezTo>
                    <a:pt x="1341" y="102107"/>
                    <a:pt x="13407" y="123519"/>
                    <a:pt x="32723" y="136654"/>
                  </a:cubicBezTo>
                  <a:cubicBezTo>
                    <a:pt x="34067" y="142360"/>
                    <a:pt x="36081" y="147894"/>
                    <a:pt x="38724" y="153132"/>
                  </a:cubicBezTo>
                  <a:cubicBezTo>
                    <a:pt x="52440" y="169230"/>
                    <a:pt x="94064" y="179136"/>
                    <a:pt x="105970" y="177421"/>
                  </a:cubicBezTo>
                  <a:cubicBezTo>
                    <a:pt x="120536" y="176269"/>
                    <a:pt x="132921" y="166334"/>
                    <a:pt x="137212" y="152370"/>
                  </a:cubicBezTo>
                  <a:cubicBezTo>
                    <a:pt x="150166" y="122462"/>
                    <a:pt x="146070" y="82838"/>
                    <a:pt x="142737" y="642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9" name="Google Shape;1489;p9"/>
            <p:cNvSpPr/>
            <p:nvPr/>
          </p:nvSpPr>
          <p:spPr>
            <a:xfrm>
              <a:off x="2131725" y="3219615"/>
              <a:ext cx="154031" cy="152067"/>
            </a:xfrm>
            <a:custGeom>
              <a:rect b="b" l="l" r="r" t="t"/>
              <a:pathLst>
                <a:path extrusionOk="0" h="152067" w="154031">
                  <a:moveTo>
                    <a:pt x="46496" y="152068"/>
                  </a:moveTo>
                  <a:lnTo>
                    <a:pt x="46496" y="152068"/>
                  </a:lnTo>
                  <a:lnTo>
                    <a:pt x="50021" y="119112"/>
                  </a:lnTo>
                  <a:cubicBezTo>
                    <a:pt x="50021" y="119112"/>
                    <a:pt x="22874" y="49579"/>
                    <a:pt x="86692" y="63009"/>
                  </a:cubicBezTo>
                  <a:cubicBezTo>
                    <a:pt x="128602" y="71867"/>
                    <a:pt x="139079" y="75677"/>
                    <a:pt x="151843" y="47579"/>
                  </a:cubicBezTo>
                  <a:cubicBezTo>
                    <a:pt x="164606" y="19480"/>
                    <a:pt x="119648" y="-5857"/>
                    <a:pt x="66118" y="1192"/>
                  </a:cubicBezTo>
                  <a:cubicBezTo>
                    <a:pt x="27984" y="5192"/>
                    <a:pt x="-739" y="37720"/>
                    <a:pt x="14" y="76058"/>
                  </a:cubicBezTo>
                  <a:cubicBezTo>
                    <a:pt x="1538" y="96632"/>
                    <a:pt x="7063" y="138542"/>
                    <a:pt x="46496" y="152068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0" name="Google Shape;1490;p9"/>
            <p:cNvSpPr/>
            <p:nvPr/>
          </p:nvSpPr>
          <p:spPr>
            <a:xfrm>
              <a:off x="2103052" y="3477411"/>
              <a:ext cx="196972" cy="338613"/>
            </a:xfrm>
            <a:custGeom>
              <a:rect b="b" l="l" r="r" t="t"/>
              <a:pathLst>
                <a:path extrusionOk="0" h="338613" w="196972">
                  <a:moveTo>
                    <a:pt x="780" y="5239"/>
                  </a:moveTo>
                  <a:cubicBezTo>
                    <a:pt x="19163" y="0"/>
                    <a:pt x="5161" y="4286"/>
                    <a:pt x="19163" y="0"/>
                  </a:cubicBezTo>
                  <a:cubicBezTo>
                    <a:pt x="66788" y="46958"/>
                    <a:pt x="61168" y="127540"/>
                    <a:pt x="72027" y="207073"/>
                  </a:cubicBezTo>
                  <a:cubicBezTo>
                    <a:pt x="98506" y="250984"/>
                    <a:pt x="196709" y="310039"/>
                    <a:pt x="196709" y="310039"/>
                  </a:cubicBezTo>
                  <a:cubicBezTo>
                    <a:pt x="197947" y="318516"/>
                    <a:pt x="194994" y="320992"/>
                    <a:pt x="184326" y="338614"/>
                  </a:cubicBezTo>
                  <a:cubicBezTo>
                    <a:pt x="129661" y="317649"/>
                    <a:pt x="79941" y="285579"/>
                    <a:pt x="38308" y="244411"/>
                  </a:cubicBezTo>
                  <a:cubicBezTo>
                    <a:pt x="35927" y="242221"/>
                    <a:pt x="32498" y="241554"/>
                    <a:pt x="31545" y="238601"/>
                  </a:cubicBezTo>
                  <a:cubicBezTo>
                    <a:pt x="14686" y="187547"/>
                    <a:pt x="-4078" y="42291"/>
                    <a:pt x="780" y="523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1" name="Google Shape;1491;p9"/>
            <p:cNvSpPr/>
            <p:nvPr/>
          </p:nvSpPr>
          <p:spPr>
            <a:xfrm>
              <a:off x="2312810" y="3580852"/>
              <a:ext cx="228028" cy="306609"/>
            </a:xfrm>
            <a:custGeom>
              <a:rect b="b" l="l" r="r" t="t"/>
              <a:pathLst>
                <a:path extrusionOk="0" h="306609" w="228028">
                  <a:moveTo>
                    <a:pt x="228028" y="0"/>
                  </a:moveTo>
                  <a:lnTo>
                    <a:pt x="156686" y="244030"/>
                  </a:lnTo>
                  <a:lnTo>
                    <a:pt x="0" y="306610"/>
                  </a:lnTo>
                  <a:lnTo>
                    <a:pt x="57150" y="68866"/>
                  </a:lnTo>
                  <a:lnTo>
                    <a:pt x="228028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2" name="Google Shape;1492;p9"/>
            <p:cNvSpPr/>
            <p:nvPr/>
          </p:nvSpPr>
          <p:spPr>
            <a:xfrm>
              <a:off x="2273486" y="3773067"/>
              <a:ext cx="115992" cy="56976"/>
            </a:xfrm>
            <a:custGeom>
              <a:rect b="b" l="l" r="r" t="t"/>
              <a:pathLst>
                <a:path extrusionOk="0" h="56976" w="115992">
                  <a:moveTo>
                    <a:pt x="1604" y="16383"/>
                  </a:moveTo>
                  <a:cubicBezTo>
                    <a:pt x="3890" y="8001"/>
                    <a:pt x="9891" y="10096"/>
                    <a:pt x="16749" y="12192"/>
                  </a:cubicBezTo>
                  <a:cubicBezTo>
                    <a:pt x="24087" y="15173"/>
                    <a:pt x="32154" y="15869"/>
                    <a:pt x="39895" y="14192"/>
                  </a:cubicBezTo>
                  <a:cubicBezTo>
                    <a:pt x="45919" y="11240"/>
                    <a:pt x="51497" y="7458"/>
                    <a:pt x="56468" y="2953"/>
                  </a:cubicBezTo>
                  <a:cubicBezTo>
                    <a:pt x="59631" y="1038"/>
                    <a:pt x="63251" y="19"/>
                    <a:pt x="66946" y="0"/>
                  </a:cubicBezTo>
                  <a:cubicBezTo>
                    <a:pt x="66946" y="2096"/>
                    <a:pt x="63326" y="14478"/>
                    <a:pt x="63326" y="14478"/>
                  </a:cubicBezTo>
                  <a:cubicBezTo>
                    <a:pt x="63326" y="14478"/>
                    <a:pt x="97712" y="14478"/>
                    <a:pt x="101426" y="14478"/>
                  </a:cubicBezTo>
                  <a:cubicBezTo>
                    <a:pt x="104583" y="13907"/>
                    <a:pt x="107609" y="15993"/>
                    <a:pt x="108184" y="19155"/>
                  </a:cubicBezTo>
                  <a:cubicBezTo>
                    <a:pt x="108501" y="20889"/>
                    <a:pt x="108012" y="22670"/>
                    <a:pt x="106856" y="24003"/>
                  </a:cubicBezTo>
                  <a:lnTo>
                    <a:pt x="109237" y="24003"/>
                  </a:lnTo>
                  <a:cubicBezTo>
                    <a:pt x="116190" y="22479"/>
                    <a:pt x="118762" y="33528"/>
                    <a:pt x="112190" y="34862"/>
                  </a:cubicBezTo>
                  <a:lnTo>
                    <a:pt x="106475" y="35719"/>
                  </a:lnTo>
                  <a:cubicBezTo>
                    <a:pt x="111047" y="37529"/>
                    <a:pt x="112190" y="45244"/>
                    <a:pt x="106475" y="46196"/>
                  </a:cubicBezTo>
                  <a:lnTo>
                    <a:pt x="104665" y="46196"/>
                  </a:lnTo>
                  <a:cubicBezTo>
                    <a:pt x="103845" y="46339"/>
                    <a:pt x="103009" y="46339"/>
                    <a:pt x="102188" y="46196"/>
                  </a:cubicBezTo>
                  <a:lnTo>
                    <a:pt x="100188" y="46196"/>
                  </a:lnTo>
                  <a:cubicBezTo>
                    <a:pt x="100896" y="49435"/>
                    <a:pt x="98845" y="52635"/>
                    <a:pt x="95608" y="53340"/>
                  </a:cubicBezTo>
                  <a:cubicBezTo>
                    <a:pt x="95421" y="53378"/>
                    <a:pt x="95233" y="53416"/>
                    <a:pt x="95045" y="53435"/>
                  </a:cubicBezTo>
                  <a:cubicBezTo>
                    <a:pt x="78281" y="55626"/>
                    <a:pt x="53611" y="62294"/>
                    <a:pt x="38466" y="48482"/>
                  </a:cubicBezTo>
                  <a:cubicBezTo>
                    <a:pt x="27950" y="47473"/>
                    <a:pt x="17678" y="44710"/>
                    <a:pt x="8081" y="40291"/>
                  </a:cubicBezTo>
                  <a:cubicBezTo>
                    <a:pt x="-967" y="35719"/>
                    <a:pt x="-1253" y="26289"/>
                    <a:pt x="1604" y="1638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3" name="Google Shape;1493;p9"/>
            <p:cNvSpPr/>
            <p:nvPr/>
          </p:nvSpPr>
          <p:spPr>
            <a:xfrm>
              <a:off x="2440714" y="3737029"/>
              <a:ext cx="71478" cy="59099"/>
            </a:xfrm>
            <a:custGeom>
              <a:rect b="b" l="l" r="r" t="t"/>
              <a:pathLst>
                <a:path extrusionOk="0" h="59099" w="71478">
                  <a:moveTo>
                    <a:pt x="5636" y="32418"/>
                  </a:moveTo>
                  <a:lnTo>
                    <a:pt x="8018" y="32418"/>
                  </a:lnTo>
                  <a:cubicBezTo>
                    <a:pt x="5440" y="30599"/>
                    <a:pt x="4827" y="27027"/>
                    <a:pt x="6648" y="24455"/>
                  </a:cubicBezTo>
                  <a:cubicBezTo>
                    <a:pt x="7726" y="22922"/>
                    <a:pt x="9482" y="22026"/>
                    <a:pt x="11351" y="22036"/>
                  </a:cubicBezTo>
                  <a:cubicBezTo>
                    <a:pt x="14876" y="22036"/>
                    <a:pt x="50213" y="14606"/>
                    <a:pt x="50213" y="14606"/>
                  </a:cubicBezTo>
                  <a:lnTo>
                    <a:pt x="54500" y="128"/>
                  </a:lnTo>
                  <a:cubicBezTo>
                    <a:pt x="54500" y="-729"/>
                    <a:pt x="60596" y="2986"/>
                    <a:pt x="60786" y="3176"/>
                  </a:cubicBezTo>
                  <a:cubicBezTo>
                    <a:pt x="66872" y="7091"/>
                    <a:pt x="70809" y="13597"/>
                    <a:pt x="71454" y="20798"/>
                  </a:cubicBezTo>
                  <a:cubicBezTo>
                    <a:pt x="71818" y="30903"/>
                    <a:pt x="68152" y="40733"/>
                    <a:pt x="61262" y="48134"/>
                  </a:cubicBezTo>
                  <a:cubicBezTo>
                    <a:pt x="54984" y="54364"/>
                    <a:pt x="46575" y="57974"/>
                    <a:pt x="37736" y="58231"/>
                  </a:cubicBezTo>
                  <a:cubicBezTo>
                    <a:pt x="33449" y="58231"/>
                    <a:pt x="29354" y="58707"/>
                    <a:pt x="25639" y="59088"/>
                  </a:cubicBezTo>
                  <a:cubicBezTo>
                    <a:pt x="22226" y="59298"/>
                    <a:pt x="19289" y="56707"/>
                    <a:pt x="19078" y="53287"/>
                  </a:cubicBezTo>
                  <a:cubicBezTo>
                    <a:pt x="19071" y="53192"/>
                    <a:pt x="19068" y="53087"/>
                    <a:pt x="19067" y="52992"/>
                  </a:cubicBezTo>
                  <a:lnTo>
                    <a:pt x="17924" y="52992"/>
                  </a:lnTo>
                  <a:cubicBezTo>
                    <a:pt x="17115" y="53221"/>
                    <a:pt x="16256" y="53221"/>
                    <a:pt x="15447" y="52992"/>
                  </a:cubicBezTo>
                  <a:lnTo>
                    <a:pt x="13637" y="52992"/>
                  </a:lnTo>
                  <a:cubicBezTo>
                    <a:pt x="7637" y="52992"/>
                    <a:pt x="7160" y="45562"/>
                    <a:pt x="11256" y="42895"/>
                  </a:cubicBezTo>
                  <a:lnTo>
                    <a:pt x="5446" y="42895"/>
                  </a:lnTo>
                  <a:cubicBezTo>
                    <a:pt x="-2174" y="43562"/>
                    <a:pt x="-1507" y="32323"/>
                    <a:pt x="5636" y="3241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4" name="Google Shape;1494;p9"/>
            <p:cNvSpPr/>
            <p:nvPr/>
          </p:nvSpPr>
          <p:spPr>
            <a:xfrm>
              <a:off x="2285854" y="3390448"/>
              <a:ext cx="70866" cy="103155"/>
            </a:xfrm>
            <a:custGeom>
              <a:rect b="b" l="l" r="r" t="t"/>
              <a:pathLst>
                <a:path extrusionOk="0" h="103155" w="70866">
                  <a:moveTo>
                    <a:pt x="45339" y="103156"/>
                  </a:moveTo>
                  <a:cubicBezTo>
                    <a:pt x="54990" y="102718"/>
                    <a:pt x="64114" y="98631"/>
                    <a:pt x="70866" y="91726"/>
                  </a:cubicBezTo>
                  <a:cubicBezTo>
                    <a:pt x="69533" y="73628"/>
                    <a:pt x="46482" y="5143"/>
                    <a:pt x="0" y="0"/>
                  </a:cubicBezTo>
                  <a:cubicBezTo>
                    <a:pt x="12463" y="8944"/>
                    <a:pt x="22324" y="21041"/>
                    <a:pt x="28575" y="35052"/>
                  </a:cubicBezTo>
                  <a:cubicBezTo>
                    <a:pt x="35880" y="57293"/>
                    <a:pt x="41484" y="80067"/>
                    <a:pt x="45339" y="1031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5" name="Google Shape;1495;p9"/>
            <p:cNvSpPr/>
            <p:nvPr/>
          </p:nvSpPr>
          <p:spPr>
            <a:xfrm>
              <a:off x="2088637" y="3460502"/>
              <a:ext cx="85975" cy="128318"/>
            </a:xfrm>
            <a:custGeom>
              <a:rect b="b" l="l" r="r" t="t"/>
              <a:pathLst>
                <a:path extrusionOk="0" h="128318" w="85975">
                  <a:moveTo>
                    <a:pt x="6812" y="123589"/>
                  </a:moveTo>
                  <a:cubicBezTo>
                    <a:pt x="6812" y="123589"/>
                    <a:pt x="53008" y="139590"/>
                    <a:pt x="85584" y="112730"/>
                  </a:cubicBezTo>
                  <a:cubicBezTo>
                    <a:pt x="89203" y="106634"/>
                    <a:pt x="66534" y="27957"/>
                    <a:pt x="66534" y="27957"/>
                  </a:cubicBezTo>
                  <a:cubicBezTo>
                    <a:pt x="66534" y="27957"/>
                    <a:pt x="47484" y="-12238"/>
                    <a:pt x="16813" y="3764"/>
                  </a:cubicBezTo>
                  <a:cubicBezTo>
                    <a:pt x="-13857" y="19766"/>
                    <a:pt x="6812" y="123589"/>
                    <a:pt x="6812" y="1235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6" name="Google Shape;1496;p9"/>
            <p:cNvSpPr/>
            <p:nvPr/>
          </p:nvSpPr>
          <p:spPr>
            <a:xfrm>
              <a:off x="4813163" y="609565"/>
              <a:ext cx="169617" cy="33321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7" name="Google Shape;1497;p9"/>
            <p:cNvSpPr/>
            <p:nvPr/>
          </p:nvSpPr>
          <p:spPr>
            <a:xfrm>
              <a:off x="4828467" y="1392196"/>
              <a:ext cx="116692" cy="90410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8" name="Google Shape;1498;p9"/>
            <p:cNvSpPr/>
            <p:nvPr/>
          </p:nvSpPr>
          <p:spPr>
            <a:xfrm>
              <a:off x="4829505" y="1421916"/>
              <a:ext cx="116196" cy="60608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9" name="Google Shape;1499;p9"/>
            <p:cNvSpPr/>
            <p:nvPr/>
          </p:nvSpPr>
          <p:spPr>
            <a:xfrm>
              <a:off x="4688430" y="1310886"/>
              <a:ext cx="116665" cy="87067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0" name="Google Shape;1500;p9"/>
            <p:cNvSpPr/>
            <p:nvPr/>
          </p:nvSpPr>
          <p:spPr>
            <a:xfrm>
              <a:off x="4688726" y="1338477"/>
              <a:ext cx="116135" cy="60608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1" name="Google Shape;1501;p9"/>
            <p:cNvSpPr/>
            <p:nvPr/>
          </p:nvSpPr>
          <p:spPr>
            <a:xfrm>
              <a:off x="4717732" y="910305"/>
              <a:ext cx="408631" cy="493987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2" name="Google Shape;1502;p9"/>
            <p:cNvSpPr/>
            <p:nvPr/>
          </p:nvSpPr>
          <p:spPr>
            <a:xfrm>
              <a:off x="4963696" y="579048"/>
              <a:ext cx="128556" cy="125075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3" name="Google Shape;1503;p9"/>
            <p:cNvSpPr/>
            <p:nvPr/>
          </p:nvSpPr>
          <p:spPr>
            <a:xfrm>
              <a:off x="4918440" y="596574"/>
              <a:ext cx="208599" cy="407146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4" name="Google Shape;1504;p9"/>
            <p:cNvSpPr/>
            <p:nvPr/>
          </p:nvSpPr>
          <p:spPr>
            <a:xfrm>
              <a:off x="4958560" y="449309"/>
              <a:ext cx="138537" cy="168686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5" name="Google Shape;1505;p9"/>
            <p:cNvSpPr/>
            <p:nvPr/>
          </p:nvSpPr>
          <p:spPr>
            <a:xfrm>
              <a:off x="4963736" y="434568"/>
              <a:ext cx="146199" cy="144480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6" name="Google Shape;1506;p9"/>
            <p:cNvSpPr/>
            <p:nvPr/>
          </p:nvSpPr>
          <p:spPr>
            <a:xfrm>
              <a:off x="4896275" y="596956"/>
              <a:ext cx="67341" cy="98012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7" name="Google Shape;1507;p9"/>
            <p:cNvSpPr/>
            <p:nvPr/>
          </p:nvSpPr>
          <p:spPr>
            <a:xfrm>
              <a:off x="5434686" y="3650290"/>
              <a:ext cx="676058" cy="390429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8" name="Google Shape;1508;p9"/>
            <p:cNvSpPr/>
            <p:nvPr/>
          </p:nvSpPr>
          <p:spPr>
            <a:xfrm>
              <a:off x="5472633" y="3576375"/>
              <a:ext cx="587572" cy="226763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9" name="Google Shape;1509;p9"/>
            <p:cNvSpPr/>
            <p:nvPr/>
          </p:nvSpPr>
          <p:spPr>
            <a:xfrm>
              <a:off x="5434724" y="3741253"/>
              <a:ext cx="51339" cy="103346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0" name="Google Shape;1510;p9"/>
            <p:cNvSpPr/>
            <p:nvPr/>
          </p:nvSpPr>
          <p:spPr>
            <a:xfrm>
              <a:off x="6065565" y="3741825"/>
              <a:ext cx="45148" cy="102774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1" name="Google Shape;1511;p9"/>
            <p:cNvSpPr/>
            <p:nvPr/>
          </p:nvSpPr>
          <p:spPr>
            <a:xfrm>
              <a:off x="5494446" y="3630573"/>
              <a:ext cx="562737" cy="32480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2" name="Google Shape;1512;p9"/>
            <p:cNvSpPr/>
            <p:nvPr/>
          </p:nvSpPr>
          <p:spPr>
            <a:xfrm>
              <a:off x="5460441" y="3803737"/>
              <a:ext cx="614737" cy="220544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3" name="Google Shape;1513;p9"/>
            <p:cNvSpPr/>
            <p:nvPr/>
          </p:nvSpPr>
          <p:spPr>
            <a:xfrm>
              <a:off x="5434724" y="3551706"/>
              <a:ext cx="675989" cy="390489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4" name="Google Shape;1514;p9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5" name="Google Shape;1515;p9"/>
            <p:cNvSpPr/>
            <p:nvPr/>
          </p:nvSpPr>
          <p:spPr>
            <a:xfrm>
              <a:off x="5382050" y="3902892"/>
              <a:ext cx="186213" cy="107537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6" name="Google Shape;1516;p9"/>
            <p:cNvSpPr/>
            <p:nvPr/>
          </p:nvSpPr>
          <p:spPr>
            <a:xfrm>
              <a:off x="5425961" y="3928134"/>
              <a:ext cx="142303" cy="132873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7" name="Google Shape;1517;p9"/>
            <p:cNvSpPr/>
            <p:nvPr/>
          </p:nvSpPr>
          <p:spPr>
            <a:xfrm>
              <a:off x="5023720" y="3961462"/>
              <a:ext cx="431291" cy="317858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8" name="Google Shape;1518;p9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9" name="Google Shape;1519;p9"/>
            <p:cNvSpPr/>
            <p:nvPr/>
          </p:nvSpPr>
          <p:spPr>
            <a:xfrm>
              <a:off x="5833536" y="4556308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0" name="Google Shape;1520;p9"/>
            <p:cNvSpPr/>
            <p:nvPr/>
          </p:nvSpPr>
          <p:spPr>
            <a:xfrm>
              <a:off x="6124048" y="3784878"/>
              <a:ext cx="99113" cy="215741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1" name="Google Shape;1521;p9"/>
            <p:cNvSpPr/>
            <p:nvPr/>
          </p:nvSpPr>
          <p:spPr>
            <a:xfrm>
              <a:off x="6137955" y="3696137"/>
              <a:ext cx="71246" cy="137090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2" name="Google Shape;1522;p9"/>
            <p:cNvSpPr/>
            <p:nvPr/>
          </p:nvSpPr>
          <p:spPr>
            <a:xfrm>
              <a:off x="5898535" y="4644969"/>
              <a:ext cx="153698" cy="86203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3" name="Google Shape;1523;p9"/>
            <p:cNvSpPr/>
            <p:nvPr/>
          </p:nvSpPr>
          <p:spPr>
            <a:xfrm>
              <a:off x="5898544" y="4659654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4" name="Google Shape;1524;p9"/>
            <p:cNvSpPr/>
            <p:nvPr/>
          </p:nvSpPr>
          <p:spPr>
            <a:xfrm>
              <a:off x="6010930" y="4594540"/>
              <a:ext cx="153698" cy="86245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5" name="Google Shape;1525;p9"/>
            <p:cNvSpPr/>
            <p:nvPr/>
          </p:nvSpPr>
          <p:spPr>
            <a:xfrm>
              <a:off x="6010940" y="4609266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6" name="Google Shape;1526;p9"/>
            <p:cNvSpPr/>
            <p:nvPr/>
          </p:nvSpPr>
          <p:spPr>
            <a:xfrm>
              <a:off x="5939834" y="4034528"/>
              <a:ext cx="224738" cy="6344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7" name="Google Shape;1527;p9"/>
            <p:cNvSpPr/>
            <p:nvPr/>
          </p:nvSpPr>
          <p:spPr>
            <a:xfrm>
              <a:off x="5972635" y="3514319"/>
              <a:ext cx="163123" cy="261076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8" name="Google Shape;1528;p9"/>
            <p:cNvSpPr/>
            <p:nvPr/>
          </p:nvSpPr>
          <p:spPr>
            <a:xfrm>
              <a:off x="5938247" y="3698937"/>
              <a:ext cx="250857" cy="415389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9" name="Google Shape;1529;p9"/>
            <p:cNvSpPr/>
            <p:nvPr/>
          </p:nvSpPr>
          <p:spPr>
            <a:xfrm>
              <a:off x="5692823" y="3751153"/>
              <a:ext cx="318504" cy="248122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0" name="Google Shape;1530;p9"/>
            <p:cNvSpPr/>
            <p:nvPr/>
          </p:nvSpPr>
          <p:spPr>
            <a:xfrm>
              <a:off x="5925738" y="3745773"/>
              <a:ext cx="96916" cy="141862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1" name="Google Shape;1531;p9"/>
            <p:cNvSpPr/>
            <p:nvPr/>
          </p:nvSpPr>
          <p:spPr>
            <a:xfrm>
              <a:off x="5972396" y="3502859"/>
              <a:ext cx="158142" cy="174304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32" name="Google Shape;1532;p9"/>
            <p:cNvGrpSpPr/>
            <p:nvPr/>
          </p:nvGrpSpPr>
          <p:grpSpPr>
            <a:xfrm>
              <a:off x="3871486" y="368362"/>
              <a:ext cx="330894" cy="250785"/>
              <a:chOff x="6621095" y="1452181"/>
              <a:chExt cx="330894" cy="250785"/>
            </a:xfrm>
          </p:grpSpPr>
          <p:sp>
            <p:nvSpPr>
              <p:cNvPr id="1533" name="Google Shape;1533;p9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4" name="Google Shape;1534;p9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5" name="Google Shape;1535;p9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6" name="Google Shape;1536;p9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7" name="Google Shape;1537;p9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8" name="Google Shape;1538;p9"/>
            <p:cNvGrpSpPr/>
            <p:nvPr/>
          </p:nvGrpSpPr>
          <p:grpSpPr>
            <a:xfrm>
              <a:off x="4704106" y="852569"/>
              <a:ext cx="330894" cy="250785"/>
              <a:chOff x="6621095" y="1452181"/>
              <a:chExt cx="330894" cy="250785"/>
            </a:xfrm>
          </p:grpSpPr>
          <p:sp>
            <p:nvSpPr>
              <p:cNvPr id="1539" name="Google Shape;1539;p9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0" name="Google Shape;1540;p9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1" name="Google Shape;1541;p9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2" name="Google Shape;1542;p9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3" name="Google Shape;1543;p9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44" name="Google Shape;1544;p9"/>
            <p:cNvSpPr/>
            <p:nvPr/>
          </p:nvSpPr>
          <p:spPr>
            <a:xfrm>
              <a:off x="5005135" y="663654"/>
              <a:ext cx="157949" cy="441664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5" name="Google Shape;1545;p9"/>
            <p:cNvSpPr/>
            <p:nvPr/>
          </p:nvSpPr>
          <p:spPr>
            <a:xfrm>
              <a:off x="5078203" y="660182"/>
              <a:ext cx="90963" cy="123358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46" name="Google Shape;1546;p9"/>
            <p:cNvGrpSpPr/>
            <p:nvPr/>
          </p:nvGrpSpPr>
          <p:grpSpPr>
            <a:xfrm flipH="1">
              <a:off x="2446567" y="1414371"/>
              <a:ext cx="298963" cy="226660"/>
              <a:chOff x="6621095" y="1452181"/>
              <a:chExt cx="330894" cy="250785"/>
            </a:xfrm>
          </p:grpSpPr>
          <p:sp>
            <p:nvSpPr>
              <p:cNvPr id="1547" name="Google Shape;1547;p9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8" name="Google Shape;1548;p9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9" name="Google Shape;1549;p9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0" name="Google Shape;1550;p9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1" name="Google Shape;1551;p9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52" name="Google Shape;1552;p9"/>
            <p:cNvSpPr/>
            <p:nvPr/>
          </p:nvSpPr>
          <p:spPr>
            <a:xfrm>
              <a:off x="2329846" y="1241863"/>
              <a:ext cx="143174" cy="402337"/>
            </a:xfrm>
            <a:custGeom>
              <a:rect b="b" l="l" r="r" t="t"/>
              <a:pathLst>
                <a:path extrusionOk="0" h="402337" w="143174">
                  <a:moveTo>
                    <a:pt x="132316" y="337406"/>
                  </a:moveTo>
                  <a:cubicBezTo>
                    <a:pt x="124650" y="332329"/>
                    <a:pt x="116664" y="327748"/>
                    <a:pt x="108408" y="323690"/>
                  </a:cubicBezTo>
                  <a:cubicBezTo>
                    <a:pt x="100708" y="321280"/>
                    <a:pt x="93712" y="317032"/>
                    <a:pt x="88025" y="311307"/>
                  </a:cubicBezTo>
                  <a:cubicBezTo>
                    <a:pt x="80500" y="303973"/>
                    <a:pt x="68308" y="276255"/>
                    <a:pt x="59450" y="249204"/>
                  </a:cubicBezTo>
                  <a:cubicBezTo>
                    <a:pt x="50616" y="218763"/>
                    <a:pt x="47136" y="187016"/>
                    <a:pt x="49163" y="155383"/>
                  </a:cubicBezTo>
                  <a:cubicBezTo>
                    <a:pt x="52877" y="117283"/>
                    <a:pt x="66498" y="64419"/>
                    <a:pt x="69927" y="42607"/>
                  </a:cubicBezTo>
                  <a:cubicBezTo>
                    <a:pt x="73356" y="20795"/>
                    <a:pt x="66403" y="12127"/>
                    <a:pt x="56211" y="4507"/>
                  </a:cubicBezTo>
                  <a:cubicBezTo>
                    <a:pt x="44305" y="-5018"/>
                    <a:pt x="27636" y="-732"/>
                    <a:pt x="19064" y="29844"/>
                  </a:cubicBezTo>
                  <a:cubicBezTo>
                    <a:pt x="7948" y="72154"/>
                    <a:pt x="1559" y="115569"/>
                    <a:pt x="14" y="159288"/>
                  </a:cubicBezTo>
                  <a:cubicBezTo>
                    <a:pt x="-297" y="191635"/>
                    <a:pt x="4690" y="223811"/>
                    <a:pt x="14777" y="254538"/>
                  </a:cubicBezTo>
                  <a:cubicBezTo>
                    <a:pt x="23864" y="280970"/>
                    <a:pt x="36113" y="306202"/>
                    <a:pt x="51258" y="329691"/>
                  </a:cubicBezTo>
                  <a:cubicBezTo>
                    <a:pt x="55449" y="336739"/>
                    <a:pt x="56783" y="342930"/>
                    <a:pt x="63164" y="357313"/>
                  </a:cubicBezTo>
                  <a:cubicBezTo>
                    <a:pt x="69329" y="371772"/>
                    <a:pt x="78905" y="384517"/>
                    <a:pt x="91073" y="394461"/>
                  </a:cubicBezTo>
                  <a:cubicBezTo>
                    <a:pt x="101836" y="402176"/>
                    <a:pt x="106884" y="403224"/>
                    <a:pt x="109361" y="401795"/>
                  </a:cubicBezTo>
                  <a:cubicBezTo>
                    <a:pt x="111837" y="400366"/>
                    <a:pt x="111837" y="396461"/>
                    <a:pt x="107360" y="392270"/>
                  </a:cubicBezTo>
                  <a:cubicBezTo>
                    <a:pt x="99783" y="386317"/>
                    <a:pt x="93331" y="379059"/>
                    <a:pt x="88310" y="370839"/>
                  </a:cubicBezTo>
                  <a:cubicBezTo>
                    <a:pt x="88310" y="370839"/>
                    <a:pt x="97835" y="380364"/>
                    <a:pt x="103836" y="385412"/>
                  </a:cubicBezTo>
                  <a:cubicBezTo>
                    <a:pt x="109247" y="389955"/>
                    <a:pt x="115237" y="393775"/>
                    <a:pt x="121648" y="396747"/>
                  </a:cubicBezTo>
                  <a:cubicBezTo>
                    <a:pt x="127934" y="399509"/>
                    <a:pt x="136602" y="394175"/>
                    <a:pt x="132125" y="389984"/>
                  </a:cubicBezTo>
                  <a:cubicBezTo>
                    <a:pt x="127649" y="385793"/>
                    <a:pt x="123172" y="383697"/>
                    <a:pt x="114314" y="375982"/>
                  </a:cubicBezTo>
                  <a:cubicBezTo>
                    <a:pt x="109302" y="372067"/>
                    <a:pt x="104818" y="367524"/>
                    <a:pt x="100979" y="362457"/>
                  </a:cubicBezTo>
                  <a:cubicBezTo>
                    <a:pt x="107247" y="367238"/>
                    <a:pt x="113870" y="371534"/>
                    <a:pt x="120791" y="375315"/>
                  </a:cubicBezTo>
                  <a:cubicBezTo>
                    <a:pt x="126215" y="378592"/>
                    <a:pt x="132455" y="380278"/>
                    <a:pt x="138793" y="380173"/>
                  </a:cubicBezTo>
                  <a:cubicBezTo>
                    <a:pt x="142127" y="380173"/>
                    <a:pt x="146127" y="375411"/>
                    <a:pt x="139936" y="370648"/>
                  </a:cubicBezTo>
                  <a:cubicBezTo>
                    <a:pt x="131572" y="366295"/>
                    <a:pt x="123741" y="360990"/>
                    <a:pt x="116600" y="354837"/>
                  </a:cubicBezTo>
                  <a:cubicBezTo>
                    <a:pt x="109742" y="347979"/>
                    <a:pt x="105932" y="342264"/>
                    <a:pt x="107837" y="342168"/>
                  </a:cubicBezTo>
                  <a:cubicBezTo>
                    <a:pt x="109742" y="342073"/>
                    <a:pt x="113456" y="346264"/>
                    <a:pt x="121457" y="348836"/>
                  </a:cubicBezTo>
                  <a:cubicBezTo>
                    <a:pt x="129458" y="351408"/>
                    <a:pt x="138031" y="348836"/>
                    <a:pt x="139079" y="344645"/>
                  </a:cubicBezTo>
                  <a:cubicBezTo>
                    <a:pt x="140126" y="340454"/>
                    <a:pt x="139841" y="341121"/>
                    <a:pt x="132316" y="337406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3" name="Google Shape;1553;p9"/>
            <p:cNvSpPr/>
            <p:nvPr/>
          </p:nvSpPr>
          <p:spPr>
            <a:xfrm>
              <a:off x="2323859" y="1237315"/>
              <a:ext cx="82772" cy="112806"/>
            </a:xfrm>
            <a:custGeom>
              <a:rect b="b" l="l" r="r" t="t"/>
              <a:pathLst>
                <a:path extrusionOk="0" h="112806" w="82772">
                  <a:moveTo>
                    <a:pt x="0" y="90018"/>
                  </a:moveTo>
                  <a:cubicBezTo>
                    <a:pt x="0" y="90018"/>
                    <a:pt x="30004" y="119831"/>
                    <a:pt x="65532" y="111258"/>
                  </a:cubicBezTo>
                  <a:cubicBezTo>
                    <a:pt x="70580" y="107829"/>
                    <a:pt x="82772" y="38106"/>
                    <a:pt x="82772" y="38106"/>
                  </a:cubicBezTo>
                  <a:cubicBezTo>
                    <a:pt x="82772" y="38106"/>
                    <a:pt x="82772" y="-565"/>
                    <a:pt x="53149" y="6"/>
                  </a:cubicBezTo>
                  <a:cubicBezTo>
                    <a:pt x="23527" y="578"/>
                    <a:pt x="0" y="90018"/>
                    <a:pt x="0" y="9001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4" name="Google Shape;1554;p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10"/>
          <p:cNvSpPr txBox="1"/>
          <p:nvPr>
            <p:ph type="title"/>
          </p:nvPr>
        </p:nvSpPr>
        <p:spPr>
          <a:xfrm>
            <a:off x="457200" y="2349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Módulo 4 ·Productividad digital y </a:t>
            </a:r>
            <a:br>
              <a:rPr lang="es-ES" sz="3200"/>
            </a:br>
            <a:r>
              <a:rPr lang="es-ES" sz="3200"/>
              <a:t>Automatización</a:t>
            </a:r>
            <a:r>
              <a:rPr lang="es-ES" sz="3200">
                <a:solidFill>
                  <a:srgbClr val="007BB9"/>
                </a:solidFill>
              </a:rPr>
              <a:t>.</a:t>
            </a:r>
            <a:endParaRPr sz="3200"/>
          </a:p>
        </p:txBody>
      </p:sp>
      <p:sp>
        <p:nvSpPr>
          <p:cNvPr id="1560" name="Google Shape;1560;p10"/>
          <p:cNvSpPr txBox="1"/>
          <p:nvPr>
            <p:ph idx="1" type="body"/>
          </p:nvPr>
        </p:nvSpPr>
        <p:spPr>
          <a:xfrm>
            <a:off x="457200" y="1614100"/>
            <a:ext cx="7381500" cy="30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400"/>
              <a:buChar char="▸"/>
            </a:pPr>
            <a:r>
              <a:rPr lang="es-ES" sz="1800"/>
              <a:t>Centralizarás tus notas en OneNote o Notion para tener todo accesible.</a:t>
            </a:r>
            <a:endParaRPr sz="1600"/>
          </a:p>
          <a:p>
            <a:pPr indent="-3175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400"/>
              <a:buChar char="▸"/>
            </a:pPr>
            <a:r>
              <a:rPr lang="es-ES" sz="1800"/>
              <a:t>Ejemplo: crear una sección 'Proyectos' y dentro de ella páginas con links y tareas.</a:t>
            </a:r>
            <a:endParaRPr sz="1600"/>
          </a:p>
          <a:p>
            <a:pPr indent="-3175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400"/>
              <a:buChar char="▸"/>
            </a:pPr>
            <a:r>
              <a:rPr lang="es-ES" sz="1800"/>
              <a:t>Diseñarás plantillas reutilizables (checklists de tareas, minutas, flujos).</a:t>
            </a:r>
            <a:endParaRPr sz="1600"/>
          </a:p>
          <a:p>
            <a:pPr indent="-3175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400"/>
              <a:buChar char="▸"/>
            </a:pPr>
            <a:r>
              <a:rPr lang="es-ES" sz="1800"/>
              <a:t>Exploraremos Power Automate o Zapier para automatizar procesos:</a:t>
            </a:r>
            <a:endParaRPr sz="1600"/>
          </a:p>
          <a:p>
            <a:pPr indent="-31750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400"/>
              <a:buChar char="▹"/>
            </a:pPr>
            <a:r>
              <a:rPr lang="es-ES" sz="1800"/>
              <a:t>- Enviar correo automático al recibir un formulario.</a:t>
            </a:r>
            <a:endParaRPr sz="1600"/>
          </a:p>
          <a:p>
            <a:pPr indent="-31750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400"/>
              <a:buChar char="▹"/>
            </a:pPr>
            <a:r>
              <a:rPr lang="es-ES" sz="1800"/>
              <a:t>- Guardar adjuntos en OneDrive automáticamente.</a:t>
            </a:r>
            <a:endParaRPr sz="1600"/>
          </a:p>
          <a:p>
            <a:pPr indent="-3175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400"/>
              <a:buChar char="▸"/>
            </a:pPr>
            <a:r>
              <a:rPr lang="es-ES" sz="1800"/>
              <a:t>Verás cómo mantener la seguridad básica: permisos, copias y versiones.</a:t>
            </a:r>
            <a:endParaRPr sz="1800"/>
          </a:p>
        </p:txBody>
      </p:sp>
      <p:grpSp>
        <p:nvGrpSpPr>
          <p:cNvPr id="1561" name="Google Shape;1561;p10"/>
          <p:cNvGrpSpPr/>
          <p:nvPr/>
        </p:nvGrpSpPr>
        <p:grpSpPr>
          <a:xfrm>
            <a:off x="7209595" y="3163016"/>
            <a:ext cx="1407494" cy="1561150"/>
            <a:chOff x="2152750" y="190500"/>
            <a:chExt cx="4293756" cy="4762499"/>
          </a:xfrm>
        </p:grpSpPr>
        <p:sp>
          <p:nvSpPr>
            <p:cNvPr id="1562" name="Google Shape;1562;p10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3" name="Google Shape;1563;p10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4" name="Google Shape;1564;p10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5" name="Google Shape;1565;p10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6" name="Google Shape;1566;p10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7" name="Google Shape;1567;p10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8" name="Google Shape;1568;p10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9" name="Google Shape;1569;p10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0" name="Google Shape;1570;p10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1" name="Google Shape;1571;p10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2" name="Google Shape;1572;p10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3" name="Google Shape;1573;p10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4" name="Google Shape;1574;p10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5" name="Google Shape;1575;p10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6" name="Google Shape;1576;p10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7" name="Google Shape;1577;p10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8" name="Google Shape;1578;p10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9" name="Google Shape;1579;p10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0" name="Google Shape;1580;p10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1" name="Google Shape;1581;p10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2" name="Google Shape;1582;p10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3" name="Google Shape;1583;p10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4" name="Google Shape;1584;p10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5" name="Google Shape;1585;p10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6" name="Google Shape;1586;p10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7" name="Google Shape;1587;p10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8" name="Google Shape;1588;p10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9" name="Google Shape;1589;p10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0" name="Google Shape;1590;p10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1" name="Google Shape;1591;p10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2" name="Google Shape;1592;p10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3" name="Google Shape;1593;p10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4" name="Google Shape;1594;p10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5" name="Google Shape;1595;p10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6" name="Google Shape;1596;p10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7" name="Google Shape;1597;p10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8" name="Google Shape;1598;p10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9" name="Google Shape;1599;p10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0" name="Google Shape;1600;p10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1" name="Google Shape;1601;p10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2" name="Google Shape;1602;p10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3" name="Google Shape;1603;p10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4" name="Google Shape;1604;p10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5" name="Google Shape;1605;p10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6" name="Google Shape;1606;p10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7" name="Google Shape;1607;p10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8" name="Google Shape;1608;p10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9" name="Google Shape;1609;p10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0" name="Google Shape;1610;p10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1" name="Google Shape;1611;p10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2" name="Google Shape;1612;p10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3" name="Google Shape;1613;p10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4" name="Google Shape;1614;p10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5" name="Google Shape;1615;p10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6" name="Google Shape;1616;p10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7" name="Google Shape;1617;p10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8" name="Google Shape;1618;p10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9" name="Google Shape;1619;p10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0" name="Google Shape;1620;p10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1" name="Google Shape;1621;p10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2" name="Google Shape;1622;p10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3" name="Google Shape;1623;p10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4" name="Google Shape;1624;p10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5" name="Google Shape;1625;p10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6" name="Google Shape;1626;p10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7" name="Google Shape;1627;p10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8" name="Google Shape;1628;p10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9" name="Google Shape;1629;p10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0" name="Google Shape;1630;p10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1" name="Google Shape;1631;p10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2" name="Google Shape;1632;p10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3" name="Google Shape;1633;p10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4" name="Google Shape;1634;p10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5" name="Google Shape;1635;p10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36" name="Google Shape;1636;p10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1637" name="Google Shape;1637;p10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8" name="Google Shape;1638;p10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9" name="Google Shape;1639;p10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0" name="Google Shape;1640;p10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1" name="Google Shape;1641;p10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2" name="Google Shape;1642;p10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3" name="Google Shape;1643;p10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4" name="Google Shape;1644;p10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5" name="Google Shape;1645;p10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46" name="Google Shape;1646;p10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1647" name="Google Shape;1647;p10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8" name="Google Shape;1648;p10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9" name="Google Shape;1649;p10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0" name="Google Shape;1650;p10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1" name="Google Shape;1651;p10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52" name="Google Shape;1652;p10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3" name="Google Shape;1653;p10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4" name="Google Shape;1654;p10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5" name="Google Shape;1655;p10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6" name="Google Shape;1656;p10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7" name="Google Shape;1657;p10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8" name="Google Shape;1658;p10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9" name="Google Shape;1659;p10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0" name="Google Shape;1660;p10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1" name="Google Shape;1661;p10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2" name="Google Shape;1662;p10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3" name="Google Shape;1663;p10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4" name="Google Shape;1664;p10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5" name="Google Shape;1665;p10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6" name="Google Shape;1666;p10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7" name="Google Shape;1667;p10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8" name="Google Shape;1668;p10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9" name="Google Shape;1669;p10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70" name="Google Shape;1670;p1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11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Práctica guiada – Automatización</a:t>
            </a:r>
            <a:endParaRPr sz="3200"/>
          </a:p>
        </p:txBody>
      </p:sp>
      <p:sp>
        <p:nvSpPr>
          <p:cNvPr id="1676" name="Google Shape;1676;p11"/>
          <p:cNvSpPr txBox="1"/>
          <p:nvPr>
            <p:ph idx="1" type="body"/>
          </p:nvPr>
        </p:nvSpPr>
        <p:spPr>
          <a:xfrm>
            <a:off x="457200" y="1995750"/>
            <a:ext cx="73506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</a:pPr>
            <a:r>
              <a:rPr lang="es-ES"/>
              <a:t>1. Crea un flujo en Power Automate para guardar adjuntos en OneDrive.</a:t>
            </a:r>
            <a:endParaRPr sz="1800"/>
          </a:p>
          <a:p>
            <a:pPr indent="-3302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</a:pPr>
            <a:r>
              <a:rPr lang="es-ES"/>
              <a:t>2. En Notion o OneNote, crea una plantilla de revisión semanal.</a:t>
            </a:r>
            <a:endParaRPr sz="1800"/>
          </a:p>
          <a:p>
            <a:pPr indent="-3302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</a:pPr>
            <a:r>
              <a:rPr lang="es-ES"/>
              <a:t>3. Configura una tarea recurrente en Planner: 'Revisar progreso mensual'.</a:t>
            </a:r>
            <a:endParaRPr sz="1800"/>
          </a:p>
          <a:p>
            <a:pPr indent="-3302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</a:pPr>
            <a:r>
              <a:rPr lang="es-ES"/>
              <a:t>4. Ajusta los permisos de una carpeta compartida en OneDrive.</a:t>
            </a:r>
            <a:endParaRPr/>
          </a:p>
        </p:txBody>
      </p:sp>
      <p:grpSp>
        <p:nvGrpSpPr>
          <p:cNvPr id="1677" name="Google Shape;1677;p11"/>
          <p:cNvGrpSpPr/>
          <p:nvPr/>
        </p:nvGrpSpPr>
        <p:grpSpPr>
          <a:xfrm>
            <a:off x="7633505" y="3718560"/>
            <a:ext cx="1048401" cy="1273830"/>
            <a:chOff x="2152750" y="190500"/>
            <a:chExt cx="4293756" cy="4762499"/>
          </a:xfrm>
        </p:grpSpPr>
        <p:sp>
          <p:nvSpPr>
            <p:cNvPr id="1678" name="Google Shape;1678;p11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1679;p11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0" name="Google Shape;1680;p11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1" name="Google Shape;1681;p11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2" name="Google Shape;1682;p11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1683;p11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11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5" name="Google Shape;1685;p11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6" name="Google Shape;1686;p11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7" name="Google Shape;1687;p11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11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9" name="Google Shape;1689;p11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0" name="Google Shape;1690;p11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1" name="Google Shape;1691;p11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11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3" name="Google Shape;1693;p11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4" name="Google Shape;1694;p11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5" name="Google Shape;1695;p11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11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7" name="Google Shape;1697;p11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8" name="Google Shape;1698;p11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11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0" name="Google Shape;1700;p11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1" name="Google Shape;1701;p11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2" name="Google Shape;1702;p11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3" name="Google Shape;1703;p11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4" name="Google Shape;1704;p11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5" name="Google Shape;1705;p11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6" name="Google Shape;1706;p11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7" name="Google Shape;1707;p11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8" name="Google Shape;1708;p11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9" name="Google Shape;1709;p11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0" name="Google Shape;1710;p11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1" name="Google Shape;1711;p11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2" name="Google Shape;1712;p11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3" name="Google Shape;1713;p11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4" name="Google Shape;1714;p11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5" name="Google Shape;1715;p11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6" name="Google Shape;1716;p11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7" name="Google Shape;1717;p11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8" name="Google Shape;1718;p11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9" name="Google Shape;1719;p11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11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11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11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11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11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11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11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11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11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11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11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1" name="Google Shape;1731;p11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11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11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11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5" name="Google Shape;1735;p11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11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7" name="Google Shape;1737;p11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11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9" name="Google Shape;1739;p11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11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11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11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3" name="Google Shape;1743;p11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4" name="Google Shape;1744;p11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p11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6" name="Google Shape;1746;p11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7" name="Google Shape;1747;p11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8" name="Google Shape;1748;p11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9" name="Google Shape;1749;p11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11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11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52" name="Google Shape;1752;p11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1753" name="Google Shape;1753;p11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4" name="Google Shape;1754;p11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5" name="Google Shape;1755;p11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6" name="Google Shape;1756;p11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7" name="Google Shape;1757;p11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8" name="Google Shape;1758;p11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9" name="Google Shape;1759;p11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0" name="Google Shape;1760;p11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1" name="Google Shape;1761;p11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62" name="Google Shape;1762;p11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1763" name="Google Shape;1763;p1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4" name="Google Shape;1764;p1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5" name="Google Shape;1765;p1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6" name="Google Shape;1766;p1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7" name="Google Shape;1767;p1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68" name="Google Shape;1768;p11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9" name="Google Shape;1769;p11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0" name="Google Shape;1770;p11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1" name="Google Shape;1771;p11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2" name="Google Shape;1772;p11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3" name="Google Shape;1773;p11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4" name="Google Shape;1774;p11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5" name="Google Shape;1775;p11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6" name="Google Shape;1776;p11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7" name="Google Shape;1777;p11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8" name="Google Shape;1778;p11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9" name="Google Shape;1779;p11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0" name="Google Shape;1780;p11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1" name="Google Shape;1781;p11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2" name="Google Shape;1782;p11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3" name="Google Shape;1783;p11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4" name="Google Shape;1784;p11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5" name="Google Shape;1785;p11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6" name="Google Shape;1786;p1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0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p12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Conclusión</a:t>
            </a:r>
            <a:endParaRPr sz="3200"/>
          </a:p>
        </p:txBody>
      </p:sp>
      <p:sp>
        <p:nvSpPr>
          <p:cNvPr id="1792" name="Google Shape;1792;p12"/>
          <p:cNvSpPr txBox="1"/>
          <p:nvPr>
            <p:ph idx="1" type="body"/>
          </p:nvPr>
        </p:nvSpPr>
        <p:spPr>
          <a:xfrm>
            <a:off x="457200" y="1505975"/>
            <a:ext cx="5640900" cy="3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Al finalizar este curso, podrás organizar tu tiempo, tareas y comunicaciones con herramientas digitales efectivas.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Aplicarás metodologías como Eisenhower, Kanban y Timeboxing.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Serás capaz de trabajar con claridad, reducir el estrés y aumentar tu productividad diaria.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Recuerda: la organización no se trata de tener menos que hacer, sino de saber qué hacer primero.</a:t>
            </a:r>
            <a:endParaRPr sz="1800"/>
          </a:p>
        </p:txBody>
      </p:sp>
      <p:sp>
        <p:nvSpPr>
          <p:cNvPr id="1793" name="Google Shape;1793;p12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DMS</dc:creator>
</cp:coreProperties>
</file>