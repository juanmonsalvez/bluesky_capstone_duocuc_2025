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5143500" cx="9144000"/>
  <p:notesSz cx="6858000" cy="9144000"/>
  <p:embeddedFontLst>
    <p:embeddedFont>
      <p:font typeface="Raleway Thin"/>
      <p:regular r:id="rId33"/>
      <p:bold r:id="rId34"/>
      <p:italic r:id="rId35"/>
      <p:boldItalic r:id="rId36"/>
    </p:embeddedFont>
    <p:embeddedFont>
      <p:font typeface="Barlow Light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jsJaXXWiiu9d3AVacdjnWbI6O2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Light-boldItalic.fntdata"/><Relationship Id="rId20" Type="http://schemas.openxmlformats.org/officeDocument/2006/relationships/slide" Target="slides/slide16.xml"/><Relationship Id="rId41" Type="http://customschemas.google.com/relationships/presentationmetadata" Target="meta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RalewayThin-regular.fnt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RalewayThin-italic.fntdata"/><Relationship Id="rId12" Type="http://schemas.openxmlformats.org/officeDocument/2006/relationships/slide" Target="slides/slide8.xml"/><Relationship Id="rId34" Type="http://schemas.openxmlformats.org/officeDocument/2006/relationships/font" Target="fonts/RalewayThin-bold.fntdata"/><Relationship Id="rId15" Type="http://schemas.openxmlformats.org/officeDocument/2006/relationships/slide" Target="slides/slide11.xml"/><Relationship Id="rId37" Type="http://schemas.openxmlformats.org/officeDocument/2006/relationships/font" Target="fonts/BarlowLight-regular.fntdata"/><Relationship Id="rId14" Type="http://schemas.openxmlformats.org/officeDocument/2006/relationships/slide" Target="slides/slide10.xml"/><Relationship Id="rId36" Type="http://schemas.openxmlformats.org/officeDocument/2006/relationships/font" Target="fonts/RalewayThin-boldItalic.fntdata"/><Relationship Id="rId17" Type="http://schemas.openxmlformats.org/officeDocument/2006/relationships/slide" Target="slides/slide13.xml"/><Relationship Id="rId39" Type="http://schemas.openxmlformats.org/officeDocument/2006/relationships/font" Target="fonts/BarlowLight-italic.fntdata"/><Relationship Id="rId16" Type="http://schemas.openxmlformats.org/officeDocument/2006/relationships/slide" Target="slides/slide12.xml"/><Relationship Id="rId38" Type="http://schemas.openxmlformats.org/officeDocument/2006/relationships/font" Target="fonts/BarlowLight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1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6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5" name="Shape 2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6" name="Google Shape;243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7" name="Google Shape;2437;p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4" name="Shape 2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5" name="Google Shape;271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6" name="Google Shape;2716;p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3" name="Shape 2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4" name="Google Shape;29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5" name="Google Shape;2995;p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2" name="Shape 3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3" name="Google Shape;327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4" name="Google Shape;3274;p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1" name="Shape 3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2" name="Google Shape;355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3" name="Google Shape;3553;p2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7" name="Shape 3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8" name="Google Shape;366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9" name="Google Shape;3669;p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3" name="Shape 3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4" name="Google Shape;378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5" name="Google Shape;3785;p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9" name="Shape 3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0" name="Google Shape;390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1" name="Google Shape;3901;p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5" name="Shape 4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6" name="Google Shape;401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7" name="Google Shape;4017;p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1" name="Shape 4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2" name="Google Shape;413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3" name="Google Shape;4133;p2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7" name="Shape 4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8" name="Google Shape;424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9" name="Google Shape;4249;p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6" name="Shape 4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7" name="Google Shape;438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8" name="Google Shape;4388;p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1" name="Google Shape;11;p30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30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1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7" name="Google Shape;17;p31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indent="-355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indent="-3556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indent="-3556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indent="-3556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indent="-3556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indent="-3556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/>
        </p:txBody>
      </p:sp>
      <p:sp>
        <p:nvSpPr>
          <p:cNvPr id="18" name="Google Shape;18;p3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19" name="Google Shape;19;p31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2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2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4" name="Google Shape;24;p3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25" name="Google Shape;25;p32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/>
        </p:txBody>
      </p:sp>
      <p:sp>
        <p:nvSpPr>
          <p:cNvPr id="7" name="Google Shape;7;p29"/>
          <p:cNvSpPr txBox="1"/>
          <p:nvPr>
            <p:ph idx="1" type="body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556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55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55600" lvl="5" marL="2743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55600" lvl="6" marL="3200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55600" lvl="7" marL="3657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55600" lvl="8" marL="4114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1"/>
          <p:cNvGrpSpPr/>
          <p:nvPr/>
        </p:nvGrpSpPr>
        <p:grpSpPr>
          <a:xfrm>
            <a:off x="5122427" y="668001"/>
            <a:ext cx="3841143" cy="3893303"/>
            <a:chOff x="5122427" y="668001"/>
            <a:chExt cx="3841143" cy="3893303"/>
          </a:xfrm>
        </p:grpSpPr>
        <p:grpSp>
          <p:nvGrpSpPr>
            <p:cNvPr id="31" name="Google Shape;31;p1"/>
            <p:cNvGrpSpPr/>
            <p:nvPr/>
          </p:nvGrpSpPr>
          <p:grpSpPr>
            <a:xfrm>
              <a:off x="5144045" y="893590"/>
              <a:ext cx="2833667" cy="2964311"/>
              <a:chOff x="3860721" y="1330073"/>
              <a:chExt cx="3544299" cy="3707706"/>
            </a:xfrm>
          </p:grpSpPr>
          <p:sp>
            <p:nvSpPr>
              <p:cNvPr id="32" name="Google Shape;32;p1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1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1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1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1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1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1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1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1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1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1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1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1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1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1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1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1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1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1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1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1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1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1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1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1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" name="Google Shape;139;p1"/>
            <p:cNvSpPr/>
            <p:nvPr/>
          </p:nvSpPr>
          <p:spPr>
            <a:xfrm>
              <a:off x="6986665" y="3342725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7014156" y="3327342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7014156" y="3298709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7976493" y="3396565"/>
              <a:ext cx="664277" cy="383503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912754" y="3450709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863331" y="3479190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7813984" y="3507747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7451727" y="3699575"/>
              <a:ext cx="664201" cy="38350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7387988" y="3753643"/>
              <a:ext cx="592922" cy="342381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7338565" y="3782200"/>
              <a:ext cx="581727" cy="33583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7289218" y="3810681"/>
              <a:ext cx="496361" cy="286637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7582329" y="3561435"/>
              <a:ext cx="337202" cy="194645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800200" y="3687162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8018073" y="3812966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687910" y="670084"/>
              <a:ext cx="163899" cy="239625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700339" y="668001"/>
              <a:ext cx="78506" cy="96744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715688" y="773039"/>
              <a:ext cx="96838" cy="10838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550295" y="816287"/>
              <a:ext cx="182749" cy="260151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687493" y="808527"/>
              <a:ext cx="141166" cy="186207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712641" y="675415"/>
              <a:ext cx="103849" cy="127932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716857" y="674913"/>
              <a:ext cx="104260" cy="98126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591681" y="1319278"/>
              <a:ext cx="81988" cy="62539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592043" y="1339232"/>
              <a:ext cx="81616" cy="42611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6550653" y="1292322"/>
              <a:ext cx="75049" cy="5813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6550998" y="1311512"/>
              <a:ext cx="74752" cy="39022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6578488" y="992358"/>
              <a:ext cx="178709" cy="308230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6627226" y="992967"/>
              <a:ext cx="177917" cy="333745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6560953" y="971949"/>
              <a:ext cx="266059" cy="244904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6774876" y="827227"/>
              <a:ext cx="92463" cy="324160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6792998" y="823141"/>
              <a:ext cx="55907" cy="71103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6683350" y="808424"/>
              <a:ext cx="47823" cy="50210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0" name="Google Shape;170;p1"/>
            <p:cNvGrpSpPr/>
            <p:nvPr/>
          </p:nvGrpSpPr>
          <p:grpSpPr>
            <a:xfrm flipH="1">
              <a:off x="5678143" y="1227582"/>
              <a:ext cx="345795" cy="1043508"/>
              <a:chOff x="5678143" y="1151382"/>
              <a:chExt cx="345795" cy="1043508"/>
            </a:xfrm>
          </p:grpSpPr>
          <p:sp>
            <p:nvSpPr>
              <p:cNvPr id="171" name="Google Shape;171;p1"/>
              <p:cNvSpPr/>
              <p:nvPr/>
            </p:nvSpPr>
            <p:spPr>
              <a:xfrm>
                <a:off x="5678143" y="199524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"/>
              <p:cNvSpPr/>
              <p:nvPr/>
            </p:nvSpPr>
            <p:spPr>
              <a:xfrm>
                <a:off x="5781662" y="1153715"/>
                <a:ext cx="174078" cy="254926"/>
              </a:xfrm>
              <a:custGeom>
                <a:rect b="b" l="l" r="r" t="t"/>
                <a:pathLst>
                  <a:path extrusionOk="0" h="318657" w="217597">
                    <a:moveTo>
                      <a:pt x="77117" y="10535"/>
                    </a:moveTo>
                    <a:cubicBezTo>
                      <a:pt x="85785" y="-3371"/>
                      <a:pt x="151983" y="-12515"/>
                      <a:pt x="173796" y="43587"/>
                    </a:cubicBezTo>
                    <a:cubicBezTo>
                      <a:pt x="181987" y="64828"/>
                      <a:pt x="180749" y="119216"/>
                      <a:pt x="187702" y="153315"/>
                    </a:cubicBezTo>
                    <a:cubicBezTo>
                      <a:pt x="194655" y="187415"/>
                      <a:pt x="210848" y="206846"/>
                      <a:pt x="216277" y="234563"/>
                    </a:cubicBezTo>
                    <a:cubicBezTo>
                      <a:pt x="221706" y="262281"/>
                      <a:pt x="212658" y="308668"/>
                      <a:pt x="145888" y="316954"/>
                    </a:cubicBezTo>
                    <a:cubicBezTo>
                      <a:pt x="79117" y="325241"/>
                      <a:pt x="27778" y="301715"/>
                      <a:pt x="11966" y="280379"/>
                    </a:cubicBezTo>
                    <a:cubicBezTo>
                      <a:pt x="-3845" y="259043"/>
                      <a:pt x="-4131" y="213704"/>
                      <a:pt x="11966" y="189605"/>
                    </a:cubicBezTo>
                    <a:cubicBezTo>
                      <a:pt x="28063" y="165507"/>
                      <a:pt x="40541" y="145505"/>
                      <a:pt x="40541" y="113405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"/>
              <p:cNvSpPr/>
              <p:nvPr/>
            </p:nvSpPr>
            <p:spPr>
              <a:xfrm>
                <a:off x="5776639" y="1337053"/>
                <a:ext cx="32518" cy="188360"/>
              </a:xfrm>
              <a:custGeom>
                <a:rect b="b" l="l" r="r" t="t"/>
                <a:pathLst>
                  <a:path extrusionOk="0" h="235450" w="40647">
                    <a:moveTo>
                      <a:pt x="4152" y="15917"/>
                    </a:moveTo>
                    <a:cubicBezTo>
                      <a:pt x="4152" y="15917"/>
                      <a:pt x="-11564" y="127074"/>
                      <a:pt x="18154" y="205274"/>
                    </a:cubicBezTo>
                    <a:cubicBezTo>
                      <a:pt x="47872" y="283474"/>
                      <a:pt x="39585" y="184986"/>
                      <a:pt x="39585" y="184986"/>
                    </a:cubicBezTo>
                    <a:lnTo>
                      <a:pt x="32442" y="161554"/>
                    </a:lnTo>
                    <a:cubicBezTo>
                      <a:pt x="32442" y="161554"/>
                      <a:pt x="26536" y="71067"/>
                      <a:pt x="29013" y="48873"/>
                    </a:cubicBezTo>
                    <a:cubicBezTo>
                      <a:pt x="31489" y="26680"/>
                      <a:pt x="30918" y="7630"/>
                      <a:pt x="32442" y="5820"/>
                    </a:cubicBezTo>
                    <a:cubicBezTo>
                      <a:pt x="33966" y="4011"/>
                      <a:pt x="26632" y="486"/>
                      <a:pt x="23488" y="10"/>
                    </a:cubicBezTo>
                    <a:cubicBezTo>
                      <a:pt x="20345" y="-466"/>
                      <a:pt x="4152" y="15917"/>
                      <a:pt x="4152" y="1591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"/>
              <p:cNvSpPr/>
              <p:nvPr/>
            </p:nvSpPr>
            <p:spPr>
              <a:xfrm>
                <a:off x="5795186" y="1151382"/>
                <a:ext cx="83137" cy="102663"/>
              </a:xfrm>
              <a:custGeom>
                <a:rect b="b" l="l" r="r" t="t"/>
                <a:pathLst>
                  <a:path extrusionOk="0" h="128329" w="103921">
                    <a:moveTo>
                      <a:pt x="103921" y="3833"/>
                    </a:moveTo>
                    <a:cubicBezTo>
                      <a:pt x="103921" y="3833"/>
                      <a:pt x="54105" y="-10550"/>
                      <a:pt x="23911" y="16406"/>
                    </a:cubicBezTo>
                    <a:cubicBezTo>
                      <a:pt x="3585" y="35104"/>
                      <a:pt x="-4645" y="63564"/>
                      <a:pt x="2575" y="90225"/>
                    </a:cubicBezTo>
                    <a:cubicBezTo>
                      <a:pt x="6576" y="105941"/>
                      <a:pt x="14672" y="127468"/>
                      <a:pt x="27150" y="128325"/>
                    </a:cubicBezTo>
                    <a:cubicBezTo>
                      <a:pt x="39627" y="129182"/>
                      <a:pt x="103921" y="3833"/>
                      <a:pt x="103921" y="3833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"/>
              <p:cNvSpPr/>
              <p:nvPr/>
            </p:nvSpPr>
            <p:spPr>
              <a:xfrm>
                <a:off x="5811517" y="1263498"/>
                <a:ext cx="102898" cy="115088"/>
              </a:xfrm>
              <a:custGeom>
                <a:rect b="b" l="l" r="r" t="t"/>
                <a:pathLst>
                  <a:path extrusionOk="0" h="143860" w="128622">
                    <a:moveTo>
                      <a:pt x="102545" y="0"/>
                    </a:moveTo>
                    <a:cubicBezTo>
                      <a:pt x="102545" y="0"/>
                      <a:pt x="99307" y="55531"/>
                      <a:pt x="100355" y="59627"/>
                    </a:cubicBezTo>
                    <a:cubicBezTo>
                      <a:pt x="101402" y="63722"/>
                      <a:pt x="122071" y="67628"/>
                      <a:pt x="127977" y="72485"/>
                    </a:cubicBezTo>
                    <a:cubicBezTo>
                      <a:pt x="133883" y="77343"/>
                      <a:pt x="97783" y="133636"/>
                      <a:pt x="79400" y="142018"/>
                    </a:cubicBezTo>
                    <a:cubicBezTo>
                      <a:pt x="61016" y="150400"/>
                      <a:pt x="4343" y="129064"/>
                      <a:pt x="437" y="100774"/>
                    </a:cubicBezTo>
                    <a:cubicBezTo>
                      <a:pt x="-3182" y="74866"/>
                      <a:pt x="16630" y="54673"/>
                      <a:pt x="24345" y="47625"/>
                    </a:cubicBezTo>
                    <a:cubicBezTo>
                      <a:pt x="29546" y="47282"/>
                      <a:pt x="34765" y="47282"/>
                      <a:pt x="39966" y="47625"/>
                    </a:cubicBezTo>
                    <a:lnTo>
                      <a:pt x="41585" y="20764"/>
                    </a:lnTo>
                    <a:cubicBezTo>
                      <a:pt x="66446" y="11906"/>
                      <a:pt x="102545" y="0"/>
                      <a:pt x="102545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1"/>
              <p:cNvSpPr/>
              <p:nvPr/>
            </p:nvSpPr>
            <p:spPr>
              <a:xfrm>
                <a:off x="5781607" y="1300507"/>
                <a:ext cx="149918" cy="172167"/>
              </a:xfrm>
              <a:custGeom>
                <a:rect b="b" l="l" r="r" t="t"/>
                <a:pathLst>
                  <a:path extrusionOk="0" h="215209" w="187397">
                    <a:moveTo>
                      <a:pt x="147575" y="18193"/>
                    </a:moveTo>
                    <a:cubicBezTo>
                      <a:pt x="163196" y="20669"/>
                      <a:pt x="181008" y="28956"/>
                      <a:pt x="183485" y="37243"/>
                    </a:cubicBezTo>
                    <a:cubicBezTo>
                      <a:pt x="189933" y="68008"/>
                      <a:pt x="188390" y="99917"/>
                      <a:pt x="179008" y="129921"/>
                    </a:cubicBezTo>
                    <a:cubicBezTo>
                      <a:pt x="165482" y="165640"/>
                      <a:pt x="156434" y="188405"/>
                      <a:pt x="148623" y="203835"/>
                    </a:cubicBezTo>
                    <a:cubicBezTo>
                      <a:pt x="148623" y="203835"/>
                      <a:pt x="81091" y="232410"/>
                      <a:pt x="26703" y="198977"/>
                    </a:cubicBezTo>
                    <a:cubicBezTo>
                      <a:pt x="26703" y="198977"/>
                      <a:pt x="22893" y="160877"/>
                      <a:pt x="22703" y="140208"/>
                    </a:cubicBezTo>
                    <a:cubicBezTo>
                      <a:pt x="-27589" y="96393"/>
                      <a:pt x="15368" y="42291"/>
                      <a:pt x="57945" y="286"/>
                    </a:cubicBezTo>
                    <a:cubicBezTo>
                      <a:pt x="63050" y="-95"/>
                      <a:pt x="68175" y="-95"/>
                      <a:pt x="73280" y="286"/>
                    </a:cubicBezTo>
                    <a:cubicBezTo>
                      <a:pt x="73280" y="286"/>
                      <a:pt x="35180" y="45244"/>
                      <a:pt x="61755" y="70771"/>
                    </a:cubicBezTo>
                    <a:cubicBezTo>
                      <a:pt x="118238" y="53721"/>
                      <a:pt x="129478" y="28384"/>
                      <a:pt x="147575" y="18193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"/>
              <p:cNvSpPr/>
              <p:nvPr/>
            </p:nvSpPr>
            <p:spPr>
              <a:xfrm>
                <a:off x="5808246" y="1159602"/>
                <a:ext cx="110823" cy="136345"/>
              </a:xfrm>
              <a:custGeom>
                <a:rect b="b" l="l" r="r" t="t"/>
                <a:pathLst>
                  <a:path extrusionOk="0" h="170431" w="138529">
                    <a:moveTo>
                      <a:pt x="2908" y="60608"/>
                    </a:moveTo>
                    <a:lnTo>
                      <a:pt x="2908" y="60608"/>
                    </a:lnTo>
                    <a:cubicBezTo>
                      <a:pt x="8528" y="24890"/>
                      <a:pt x="34245" y="-2066"/>
                      <a:pt x="71107" y="125"/>
                    </a:cubicBezTo>
                    <a:cubicBezTo>
                      <a:pt x="110150" y="1972"/>
                      <a:pt x="140297" y="35129"/>
                      <a:pt x="138449" y="74172"/>
                    </a:cubicBezTo>
                    <a:cubicBezTo>
                      <a:pt x="137372" y="96775"/>
                      <a:pt x="125552" y="117511"/>
                      <a:pt x="106635" y="129950"/>
                    </a:cubicBezTo>
                    <a:cubicBezTo>
                      <a:pt x="105369" y="135322"/>
                      <a:pt x="103483" y="140533"/>
                      <a:pt x="101016" y="145476"/>
                    </a:cubicBezTo>
                    <a:cubicBezTo>
                      <a:pt x="87966" y="160716"/>
                      <a:pt x="53391" y="170336"/>
                      <a:pt x="41865" y="170432"/>
                    </a:cubicBezTo>
                    <a:cubicBezTo>
                      <a:pt x="32340" y="170432"/>
                      <a:pt x="23482" y="161383"/>
                      <a:pt x="14243" y="146048"/>
                    </a:cubicBezTo>
                    <a:cubicBezTo>
                      <a:pt x="-5093" y="113663"/>
                      <a:pt x="-140" y="78230"/>
                      <a:pt x="2908" y="60608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1"/>
              <p:cNvSpPr/>
              <p:nvPr/>
            </p:nvSpPr>
            <p:spPr>
              <a:xfrm>
                <a:off x="5812703" y="1158869"/>
                <a:ext cx="110779" cy="104694"/>
              </a:xfrm>
              <a:custGeom>
                <a:rect b="b" l="l" r="r" t="t"/>
                <a:pathLst>
                  <a:path extrusionOk="0" h="130867" w="138474">
                    <a:moveTo>
                      <a:pt x="76867" y="1709"/>
                    </a:moveTo>
                    <a:cubicBezTo>
                      <a:pt x="102679" y="6757"/>
                      <a:pt x="123920" y="13996"/>
                      <a:pt x="130969" y="39332"/>
                    </a:cubicBezTo>
                    <a:cubicBezTo>
                      <a:pt x="135731" y="56858"/>
                      <a:pt x="142018" y="90101"/>
                      <a:pt x="136017" y="104102"/>
                    </a:cubicBezTo>
                    <a:lnTo>
                      <a:pt x="132398" y="114294"/>
                    </a:lnTo>
                    <a:lnTo>
                      <a:pt x="101060" y="130868"/>
                    </a:lnTo>
                    <a:cubicBezTo>
                      <a:pt x="101060" y="130868"/>
                      <a:pt x="86487" y="118676"/>
                      <a:pt x="91059" y="83243"/>
                    </a:cubicBezTo>
                    <a:cubicBezTo>
                      <a:pt x="90850" y="78423"/>
                      <a:pt x="89335" y="73746"/>
                      <a:pt x="86678" y="69717"/>
                    </a:cubicBezTo>
                    <a:cubicBezTo>
                      <a:pt x="84687" y="66364"/>
                      <a:pt x="83211" y="62735"/>
                      <a:pt x="82296" y="58954"/>
                    </a:cubicBezTo>
                    <a:cubicBezTo>
                      <a:pt x="78591" y="49353"/>
                      <a:pt x="71371" y="41514"/>
                      <a:pt x="62103" y="37046"/>
                    </a:cubicBezTo>
                    <a:cubicBezTo>
                      <a:pt x="38767" y="23997"/>
                      <a:pt x="4953" y="35237"/>
                      <a:pt x="0" y="39999"/>
                    </a:cubicBezTo>
                    <a:cubicBezTo>
                      <a:pt x="13221" y="10548"/>
                      <a:pt x="45396" y="-5483"/>
                      <a:pt x="76867" y="1709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1"/>
              <p:cNvSpPr/>
              <p:nvPr/>
            </p:nvSpPr>
            <p:spPr>
              <a:xfrm>
                <a:off x="5898276" y="1323720"/>
                <a:ext cx="74471" cy="246223"/>
              </a:xfrm>
              <a:custGeom>
                <a:rect b="b" l="l" r="r" t="t"/>
                <a:pathLst>
                  <a:path extrusionOk="0" h="307779" w="93089">
                    <a:moveTo>
                      <a:pt x="39367" y="248524"/>
                    </a:moveTo>
                    <a:cubicBezTo>
                      <a:pt x="45177" y="212329"/>
                      <a:pt x="56036" y="188898"/>
                      <a:pt x="50988" y="168990"/>
                    </a:cubicBezTo>
                    <a:cubicBezTo>
                      <a:pt x="39739" y="128738"/>
                      <a:pt x="25013" y="89542"/>
                      <a:pt x="6982" y="51833"/>
                    </a:cubicBezTo>
                    <a:cubicBezTo>
                      <a:pt x="-4448" y="29354"/>
                      <a:pt x="-924" y="13733"/>
                      <a:pt x="10887" y="4779"/>
                    </a:cubicBezTo>
                    <a:cubicBezTo>
                      <a:pt x="24222" y="-4746"/>
                      <a:pt x="36891" y="-840"/>
                      <a:pt x="48987" y="23829"/>
                    </a:cubicBezTo>
                    <a:cubicBezTo>
                      <a:pt x="64132" y="55167"/>
                      <a:pt x="81086" y="87361"/>
                      <a:pt x="89373" y="134034"/>
                    </a:cubicBezTo>
                    <a:cubicBezTo>
                      <a:pt x="94688" y="164228"/>
                      <a:pt x="94298" y="195136"/>
                      <a:pt x="88230" y="225188"/>
                    </a:cubicBezTo>
                    <a:cubicBezTo>
                      <a:pt x="83087" y="257668"/>
                      <a:pt x="72800" y="275956"/>
                      <a:pt x="60513" y="306436"/>
                    </a:cubicBezTo>
                    <a:cubicBezTo>
                      <a:pt x="57084" y="315199"/>
                      <a:pt x="34414" y="279385"/>
                      <a:pt x="39367" y="248524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"/>
              <p:cNvSpPr/>
              <p:nvPr/>
            </p:nvSpPr>
            <p:spPr>
              <a:xfrm>
                <a:off x="5831068" y="2061801"/>
                <a:ext cx="86995" cy="66513"/>
              </a:xfrm>
              <a:custGeom>
                <a:rect b="b" l="l" r="r" t="t"/>
                <a:pathLst>
                  <a:path extrusionOk="0" h="83141" w="108744">
                    <a:moveTo>
                      <a:pt x="100855" y="2"/>
                    </a:moveTo>
                    <a:cubicBezTo>
                      <a:pt x="87806" y="10575"/>
                      <a:pt x="67423" y="3241"/>
                      <a:pt x="66470" y="4194"/>
                    </a:cubicBezTo>
                    <a:cubicBezTo>
                      <a:pt x="51297" y="17281"/>
                      <a:pt x="35400" y="29492"/>
                      <a:pt x="18845" y="40769"/>
                    </a:cubicBezTo>
                    <a:cubicBezTo>
                      <a:pt x="10654" y="47151"/>
                      <a:pt x="-2014" y="55724"/>
                      <a:pt x="271" y="68106"/>
                    </a:cubicBezTo>
                    <a:cubicBezTo>
                      <a:pt x="4367" y="90109"/>
                      <a:pt x="39610" y="83346"/>
                      <a:pt x="52945" y="76584"/>
                    </a:cubicBezTo>
                    <a:cubicBezTo>
                      <a:pt x="66280" y="69821"/>
                      <a:pt x="77043" y="58677"/>
                      <a:pt x="89616" y="50866"/>
                    </a:cubicBezTo>
                    <a:cubicBezTo>
                      <a:pt x="98665" y="45246"/>
                      <a:pt x="107428" y="42389"/>
                      <a:pt x="108666" y="31054"/>
                    </a:cubicBezTo>
                    <a:cubicBezTo>
                      <a:pt x="109523" y="24196"/>
                      <a:pt x="103142" y="-283"/>
                      <a:pt x="100855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"/>
              <p:cNvSpPr/>
              <p:nvPr/>
            </p:nvSpPr>
            <p:spPr>
              <a:xfrm>
                <a:off x="5831514" y="2082973"/>
                <a:ext cx="86563" cy="44990"/>
              </a:xfrm>
              <a:custGeom>
                <a:rect b="b" l="l" r="r" t="t"/>
                <a:pathLst>
                  <a:path extrusionOk="0" h="56238" w="108204">
                    <a:moveTo>
                      <a:pt x="107918" y="0"/>
                    </a:moveTo>
                    <a:cubicBezTo>
                      <a:pt x="106204" y="10859"/>
                      <a:pt x="97536" y="13907"/>
                      <a:pt x="88868" y="19050"/>
                    </a:cubicBezTo>
                    <a:cubicBezTo>
                      <a:pt x="76105" y="26956"/>
                      <a:pt x="64865" y="38100"/>
                      <a:pt x="51530" y="45149"/>
                    </a:cubicBezTo>
                    <a:cubicBezTo>
                      <a:pt x="38195" y="52197"/>
                      <a:pt x="8573" y="57531"/>
                      <a:pt x="0" y="41815"/>
                    </a:cubicBezTo>
                    <a:cubicBezTo>
                      <a:pt x="4667" y="63056"/>
                      <a:pt x="39338" y="56388"/>
                      <a:pt x="52483" y="49721"/>
                    </a:cubicBezTo>
                    <a:cubicBezTo>
                      <a:pt x="65627" y="43053"/>
                      <a:pt x="76581" y="31814"/>
                      <a:pt x="89154" y="24003"/>
                    </a:cubicBezTo>
                    <a:cubicBezTo>
                      <a:pt x="98203" y="18383"/>
                      <a:pt x="106966" y="15526"/>
                      <a:pt x="108204" y="4191"/>
                    </a:cubicBezTo>
                    <a:cubicBezTo>
                      <a:pt x="108214" y="2791"/>
                      <a:pt x="108118" y="1391"/>
                      <a:pt x="107918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"/>
              <p:cNvSpPr/>
              <p:nvPr/>
            </p:nvSpPr>
            <p:spPr>
              <a:xfrm>
                <a:off x="5764925" y="2047104"/>
                <a:ext cx="79862" cy="61873"/>
              </a:xfrm>
              <a:custGeom>
                <a:rect b="b" l="l" r="r" t="t"/>
                <a:pathLst>
                  <a:path extrusionOk="0" h="77341" w="99827">
                    <a:moveTo>
                      <a:pt x="91860" y="1"/>
                    </a:moveTo>
                    <a:cubicBezTo>
                      <a:pt x="79954" y="9526"/>
                      <a:pt x="61856" y="4288"/>
                      <a:pt x="60999" y="5240"/>
                    </a:cubicBezTo>
                    <a:cubicBezTo>
                      <a:pt x="47045" y="17146"/>
                      <a:pt x="32453" y="28281"/>
                      <a:pt x="17279" y="38578"/>
                    </a:cubicBezTo>
                    <a:cubicBezTo>
                      <a:pt x="9754" y="44388"/>
                      <a:pt x="-1771" y="52294"/>
                      <a:pt x="229" y="63533"/>
                    </a:cubicBezTo>
                    <a:cubicBezTo>
                      <a:pt x="4040" y="83726"/>
                      <a:pt x="36329" y="77535"/>
                      <a:pt x="48521" y="71344"/>
                    </a:cubicBezTo>
                    <a:cubicBezTo>
                      <a:pt x="60713" y="65152"/>
                      <a:pt x="70619" y="54961"/>
                      <a:pt x="82145" y="47817"/>
                    </a:cubicBezTo>
                    <a:cubicBezTo>
                      <a:pt x="90336" y="42673"/>
                      <a:pt x="98433" y="40006"/>
                      <a:pt x="99766" y="29624"/>
                    </a:cubicBezTo>
                    <a:cubicBezTo>
                      <a:pt x="100528" y="23338"/>
                      <a:pt x="94051" y="-189"/>
                      <a:pt x="91860" y="1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"/>
              <p:cNvSpPr/>
              <p:nvPr/>
            </p:nvSpPr>
            <p:spPr>
              <a:xfrm>
                <a:off x="5764880" y="2067438"/>
                <a:ext cx="79629" cy="41383"/>
              </a:xfrm>
              <a:custGeom>
                <a:rect b="b" l="l" r="r" t="t"/>
                <a:pathLst>
                  <a:path extrusionOk="0" h="51729" w="99536">
                    <a:moveTo>
                      <a:pt x="99536" y="0"/>
                    </a:moveTo>
                    <a:cubicBezTo>
                      <a:pt x="97917" y="10001"/>
                      <a:pt x="90011" y="12668"/>
                      <a:pt x="81820" y="17812"/>
                    </a:cubicBezTo>
                    <a:cubicBezTo>
                      <a:pt x="70104" y="25051"/>
                      <a:pt x="59817" y="35528"/>
                      <a:pt x="47625" y="41720"/>
                    </a:cubicBezTo>
                    <a:cubicBezTo>
                      <a:pt x="35433" y="47911"/>
                      <a:pt x="8287" y="53054"/>
                      <a:pt x="0" y="38671"/>
                    </a:cubicBezTo>
                    <a:cubicBezTo>
                      <a:pt x="4286" y="57721"/>
                      <a:pt x="36004" y="52006"/>
                      <a:pt x="47625" y="45911"/>
                    </a:cubicBezTo>
                    <a:cubicBezTo>
                      <a:pt x="59246" y="39814"/>
                      <a:pt x="69723" y="29528"/>
                      <a:pt x="81248" y="22384"/>
                    </a:cubicBezTo>
                    <a:cubicBezTo>
                      <a:pt x="89440" y="17240"/>
                      <a:pt x="97536" y="14573"/>
                      <a:pt x="98870" y="4191"/>
                    </a:cubicBezTo>
                    <a:cubicBezTo>
                      <a:pt x="99222" y="2819"/>
                      <a:pt x="99441" y="1419"/>
                      <a:pt x="9953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1"/>
              <p:cNvSpPr/>
              <p:nvPr/>
            </p:nvSpPr>
            <p:spPr>
              <a:xfrm>
                <a:off x="5777722" y="1472916"/>
                <a:ext cx="170454" cy="595560"/>
              </a:xfrm>
              <a:custGeom>
                <a:rect b="b" l="l" r="r" t="t"/>
                <a:pathLst>
                  <a:path extrusionOk="0" h="744450" w="213068">
                    <a:moveTo>
                      <a:pt x="5465" y="110490"/>
                    </a:moveTo>
                    <a:cubicBezTo>
                      <a:pt x="11276" y="65437"/>
                      <a:pt x="27849" y="0"/>
                      <a:pt x="27849" y="0"/>
                    </a:cubicBezTo>
                    <a:cubicBezTo>
                      <a:pt x="43546" y="7372"/>
                      <a:pt x="60529" y="11611"/>
                      <a:pt x="77855" y="12478"/>
                    </a:cubicBezTo>
                    <a:cubicBezTo>
                      <a:pt x="103211" y="12316"/>
                      <a:pt x="128490" y="9830"/>
                      <a:pt x="153388" y="5048"/>
                    </a:cubicBezTo>
                    <a:cubicBezTo>
                      <a:pt x="161532" y="19269"/>
                      <a:pt x="170429" y="33033"/>
                      <a:pt x="180059" y="46291"/>
                    </a:cubicBezTo>
                    <a:cubicBezTo>
                      <a:pt x="193012" y="64294"/>
                      <a:pt x="218159" y="103441"/>
                      <a:pt x="212158" y="172879"/>
                    </a:cubicBezTo>
                    <a:cubicBezTo>
                      <a:pt x="208253" y="217932"/>
                      <a:pt x="182916" y="409480"/>
                      <a:pt x="182916" y="409480"/>
                    </a:cubicBezTo>
                    <a:cubicBezTo>
                      <a:pt x="192755" y="441693"/>
                      <a:pt x="197985" y="475145"/>
                      <a:pt x="198442" y="508826"/>
                    </a:cubicBezTo>
                    <a:cubicBezTo>
                      <a:pt x="196156" y="548821"/>
                      <a:pt x="190869" y="588588"/>
                      <a:pt x="182630" y="627793"/>
                    </a:cubicBezTo>
                    <a:lnTo>
                      <a:pt x="167581" y="736568"/>
                    </a:lnTo>
                    <a:cubicBezTo>
                      <a:pt x="167581" y="736568"/>
                      <a:pt x="147483" y="751046"/>
                      <a:pt x="133195" y="740759"/>
                    </a:cubicBezTo>
                    <a:lnTo>
                      <a:pt x="135005" y="634365"/>
                    </a:lnTo>
                    <a:cubicBezTo>
                      <a:pt x="133291" y="608362"/>
                      <a:pt x="130719" y="569976"/>
                      <a:pt x="129004" y="545402"/>
                    </a:cubicBezTo>
                    <a:cubicBezTo>
                      <a:pt x="126337" y="505492"/>
                      <a:pt x="119479" y="442055"/>
                      <a:pt x="117098" y="426148"/>
                    </a:cubicBezTo>
                    <a:cubicBezTo>
                      <a:pt x="114717" y="410242"/>
                      <a:pt x="109954" y="382619"/>
                      <a:pt x="107573" y="351568"/>
                    </a:cubicBezTo>
                    <a:cubicBezTo>
                      <a:pt x="105192" y="320516"/>
                      <a:pt x="93476" y="162973"/>
                      <a:pt x="93476" y="162973"/>
                    </a:cubicBezTo>
                    <a:lnTo>
                      <a:pt x="91857" y="192500"/>
                    </a:lnTo>
                    <a:cubicBezTo>
                      <a:pt x="91857" y="192500"/>
                      <a:pt x="90238" y="240125"/>
                      <a:pt x="83380" y="299561"/>
                    </a:cubicBezTo>
                    <a:cubicBezTo>
                      <a:pt x="76522" y="358997"/>
                      <a:pt x="73855" y="385286"/>
                      <a:pt x="73855" y="385286"/>
                    </a:cubicBezTo>
                    <a:cubicBezTo>
                      <a:pt x="80370" y="397183"/>
                      <a:pt x="84932" y="410042"/>
                      <a:pt x="87380" y="423386"/>
                    </a:cubicBezTo>
                    <a:cubicBezTo>
                      <a:pt x="88619" y="436150"/>
                      <a:pt x="103192" y="537686"/>
                      <a:pt x="94429" y="588740"/>
                    </a:cubicBezTo>
                    <a:lnTo>
                      <a:pt x="76712" y="719138"/>
                    </a:lnTo>
                    <a:cubicBezTo>
                      <a:pt x="67645" y="725376"/>
                      <a:pt x="56138" y="726900"/>
                      <a:pt x="45756" y="723233"/>
                    </a:cubicBezTo>
                    <a:lnTo>
                      <a:pt x="35183" y="591407"/>
                    </a:lnTo>
                    <a:cubicBezTo>
                      <a:pt x="28135" y="541211"/>
                      <a:pt x="13180" y="434912"/>
                      <a:pt x="10895" y="421100"/>
                    </a:cubicBezTo>
                    <a:cubicBezTo>
                      <a:pt x="5808" y="393268"/>
                      <a:pt x="2817" y="365084"/>
                      <a:pt x="1941" y="336804"/>
                    </a:cubicBezTo>
                    <a:cubicBezTo>
                      <a:pt x="-1583" y="279749"/>
                      <a:pt x="-250" y="155543"/>
                      <a:pt x="5465" y="11049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1"/>
              <p:cNvSpPr/>
              <p:nvPr/>
            </p:nvSpPr>
            <p:spPr>
              <a:xfrm>
                <a:off x="5770564" y="1458904"/>
                <a:ext cx="181538" cy="396087"/>
              </a:xfrm>
              <a:custGeom>
                <a:rect b="b" l="l" r="r" t="t"/>
                <a:pathLst>
                  <a:path extrusionOk="0" h="495109" w="226922">
                    <a:moveTo>
                      <a:pt x="162435" y="6001"/>
                    </a:moveTo>
                    <a:lnTo>
                      <a:pt x="201202" y="83915"/>
                    </a:lnTo>
                    <a:cubicBezTo>
                      <a:pt x="201202" y="83915"/>
                      <a:pt x="260447" y="170593"/>
                      <a:pt x="199106" y="393287"/>
                    </a:cubicBezTo>
                    <a:lnTo>
                      <a:pt x="210631" y="461963"/>
                    </a:lnTo>
                    <a:cubicBezTo>
                      <a:pt x="210631" y="461963"/>
                      <a:pt x="94522" y="536543"/>
                      <a:pt x="16798" y="461963"/>
                    </a:cubicBezTo>
                    <a:cubicBezTo>
                      <a:pt x="16798" y="461963"/>
                      <a:pt x="-10158" y="256127"/>
                      <a:pt x="4224" y="161258"/>
                    </a:cubicBezTo>
                    <a:cubicBezTo>
                      <a:pt x="12149" y="106661"/>
                      <a:pt x="24246" y="52749"/>
                      <a:pt x="40420" y="0"/>
                    </a:cubicBezTo>
                    <a:cubicBezTo>
                      <a:pt x="40420" y="0"/>
                      <a:pt x="59470" y="21050"/>
                      <a:pt x="157291" y="71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1"/>
              <p:cNvSpPr/>
              <p:nvPr/>
            </p:nvSpPr>
            <p:spPr>
              <a:xfrm>
                <a:off x="5895126" y="1321170"/>
                <a:ext cx="61010" cy="76023"/>
              </a:xfrm>
              <a:custGeom>
                <a:rect b="b" l="l" r="r" t="t"/>
                <a:pathLst>
                  <a:path extrusionOk="0" h="95029" w="76263">
                    <a:moveTo>
                      <a:pt x="76263" y="71216"/>
                    </a:moveTo>
                    <a:cubicBezTo>
                      <a:pt x="76263" y="71216"/>
                      <a:pt x="49307" y="98076"/>
                      <a:pt x="17303" y="94743"/>
                    </a:cubicBezTo>
                    <a:lnTo>
                      <a:pt x="1968" y="42165"/>
                    </a:lnTo>
                    <a:cubicBezTo>
                      <a:pt x="1968" y="42165"/>
                      <a:pt x="-7557" y="14828"/>
                      <a:pt x="15303" y="2826"/>
                    </a:cubicBezTo>
                    <a:cubicBezTo>
                      <a:pt x="38163" y="-9175"/>
                      <a:pt x="62833" y="17685"/>
                      <a:pt x="76263" y="7121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"/>
              <p:cNvSpPr/>
              <p:nvPr/>
            </p:nvSpPr>
            <p:spPr>
              <a:xfrm>
                <a:off x="5777141" y="1300603"/>
                <a:ext cx="50825" cy="53396"/>
              </a:xfrm>
              <a:custGeom>
                <a:rect b="b" l="l" r="r" t="t"/>
                <a:pathLst>
                  <a:path extrusionOk="0" h="66745" w="63531">
                    <a:moveTo>
                      <a:pt x="63532" y="451"/>
                    </a:moveTo>
                    <a:cubicBezTo>
                      <a:pt x="63532" y="451"/>
                      <a:pt x="32671" y="-9074"/>
                      <a:pt x="0" y="59411"/>
                    </a:cubicBezTo>
                    <a:lnTo>
                      <a:pt x="12192" y="66745"/>
                    </a:lnTo>
                    <a:cubicBezTo>
                      <a:pt x="27499" y="43304"/>
                      <a:pt x="44663" y="21130"/>
                      <a:pt x="63532" y="45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1"/>
            <p:cNvGrpSpPr/>
            <p:nvPr/>
          </p:nvGrpSpPr>
          <p:grpSpPr>
            <a:xfrm>
              <a:off x="5122427" y="3292365"/>
              <a:ext cx="823270" cy="1268939"/>
              <a:chOff x="5490177" y="3555452"/>
              <a:chExt cx="823270" cy="1268939"/>
            </a:xfrm>
          </p:grpSpPr>
          <p:sp>
            <p:nvSpPr>
              <p:cNvPr id="189" name="Google Shape;189;p1"/>
              <p:cNvSpPr/>
              <p:nvPr/>
            </p:nvSpPr>
            <p:spPr>
              <a:xfrm>
                <a:off x="5967652" y="4624747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7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7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"/>
              <p:cNvSpPr/>
              <p:nvPr/>
            </p:nvSpPr>
            <p:spPr>
              <a:xfrm>
                <a:off x="6225123" y="3957880"/>
                <a:ext cx="68002" cy="244678"/>
              </a:xfrm>
              <a:custGeom>
                <a:rect b="b" l="l" r="r" t="t"/>
                <a:pathLst>
                  <a:path extrusionOk="0" h="305847" w="85002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"/>
              <p:cNvSpPr/>
              <p:nvPr/>
            </p:nvSpPr>
            <p:spPr>
              <a:xfrm>
                <a:off x="6014262" y="4720102"/>
                <a:ext cx="99120" cy="56094"/>
              </a:xfrm>
              <a:custGeom>
                <a:rect b="b" l="l" r="r" t="t"/>
                <a:pathLst>
                  <a:path extrusionOk="0" h="70118" w="12390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"/>
              <p:cNvSpPr/>
              <p:nvPr/>
            </p:nvSpPr>
            <p:spPr>
              <a:xfrm>
                <a:off x="6014165" y="4729456"/>
                <a:ext cx="97551" cy="46733"/>
              </a:xfrm>
              <a:custGeom>
                <a:rect b="b" l="l" r="r" t="t"/>
                <a:pathLst>
                  <a:path extrusionOk="0" h="58416" w="121939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"/>
              <p:cNvSpPr/>
              <p:nvPr/>
            </p:nvSpPr>
            <p:spPr>
              <a:xfrm>
                <a:off x="6140412" y="4656810"/>
                <a:ext cx="95533" cy="53978"/>
              </a:xfrm>
              <a:custGeom>
                <a:rect b="b" l="l" r="r" t="t"/>
                <a:pathLst>
                  <a:path extrusionOk="0" h="67472" w="119416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"/>
              <p:cNvSpPr/>
              <p:nvPr/>
            </p:nvSpPr>
            <p:spPr>
              <a:xfrm>
                <a:off x="6140448" y="4665717"/>
                <a:ext cx="93872" cy="45066"/>
              </a:xfrm>
              <a:custGeom>
                <a:rect b="b" l="l" r="r" t="t"/>
                <a:pathLst>
                  <a:path extrusionOk="0" h="56332" w="11734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"/>
              <p:cNvSpPr/>
              <p:nvPr/>
            </p:nvSpPr>
            <p:spPr>
              <a:xfrm>
                <a:off x="6074259" y="4151308"/>
                <a:ext cx="190443" cy="586341"/>
              </a:xfrm>
              <a:custGeom>
                <a:rect b="b" l="l" r="r" t="t"/>
                <a:pathLst>
                  <a:path extrusionOk="0" h="732926" w="238054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"/>
              <p:cNvSpPr/>
              <p:nvPr/>
            </p:nvSpPr>
            <p:spPr>
              <a:xfrm>
                <a:off x="6075072" y="4151308"/>
                <a:ext cx="189540" cy="327893"/>
              </a:xfrm>
              <a:custGeom>
                <a:rect b="b" l="l" r="r" t="t"/>
                <a:pathLst>
                  <a:path extrusionOk="0" h="409866" w="236925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"/>
              <p:cNvSpPr/>
              <p:nvPr/>
            </p:nvSpPr>
            <p:spPr>
              <a:xfrm>
                <a:off x="6112869" y="3797323"/>
                <a:ext cx="128417" cy="206862"/>
              </a:xfrm>
              <a:custGeom>
                <a:rect b="b" l="l" r="r" t="t"/>
                <a:pathLst>
                  <a:path extrusionOk="0" h="258577" w="160521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"/>
              <p:cNvSpPr/>
              <p:nvPr/>
            </p:nvSpPr>
            <p:spPr>
              <a:xfrm>
                <a:off x="6244085" y="3981464"/>
                <a:ext cx="49073" cy="87044"/>
              </a:xfrm>
              <a:custGeom>
                <a:rect b="b" l="l" r="r" t="t"/>
                <a:pathLst>
                  <a:path extrusionOk="0" h="108805" w="61341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"/>
              <p:cNvSpPr/>
              <p:nvPr/>
            </p:nvSpPr>
            <p:spPr>
              <a:xfrm>
                <a:off x="6106401" y="3956215"/>
                <a:ext cx="153237" cy="219092"/>
              </a:xfrm>
              <a:custGeom>
                <a:rect b="b" l="l" r="r" t="t"/>
                <a:pathLst>
                  <a:path extrusionOk="0" h="273865" w="191546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"/>
              <p:cNvSpPr/>
              <p:nvPr/>
            </p:nvSpPr>
            <p:spPr>
              <a:xfrm>
                <a:off x="5856250" y="4001330"/>
                <a:ext cx="294998" cy="212364"/>
              </a:xfrm>
              <a:custGeom>
                <a:rect b="b" l="l" r="r" t="t"/>
                <a:pathLst>
                  <a:path extrusionOk="0" h="265455" w="368747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"/>
              <p:cNvSpPr/>
              <p:nvPr/>
            </p:nvSpPr>
            <p:spPr>
              <a:xfrm>
                <a:off x="6075027" y="3988967"/>
                <a:ext cx="80628" cy="83804"/>
              </a:xfrm>
              <a:custGeom>
                <a:rect b="b" l="l" r="r" t="t"/>
                <a:pathLst>
                  <a:path extrusionOk="0" h="104755" w="100785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"/>
              <p:cNvSpPr/>
              <p:nvPr/>
            </p:nvSpPr>
            <p:spPr>
              <a:xfrm>
                <a:off x="6107459" y="3797280"/>
                <a:ext cx="160810" cy="262954"/>
              </a:xfrm>
              <a:custGeom>
                <a:rect b="b" l="l" r="r" t="t"/>
                <a:pathLst>
                  <a:path extrusionOk="0" h="328692" w="201012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"/>
              <p:cNvSpPr/>
              <p:nvPr/>
            </p:nvSpPr>
            <p:spPr>
              <a:xfrm>
                <a:off x="5490177" y="438113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"/>
              <p:cNvSpPr/>
              <p:nvPr/>
            </p:nvSpPr>
            <p:spPr>
              <a:xfrm>
                <a:off x="5573749" y="4455840"/>
                <a:ext cx="98301" cy="76095"/>
              </a:xfrm>
              <a:custGeom>
                <a:rect b="b" l="l" r="r" t="t"/>
                <a:pathLst>
                  <a:path extrusionOk="0" h="95119" w="122876">
                    <a:moveTo>
                      <a:pt x="9769" y="2"/>
                    </a:moveTo>
                    <a:cubicBezTo>
                      <a:pt x="24533" y="12004"/>
                      <a:pt x="46250" y="1050"/>
                      <a:pt x="47297" y="2193"/>
                    </a:cubicBezTo>
                    <a:cubicBezTo>
                      <a:pt x="64639" y="18195"/>
                      <a:pt x="82792" y="33302"/>
                      <a:pt x="101685" y="47437"/>
                    </a:cubicBezTo>
                    <a:cubicBezTo>
                      <a:pt x="111210" y="54676"/>
                      <a:pt x="125212" y="64296"/>
                      <a:pt x="122545" y="78202"/>
                    </a:cubicBezTo>
                    <a:cubicBezTo>
                      <a:pt x="117973" y="102967"/>
                      <a:pt x="78254" y="95347"/>
                      <a:pt x="63204" y="87727"/>
                    </a:cubicBezTo>
                    <a:cubicBezTo>
                      <a:pt x="48155" y="80107"/>
                      <a:pt x="35963" y="67630"/>
                      <a:pt x="21770" y="59152"/>
                    </a:cubicBezTo>
                    <a:cubicBezTo>
                      <a:pt x="11674" y="52866"/>
                      <a:pt x="1768" y="49627"/>
                      <a:pt x="149" y="36864"/>
                    </a:cubicBezTo>
                    <a:cubicBezTo>
                      <a:pt x="-1185" y="28768"/>
                      <a:pt x="6816" y="-284"/>
                      <a:pt x="9769" y="2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"/>
              <p:cNvSpPr/>
              <p:nvPr/>
            </p:nvSpPr>
            <p:spPr>
              <a:xfrm>
                <a:off x="5573762" y="4480895"/>
                <a:ext cx="97794" cy="51001"/>
              </a:xfrm>
              <a:custGeom>
                <a:rect b="b" l="l" r="r" t="t"/>
                <a:pathLst>
                  <a:path extrusionOk="0" h="63751" w="122242">
                    <a:moveTo>
                      <a:pt x="227" y="0"/>
                    </a:moveTo>
                    <a:cubicBezTo>
                      <a:pt x="2228" y="12192"/>
                      <a:pt x="12038" y="15621"/>
                      <a:pt x="22040" y="21812"/>
                    </a:cubicBezTo>
                    <a:cubicBezTo>
                      <a:pt x="36518" y="30766"/>
                      <a:pt x="49186" y="43720"/>
                      <a:pt x="64140" y="51245"/>
                    </a:cubicBezTo>
                    <a:cubicBezTo>
                      <a:pt x="79094" y="58769"/>
                      <a:pt x="112527" y="65246"/>
                      <a:pt x="122243" y="47530"/>
                    </a:cubicBezTo>
                    <a:cubicBezTo>
                      <a:pt x="117004" y="71438"/>
                      <a:pt x="77951" y="63913"/>
                      <a:pt x="63092" y="56388"/>
                    </a:cubicBezTo>
                    <a:cubicBezTo>
                      <a:pt x="48233" y="48863"/>
                      <a:pt x="35851" y="36290"/>
                      <a:pt x="21659" y="27813"/>
                    </a:cubicBezTo>
                    <a:cubicBezTo>
                      <a:pt x="11562" y="21527"/>
                      <a:pt x="1656" y="18288"/>
                      <a:pt x="37" y="5524"/>
                    </a:cubicBezTo>
                    <a:cubicBezTo>
                      <a:pt x="-49" y="3677"/>
                      <a:pt x="15" y="1829"/>
                      <a:pt x="227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"/>
              <p:cNvSpPr/>
              <p:nvPr/>
            </p:nvSpPr>
            <p:spPr>
              <a:xfrm>
                <a:off x="5674337" y="4417793"/>
                <a:ext cx="98217" cy="73323"/>
              </a:xfrm>
              <a:custGeom>
                <a:rect b="b" l="l" r="r" t="t"/>
                <a:pathLst>
                  <a:path extrusionOk="0" h="91654" w="122771">
                    <a:moveTo>
                      <a:pt x="11400" y="61"/>
                    </a:moveTo>
                    <a:cubicBezTo>
                      <a:pt x="26164" y="12062"/>
                      <a:pt x="51881" y="-987"/>
                      <a:pt x="53024" y="61"/>
                    </a:cubicBezTo>
                    <a:cubicBezTo>
                      <a:pt x="68334" y="15615"/>
                      <a:pt x="84521" y="30274"/>
                      <a:pt x="101507" y="43971"/>
                    </a:cubicBezTo>
                    <a:cubicBezTo>
                      <a:pt x="111032" y="51114"/>
                      <a:pt x="125033" y="60830"/>
                      <a:pt x="122462" y="74737"/>
                    </a:cubicBezTo>
                    <a:cubicBezTo>
                      <a:pt x="117794" y="99502"/>
                      <a:pt x="78075" y="91881"/>
                      <a:pt x="63121" y="84262"/>
                    </a:cubicBezTo>
                    <a:cubicBezTo>
                      <a:pt x="48167" y="76642"/>
                      <a:pt x="35879" y="64069"/>
                      <a:pt x="21687" y="55687"/>
                    </a:cubicBezTo>
                    <a:cubicBezTo>
                      <a:pt x="11591" y="49400"/>
                      <a:pt x="1589" y="46162"/>
                      <a:pt x="65" y="33398"/>
                    </a:cubicBezTo>
                    <a:cubicBezTo>
                      <a:pt x="-887" y="25302"/>
                      <a:pt x="8828" y="-225"/>
                      <a:pt x="11400" y="61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"/>
              <p:cNvSpPr/>
              <p:nvPr/>
            </p:nvSpPr>
            <p:spPr>
              <a:xfrm>
                <a:off x="5674522" y="4441449"/>
                <a:ext cx="97784" cy="51040"/>
              </a:xfrm>
              <a:custGeom>
                <a:rect b="b" l="l" r="r" t="t"/>
                <a:pathLst>
                  <a:path extrusionOk="0" h="63800" w="122230">
                    <a:moveTo>
                      <a:pt x="216" y="0"/>
                    </a:moveTo>
                    <a:cubicBezTo>
                      <a:pt x="2216" y="12192"/>
                      <a:pt x="12027" y="15621"/>
                      <a:pt x="22028" y="21812"/>
                    </a:cubicBezTo>
                    <a:cubicBezTo>
                      <a:pt x="36506" y="30766"/>
                      <a:pt x="49174" y="43720"/>
                      <a:pt x="64128" y="51340"/>
                    </a:cubicBezTo>
                    <a:cubicBezTo>
                      <a:pt x="79083" y="58960"/>
                      <a:pt x="112515" y="65246"/>
                      <a:pt x="122231" y="47530"/>
                    </a:cubicBezTo>
                    <a:cubicBezTo>
                      <a:pt x="116992" y="71438"/>
                      <a:pt x="77940" y="64008"/>
                      <a:pt x="63081" y="56483"/>
                    </a:cubicBezTo>
                    <a:cubicBezTo>
                      <a:pt x="48222" y="48958"/>
                      <a:pt x="35934" y="36290"/>
                      <a:pt x="21742" y="27432"/>
                    </a:cubicBezTo>
                    <a:cubicBezTo>
                      <a:pt x="11550" y="21146"/>
                      <a:pt x="1644" y="17907"/>
                      <a:pt x="25" y="5143"/>
                    </a:cubicBezTo>
                    <a:cubicBezTo>
                      <a:pt x="-41" y="3429"/>
                      <a:pt x="23" y="1705"/>
                      <a:pt x="21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"/>
              <p:cNvSpPr/>
              <p:nvPr/>
            </p:nvSpPr>
            <p:spPr>
              <a:xfrm>
                <a:off x="5578538" y="3979203"/>
                <a:ext cx="169290" cy="484803"/>
              </a:xfrm>
              <a:custGeom>
                <a:rect b="b" l="l" r="r" t="t"/>
                <a:pathLst>
                  <a:path extrusionOk="0" h="606004" w="211613">
                    <a:moveTo>
                      <a:pt x="2540" y="52483"/>
                    </a:moveTo>
                    <a:cubicBezTo>
                      <a:pt x="3302" y="74771"/>
                      <a:pt x="10160" y="171545"/>
                      <a:pt x="13303" y="222695"/>
                    </a:cubicBezTo>
                    <a:cubicBezTo>
                      <a:pt x="16446" y="273844"/>
                      <a:pt x="17113" y="336995"/>
                      <a:pt x="17113" y="336995"/>
                    </a:cubicBezTo>
                    <a:cubicBezTo>
                      <a:pt x="17113" y="336995"/>
                      <a:pt x="8255" y="374237"/>
                      <a:pt x="2540" y="418147"/>
                    </a:cubicBezTo>
                    <a:cubicBezTo>
                      <a:pt x="-3175" y="462058"/>
                      <a:pt x="2540" y="600361"/>
                      <a:pt x="2540" y="600361"/>
                    </a:cubicBezTo>
                    <a:cubicBezTo>
                      <a:pt x="14124" y="607886"/>
                      <a:pt x="29056" y="607886"/>
                      <a:pt x="40640" y="600361"/>
                    </a:cubicBezTo>
                    <a:cubicBezTo>
                      <a:pt x="40640" y="600361"/>
                      <a:pt x="64262" y="489585"/>
                      <a:pt x="75121" y="439674"/>
                    </a:cubicBezTo>
                    <a:cubicBezTo>
                      <a:pt x="85979" y="389763"/>
                      <a:pt x="87979" y="360997"/>
                      <a:pt x="93599" y="330137"/>
                    </a:cubicBezTo>
                    <a:cubicBezTo>
                      <a:pt x="100457" y="292703"/>
                      <a:pt x="115221" y="118110"/>
                      <a:pt x="115221" y="118110"/>
                    </a:cubicBezTo>
                    <a:lnTo>
                      <a:pt x="121126" y="118110"/>
                    </a:lnTo>
                    <a:lnTo>
                      <a:pt x="136938" y="315182"/>
                    </a:lnTo>
                    <a:cubicBezTo>
                      <a:pt x="132057" y="329717"/>
                      <a:pt x="128705" y="344719"/>
                      <a:pt x="126937" y="359950"/>
                    </a:cubicBezTo>
                    <a:cubicBezTo>
                      <a:pt x="122650" y="392049"/>
                      <a:pt x="131509" y="553593"/>
                      <a:pt x="131509" y="553593"/>
                    </a:cubicBezTo>
                    <a:cubicBezTo>
                      <a:pt x="144340" y="560727"/>
                      <a:pt x="160089" y="560070"/>
                      <a:pt x="172276" y="551879"/>
                    </a:cubicBezTo>
                    <a:cubicBezTo>
                      <a:pt x="172276" y="551879"/>
                      <a:pt x="211614" y="337947"/>
                      <a:pt x="211614" y="305467"/>
                    </a:cubicBezTo>
                    <a:cubicBezTo>
                      <a:pt x="211614" y="283845"/>
                      <a:pt x="207994" y="0"/>
                      <a:pt x="207994" y="0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"/>
              <p:cNvSpPr/>
              <p:nvPr/>
            </p:nvSpPr>
            <p:spPr>
              <a:xfrm>
                <a:off x="5601056" y="3677030"/>
                <a:ext cx="108255" cy="105706"/>
              </a:xfrm>
              <a:custGeom>
                <a:rect b="b" l="l" r="r" t="t"/>
                <a:pathLst>
                  <a:path extrusionOk="0" h="132132" w="135319">
                    <a:moveTo>
                      <a:pt x="27811" y="0"/>
                    </a:moveTo>
                    <a:cubicBezTo>
                      <a:pt x="27811" y="0"/>
                      <a:pt x="30287" y="48578"/>
                      <a:pt x="29239" y="52864"/>
                    </a:cubicBezTo>
                    <a:cubicBezTo>
                      <a:pt x="28192" y="57150"/>
                      <a:pt x="6951" y="71342"/>
                      <a:pt x="664" y="76486"/>
                    </a:cubicBezTo>
                    <a:cubicBezTo>
                      <a:pt x="-5622" y="81629"/>
                      <a:pt x="34288" y="120491"/>
                      <a:pt x="53623" y="130016"/>
                    </a:cubicBezTo>
                    <a:cubicBezTo>
                      <a:pt x="72959" y="139541"/>
                      <a:pt x="134205" y="115538"/>
                      <a:pt x="135253" y="85439"/>
                    </a:cubicBezTo>
                    <a:cubicBezTo>
                      <a:pt x="136300" y="55340"/>
                      <a:pt x="124775" y="30099"/>
                      <a:pt x="115441" y="28765"/>
                    </a:cubicBezTo>
                    <a:cubicBezTo>
                      <a:pt x="106106" y="27432"/>
                      <a:pt x="27811" y="0"/>
                      <a:pt x="27811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"/>
              <p:cNvSpPr/>
              <p:nvPr/>
            </p:nvSpPr>
            <p:spPr>
              <a:xfrm>
                <a:off x="5726677" y="3702009"/>
                <a:ext cx="153814" cy="302133"/>
              </a:xfrm>
              <a:custGeom>
                <a:rect b="b" l="l" r="r" t="t"/>
                <a:pathLst>
                  <a:path extrusionOk="0" h="377666" w="192267">
                    <a:moveTo>
                      <a:pt x="3655" y="58864"/>
                    </a:moveTo>
                    <a:cubicBezTo>
                      <a:pt x="6513" y="37433"/>
                      <a:pt x="-7584" y="17050"/>
                      <a:pt x="6037" y="0"/>
                    </a:cubicBezTo>
                    <a:cubicBezTo>
                      <a:pt x="53662" y="47054"/>
                      <a:pt x="47947" y="171450"/>
                      <a:pt x="58805" y="250984"/>
                    </a:cubicBezTo>
                    <a:cubicBezTo>
                      <a:pt x="94429" y="288131"/>
                      <a:pt x="165961" y="324803"/>
                      <a:pt x="186059" y="333851"/>
                    </a:cubicBezTo>
                    <a:cubicBezTo>
                      <a:pt x="189679" y="335566"/>
                      <a:pt x="192917" y="337375"/>
                      <a:pt x="192155" y="341281"/>
                    </a:cubicBezTo>
                    <a:cubicBezTo>
                      <a:pt x="189461" y="354530"/>
                      <a:pt x="183757" y="366979"/>
                      <a:pt x="175486" y="377666"/>
                    </a:cubicBezTo>
                    <a:cubicBezTo>
                      <a:pt x="127861" y="357283"/>
                      <a:pt x="94048" y="345567"/>
                      <a:pt x="34897" y="289370"/>
                    </a:cubicBezTo>
                    <a:cubicBezTo>
                      <a:pt x="29295" y="283293"/>
                      <a:pt x="24287" y="276692"/>
                      <a:pt x="19943" y="269653"/>
                    </a:cubicBezTo>
                    <a:cubicBezTo>
                      <a:pt x="3084" y="218980"/>
                      <a:pt x="-1202" y="95821"/>
                      <a:pt x="3655" y="588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"/>
              <p:cNvSpPr/>
              <p:nvPr/>
            </p:nvSpPr>
            <p:spPr>
              <a:xfrm>
                <a:off x="5572425" y="3691494"/>
                <a:ext cx="175494" cy="353954"/>
              </a:xfrm>
              <a:custGeom>
                <a:rect b="b" l="l" r="r" t="t"/>
                <a:pathLst>
                  <a:path extrusionOk="0" h="442443" w="219367">
                    <a:moveTo>
                      <a:pt x="58192" y="43155"/>
                    </a:moveTo>
                    <a:cubicBezTo>
                      <a:pt x="58192" y="43155"/>
                      <a:pt x="93434" y="95638"/>
                      <a:pt x="142583" y="100305"/>
                    </a:cubicBezTo>
                    <a:cubicBezTo>
                      <a:pt x="158109" y="85065"/>
                      <a:pt x="159443" y="30678"/>
                      <a:pt x="138011" y="13247"/>
                    </a:cubicBezTo>
                    <a:cubicBezTo>
                      <a:pt x="138011" y="13247"/>
                      <a:pt x="157728" y="-2660"/>
                      <a:pt x="171254" y="388"/>
                    </a:cubicBezTo>
                    <a:cubicBezTo>
                      <a:pt x="185905" y="9218"/>
                      <a:pt x="196816" y="23115"/>
                      <a:pt x="201924" y="39441"/>
                    </a:cubicBezTo>
                    <a:cubicBezTo>
                      <a:pt x="214382" y="75569"/>
                      <a:pt x="220254" y="113631"/>
                      <a:pt x="219260" y="151836"/>
                    </a:cubicBezTo>
                    <a:cubicBezTo>
                      <a:pt x="218402" y="203366"/>
                      <a:pt x="219260" y="360814"/>
                      <a:pt x="219260" y="360814"/>
                    </a:cubicBezTo>
                    <a:cubicBezTo>
                      <a:pt x="219260" y="360814"/>
                      <a:pt x="212402" y="394056"/>
                      <a:pt x="167920" y="418821"/>
                    </a:cubicBezTo>
                    <a:cubicBezTo>
                      <a:pt x="123438" y="443586"/>
                      <a:pt x="90386" y="446063"/>
                      <a:pt x="60192" y="439014"/>
                    </a:cubicBezTo>
                    <a:cubicBezTo>
                      <a:pt x="35332" y="433204"/>
                      <a:pt x="14758" y="424441"/>
                      <a:pt x="6185" y="406439"/>
                    </a:cubicBezTo>
                    <a:cubicBezTo>
                      <a:pt x="8471" y="370244"/>
                      <a:pt x="24569" y="276042"/>
                      <a:pt x="18568" y="230607"/>
                    </a:cubicBezTo>
                    <a:cubicBezTo>
                      <a:pt x="12567" y="185173"/>
                      <a:pt x="2947" y="151359"/>
                      <a:pt x="470" y="114593"/>
                    </a:cubicBezTo>
                    <a:cubicBezTo>
                      <a:pt x="-2006" y="77826"/>
                      <a:pt x="5233" y="78588"/>
                      <a:pt x="23711" y="65539"/>
                    </a:cubicBezTo>
                    <a:cubicBezTo>
                      <a:pt x="34645" y="57252"/>
                      <a:pt x="46169" y="49766"/>
                      <a:pt x="58192" y="4315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"/>
              <p:cNvSpPr/>
              <p:nvPr/>
            </p:nvSpPr>
            <p:spPr>
              <a:xfrm>
                <a:off x="5596900" y="3567776"/>
                <a:ext cx="116875" cy="142090"/>
              </a:xfrm>
              <a:custGeom>
                <a:rect b="b" l="l" r="r" t="t"/>
                <a:pathLst>
                  <a:path extrusionOk="0" h="177613" w="146094">
                    <a:moveTo>
                      <a:pt x="142737" y="64264"/>
                    </a:moveTo>
                    <a:lnTo>
                      <a:pt x="142737" y="64264"/>
                    </a:lnTo>
                    <a:cubicBezTo>
                      <a:pt x="136926" y="26164"/>
                      <a:pt x="109780" y="-2411"/>
                      <a:pt x="70823" y="161"/>
                    </a:cubicBezTo>
                    <a:cubicBezTo>
                      <a:pt x="29585" y="2342"/>
                      <a:pt x="-2076" y="37537"/>
                      <a:pt x="106" y="78780"/>
                    </a:cubicBezTo>
                    <a:cubicBezTo>
                      <a:pt x="1341" y="102107"/>
                      <a:pt x="13407" y="123519"/>
                      <a:pt x="32723" y="136654"/>
                    </a:cubicBezTo>
                    <a:cubicBezTo>
                      <a:pt x="34067" y="142360"/>
                      <a:pt x="36081" y="147894"/>
                      <a:pt x="38724" y="153132"/>
                    </a:cubicBezTo>
                    <a:cubicBezTo>
                      <a:pt x="52440" y="169230"/>
                      <a:pt x="94064" y="179136"/>
                      <a:pt x="105970" y="177421"/>
                    </a:cubicBezTo>
                    <a:cubicBezTo>
                      <a:pt x="120536" y="176269"/>
                      <a:pt x="132921" y="166334"/>
                      <a:pt x="137212" y="152370"/>
                    </a:cubicBezTo>
                    <a:cubicBezTo>
                      <a:pt x="150166" y="122462"/>
                      <a:pt x="146070" y="82838"/>
                      <a:pt x="142737" y="642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"/>
              <p:cNvSpPr/>
              <p:nvPr/>
            </p:nvSpPr>
            <p:spPr>
              <a:xfrm>
                <a:off x="5586117" y="3555452"/>
                <a:ext cx="123225" cy="121654"/>
              </a:xfrm>
              <a:custGeom>
                <a:rect b="b" l="l" r="r" t="t"/>
                <a:pathLst>
                  <a:path extrusionOk="0" h="152067" w="154031">
                    <a:moveTo>
                      <a:pt x="46496" y="152068"/>
                    </a:moveTo>
                    <a:lnTo>
                      <a:pt x="46496" y="152068"/>
                    </a:lnTo>
                    <a:lnTo>
                      <a:pt x="50021" y="119112"/>
                    </a:lnTo>
                    <a:cubicBezTo>
                      <a:pt x="50021" y="119112"/>
                      <a:pt x="22874" y="49579"/>
                      <a:pt x="86692" y="63009"/>
                    </a:cubicBezTo>
                    <a:cubicBezTo>
                      <a:pt x="128602" y="71867"/>
                      <a:pt x="139079" y="75677"/>
                      <a:pt x="151843" y="47579"/>
                    </a:cubicBezTo>
                    <a:cubicBezTo>
                      <a:pt x="164606" y="19480"/>
                      <a:pt x="119648" y="-5857"/>
                      <a:pt x="66118" y="1192"/>
                    </a:cubicBezTo>
                    <a:cubicBezTo>
                      <a:pt x="27984" y="5192"/>
                      <a:pt x="-739" y="37720"/>
                      <a:pt x="14" y="76058"/>
                    </a:cubicBezTo>
                    <a:cubicBezTo>
                      <a:pt x="1538" y="96632"/>
                      <a:pt x="7063" y="138542"/>
                      <a:pt x="46496" y="152068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"/>
              <p:cNvSpPr/>
              <p:nvPr/>
            </p:nvSpPr>
            <p:spPr>
              <a:xfrm>
                <a:off x="5563193" y="3761560"/>
                <a:ext cx="157578" cy="270890"/>
              </a:xfrm>
              <a:custGeom>
                <a:rect b="b" l="l" r="r" t="t"/>
                <a:pathLst>
                  <a:path extrusionOk="0" h="338613" w="196972">
                    <a:moveTo>
                      <a:pt x="780" y="5239"/>
                    </a:moveTo>
                    <a:cubicBezTo>
                      <a:pt x="19163" y="0"/>
                      <a:pt x="5161" y="4286"/>
                      <a:pt x="19163" y="0"/>
                    </a:cubicBezTo>
                    <a:cubicBezTo>
                      <a:pt x="66788" y="46958"/>
                      <a:pt x="61168" y="127540"/>
                      <a:pt x="72027" y="207073"/>
                    </a:cubicBezTo>
                    <a:cubicBezTo>
                      <a:pt x="98506" y="250984"/>
                      <a:pt x="196709" y="310039"/>
                      <a:pt x="196709" y="310039"/>
                    </a:cubicBezTo>
                    <a:cubicBezTo>
                      <a:pt x="197947" y="318516"/>
                      <a:pt x="194994" y="320992"/>
                      <a:pt x="184326" y="338614"/>
                    </a:cubicBezTo>
                    <a:cubicBezTo>
                      <a:pt x="129661" y="317649"/>
                      <a:pt x="79941" y="285579"/>
                      <a:pt x="38308" y="244411"/>
                    </a:cubicBezTo>
                    <a:cubicBezTo>
                      <a:pt x="35927" y="242221"/>
                      <a:pt x="32498" y="241554"/>
                      <a:pt x="31545" y="238601"/>
                    </a:cubicBezTo>
                    <a:cubicBezTo>
                      <a:pt x="14686" y="187547"/>
                      <a:pt x="-4078" y="42291"/>
                      <a:pt x="780" y="5239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"/>
              <p:cNvSpPr/>
              <p:nvPr/>
            </p:nvSpPr>
            <p:spPr>
              <a:xfrm>
                <a:off x="5730894" y="3844261"/>
                <a:ext cx="182422" cy="245287"/>
              </a:xfrm>
              <a:custGeom>
                <a:rect b="b" l="l" r="r" t="t"/>
                <a:pathLst>
                  <a:path extrusionOk="0" h="306609" w="228028">
                    <a:moveTo>
                      <a:pt x="228028" y="0"/>
                    </a:moveTo>
                    <a:lnTo>
                      <a:pt x="156686" y="244030"/>
                    </a:lnTo>
                    <a:lnTo>
                      <a:pt x="0" y="306610"/>
                    </a:lnTo>
                    <a:lnTo>
                      <a:pt x="57150" y="68866"/>
                    </a:lnTo>
                    <a:lnTo>
                      <a:pt x="22802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"/>
              <p:cNvSpPr/>
              <p:nvPr/>
            </p:nvSpPr>
            <p:spPr>
              <a:xfrm>
                <a:off x="5699455" y="3997937"/>
                <a:ext cx="92794" cy="45581"/>
              </a:xfrm>
              <a:custGeom>
                <a:rect b="b" l="l" r="r" t="t"/>
                <a:pathLst>
                  <a:path extrusionOk="0" h="56976" w="115992">
                    <a:moveTo>
                      <a:pt x="1604" y="16383"/>
                    </a:moveTo>
                    <a:cubicBezTo>
                      <a:pt x="3890" y="8001"/>
                      <a:pt x="9891" y="10096"/>
                      <a:pt x="16749" y="12192"/>
                    </a:cubicBezTo>
                    <a:cubicBezTo>
                      <a:pt x="24087" y="15173"/>
                      <a:pt x="32154" y="15869"/>
                      <a:pt x="39895" y="14192"/>
                    </a:cubicBezTo>
                    <a:cubicBezTo>
                      <a:pt x="45919" y="11240"/>
                      <a:pt x="51497" y="7458"/>
                      <a:pt x="56468" y="2953"/>
                    </a:cubicBezTo>
                    <a:cubicBezTo>
                      <a:pt x="59631" y="1038"/>
                      <a:pt x="63251" y="19"/>
                      <a:pt x="66946" y="0"/>
                    </a:cubicBezTo>
                    <a:cubicBezTo>
                      <a:pt x="66946" y="2096"/>
                      <a:pt x="63326" y="14478"/>
                      <a:pt x="63326" y="14478"/>
                    </a:cubicBezTo>
                    <a:cubicBezTo>
                      <a:pt x="63326" y="14478"/>
                      <a:pt x="97712" y="14478"/>
                      <a:pt x="101426" y="14478"/>
                    </a:cubicBezTo>
                    <a:cubicBezTo>
                      <a:pt x="104583" y="13907"/>
                      <a:pt x="107609" y="15993"/>
                      <a:pt x="108184" y="19155"/>
                    </a:cubicBezTo>
                    <a:cubicBezTo>
                      <a:pt x="108501" y="20889"/>
                      <a:pt x="108012" y="22670"/>
                      <a:pt x="106856" y="24003"/>
                    </a:cubicBezTo>
                    <a:lnTo>
                      <a:pt x="109237" y="24003"/>
                    </a:lnTo>
                    <a:cubicBezTo>
                      <a:pt x="116190" y="22479"/>
                      <a:pt x="118762" y="33528"/>
                      <a:pt x="112190" y="34862"/>
                    </a:cubicBezTo>
                    <a:lnTo>
                      <a:pt x="106475" y="35719"/>
                    </a:lnTo>
                    <a:cubicBezTo>
                      <a:pt x="111047" y="37529"/>
                      <a:pt x="112190" y="45244"/>
                      <a:pt x="106475" y="46196"/>
                    </a:cubicBezTo>
                    <a:lnTo>
                      <a:pt x="104665" y="46196"/>
                    </a:lnTo>
                    <a:cubicBezTo>
                      <a:pt x="103845" y="46339"/>
                      <a:pt x="103009" y="46339"/>
                      <a:pt x="102188" y="46196"/>
                    </a:cubicBezTo>
                    <a:lnTo>
                      <a:pt x="100188" y="46196"/>
                    </a:lnTo>
                    <a:cubicBezTo>
                      <a:pt x="100896" y="49435"/>
                      <a:pt x="98845" y="52635"/>
                      <a:pt x="95608" y="53340"/>
                    </a:cubicBezTo>
                    <a:cubicBezTo>
                      <a:pt x="95421" y="53378"/>
                      <a:pt x="95233" y="53416"/>
                      <a:pt x="95045" y="53435"/>
                    </a:cubicBezTo>
                    <a:cubicBezTo>
                      <a:pt x="78281" y="55626"/>
                      <a:pt x="53611" y="62294"/>
                      <a:pt x="38466" y="48482"/>
                    </a:cubicBezTo>
                    <a:cubicBezTo>
                      <a:pt x="27950" y="47473"/>
                      <a:pt x="17678" y="44710"/>
                      <a:pt x="8081" y="40291"/>
                    </a:cubicBezTo>
                    <a:cubicBezTo>
                      <a:pt x="-967" y="35719"/>
                      <a:pt x="-1253" y="26289"/>
                      <a:pt x="1604" y="16383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"/>
              <p:cNvSpPr/>
              <p:nvPr/>
            </p:nvSpPr>
            <p:spPr>
              <a:xfrm>
                <a:off x="5833154" y="3969125"/>
                <a:ext cx="57182" cy="47279"/>
              </a:xfrm>
              <a:custGeom>
                <a:rect b="b" l="l" r="r" t="t"/>
                <a:pathLst>
                  <a:path extrusionOk="0" h="59099" w="71478">
                    <a:moveTo>
                      <a:pt x="5636" y="32418"/>
                    </a:moveTo>
                    <a:lnTo>
                      <a:pt x="8018" y="32418"/>
                    </a:lnTo>
                    <a:cubicBezTo>
                      <a:pt x="5440" y="30599"/>
                      <a:pt x="4827" y="27027"/>
                      <a:pt x="6648" y="24455"/>
                    </a:cubicBezTo>
                    <a:cubicBezTo>
                      <a:pt x="7726" y="22922"/>
                      <a:pt x="9482" y="22026"/>
                      <a:pt x="11351" y="22036"/>
                    </a:cubicBezTo>
                    <a:cubicBezTo>
                      <a:pt x="14876" y="22036"/>
                      <a:pt x="50213" y="14606"/>
                      <a:pt x="50213" y="14606"/>
                    </a:cubicBezTo>
                    <a:lnTo>
                      <a:pt x="54500" y="128"/>
                    </a:lnTo>
                    <a:cubicBezTo>
                      <a:pt x="54500" y="-729"/>
                      <a:pt x="60596" y="2986"/>
                      <a:pt x="60786" y="3176"/>
                    </a:cubicBezTo>
                    <a:cubicBezTo>
                      <a:pt x="66872" y="7091"/>
                      <a:pt x="70809" y="13597"/>
                      <a:pt x="71454" y="20798"/>
                    </a:cubicBezTo>
                    <a:cubicBezTo>
                      <a:pt x="71818" y="30903"/>
                      <a:pt x="68152" y="40733"/>
                      <a:pt x="61262" y="48134"/>
                    </a:cubicBezTo>
                    <a:cubicBezTo>
                      <a:pt x="54984" y="54364"/>
                      <a:pt x="46575" y="57974"/>
                      <a:pt x="37736" y="58231"/>
                    </a:cubicBezTo>
                    <a:cubicBezTo>
                      <a:pt x="33449" y="58231"/>
                      <a:pt x="29354" y="58707"/>
                      <a:pt x="25639" y="59088"/>
                    </a:cubicBezTo>
                    <a:cubicBezTo>
                      <a:pt x="22226" y="59298"/>
                      <a:pt x="19289" y="56707"/>
                      <a:pt x="19078" y="53287"/>
                    </a:cubicBezTo>
                    <a:cubicBezTo>
                      <a:pt x="19071" y="53192"/>
                      <a:pt x="19068" y="53087"/>
                      <a:pt x="19067" y="52992"/>
                    </a:cubicBezTo>
                    <a:lnTo>
                      <a:pt x="17924" y="52992"/>
                    </a:lnTo>
                    <a:cubicBezTo>
                      <a:pt x="17115" y="53221"/>
                      <a:pt x="16256" y="53221"/>
                      <a:pt x="15447" y="52992"/>
                    </a:cubicBezTo>
                    <a:lnTo>
                      <a:pt x="13637" y="52992"/>
                    </a:lnTo>
                    <a:cubicBezTo>
                      <a:pt x="7637" y="52992"/>
                      <a:pt x="7160" y="45562"/>
                      <a:pt x="11256" y="42895"/>
                    </a:cubicBezTo>
                    <a:lnTo>
                      <a:pt x="5446" y="42895"/>
                    </a:lnTo>
                    <a:cubicBezTo>
                      <a:pt x="-2174" y="43562"/>
                      <a:pt x="-1507" y="32323"/>
                      <a:pt x="5636" y="32418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"/>
              <p:cNvSpPr/>
              <p:nvPr/>
            </p:nvSpPr>
            <p:spPr>
              <a:xfrm>
                <a:off x="5709343" y="3692033"/>
                <a:ext cx="56693" cy="82524"/>
              </a:xfrm>
              <a:custGeom>
                <a:rect b="b" l="l" r="r" t="t"/>
                <a:pathLst>
                  <a:path extrusionOk="0" h="103155" w="70866">
                    <a:moveTo>
                      <a:pt x="45339" y="103156"/>
                    </a:moveTo>
                    <a:cubicBezTo>
                      <a:pt x="54990" y="102718"/>
                      <a:pt x="64114" y="98631"/>
                      <a:pt x="70866" y="91726"/>
                    </a:cubicBezTo>
                    <a:cubicBezTo>
                      <a:pt x="69533" y="73628"/>
                      <a:pt x="46482" y="5143"/>
                      <a:pt x="0" y="0"/>
                    </a:cubicBezTo>
                    <a:cubicBezTo>
                      <a:pt x="12463" y="8944"/>
                      <a:pt x="22324" y="21041"/>
                      <a:pt x="28575" y="35052"/>
                    </a:cubicBezTo>
                    <a:cubicBezTo>
                      <a:pt x="35880" y="57293"/>
                      <a:pt x="41484" y="80067"/>
                      <a:pt x="45339" y="1031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"/>
              <p:cNvSpPr/>
              <p:nvPr/>
            </p:nvSpPr>
            <p:spPr>
              <a:xfrm>
                <a:off x="5551668" y="3748041"/>
                <a:ext cx="68780" cy="102654"/>
              </a:xfrm>
              <a:custGeom>
                <a:rect b="b" l="l" r="r" t="t"/>
                <a:pathLst>
                  <a:path extrusionOk="0" h="128318" w="85975">
                    <a:moveTo>
                      <a:pt x="6812" y="123589"/>
                    </a:moveTo>
                    <a:cubicBezTo>
                      <a:pt x="6812" y="123589"/>
                      <a:pt x="53008" y="139590"/>
                      <a:pt x="85584" y="112730"/>
                    </a:cubicBezTo>
                    <a:cubicBezTo>
                      <a:pt x="89203" y="106634"/>
                      <a:pt x="66534" y="27957"/>
                      <a:pt x="66534" y="27957"/>
                    </a:cubicBezTo>
                    <a:cubicBezTo>
                      <a:pt x="66534" y="27957"/>
                      <a:pt x="47484" y="-12238"/>
                      <a:pt x="16813" y="3764"/>
                    </a:cubicBezTo>
                    <a:cubicBezTo>
                      <a:pt x="-13857" y="19766"/>
                      <a:pt x="6812" y="123589"/>
                      <a:pt x="6812" y="123589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0" name="Google Shape;220;p1"/>
            <p:cNvSpPr/>
            <p:nvPr/>
          </p:nvSpPr>
          <p:spPr>
            <a:xfrm>
              <a:off x="7297552" y="1119942"/>
              <a:ext cx="135609" cy="26640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7309787" y="1745656"/>
              <a:ext cx="93295" cy="72283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7310617" y="1769417"/>
              <a:ext cx="92899" cy="48456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7197828" y="1680648"/>
              <a:ext cx="93274" cy="69610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198064" y="1702707"/>
              <a:ext cx="92850" cy="48456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7221254" y="1360384"/>
              <a:ext cx="326700" cy="394943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7417903" y="1095544"/>
              <a:ext cx="102781" cy="99997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7381720" y="1109556"/>
              <a:ext cx="166775" cy="325513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413797" y="991818"/>
              <a:ext cx="110760" cy="134864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7417935" y="980032"/>
              <a:ext cx="116886" cy="115512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364000" y="1109861"/>
              <a:ext cx="53839" cy="78361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7794459" y="3551002"/>
              <a:ext cx="540508" cy="312148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7824798" y="3491907"/>
              <a:ext cx="469764" cy="181297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7794490" y="3623727"/>
              <a:ext cx="41046" cy="82625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8298847" y="3624184"/>
              <a:ext cx="36096" cy="82168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7842237" y="3535238"/>
              <a:ext cx="449908" cy="259679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7815050" y="3673683"/>
              <a:ext cx="491482" cy="17632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7794490" y="3472184"/>
              <a:ext cx="540453" cy="312196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7752377" y="3752957"/>
              <a:ext cx="148877" cy="85976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7787483" y="3773138"/>
              <a:ext cx="113771" cy="106232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7465892" y="3799784"/>
              <a:ext cx="344817" cy="254127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8113340" y="4275363"/>
              <a:ext cx="345579" cy="199519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8345604" y="3658605"/>
              <a:ext cx="79241" cy="172485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356722" y="3587657"/>
              <a:ext cx="56961" cy="109603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8165307" y="4346248"/>
              <a:ext cx="122882" cy="68919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8165313" y="4357988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8255166" y="4305930"/>
              <a:ext cx="122882" cy="68953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8255174" y="4317703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8198325" y="3858200"/>
              <a:ext cx="179678" cy="5072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8224549" y="3442293"/>
              <a:ext cx="130417" cy="208730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8197056" y="3589895"/>
              <a:ext cx="200560" cy="332104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8000839" y="3631642"/>
              <a:ext cx="254644" cy="198374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8187055" y="3627341"/>
              <a:ext cx="77484" cy="113419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8224358" y="3433131"/>
              <a:ext cx="126435" cy="139356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6" name="Google Shape;256;p1"/>
            <p:cNvGrpSpPr/>
            <p:nvPr/>
          </p:nvGrpSpPr>
          <p:grpSpPr>
            <a:xfrm>
              <a:off x="6544681" y="927100"/>
              <a:ext cx="264550" cy="200503"/>
              <a:chOff x="6621095" y="1452181"/>
              <a:chExt cx="330894" cy="250785"/>
            </a:xfrm>
          </p:grpSpPr>
          <p:sp>
            <p:nvSpPr>
              <p:cNvPr id="257" name="Google Shape;257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1"/>
            <p:cNvGrpSpPr/>
            <p:nvPr/>
          </p:nvGrpSpPr>
          <p:grpSpPr>
            <a:xfrm>
              <a:off x="7210360" y="1314224"/>
              <a:ext cx="264550" cy="200503"/>
              <a:chOff x="6621095" y="1452181"/>
              <a:chExt cx="330894" cy="250785"/>
            </a:xfrm>
          </p:grpSpPr>
          <p:sp>
            <p:nvSpPr>
              <p:cNvPr id="263" name="Google Shape;263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8" name="Google Shape;268;p1"/>
            <p:cNvSpPr/>
            <p:nvPr/>
          </p:nvSpPr>
          <p:spPr>
            <a:xfrm>
              <a:off x="7451033" y="1163186"/>
              <a:ext cx="126280" cy="353110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"/>
            <p:cNvSpPr/>
            <p:nvPr/>
          </p:nvSpPr>
          <p:spPr>
            <a:xfrm>
              <a:off x="7509451" y="1160411"/>
              <a:ext cx="72725" cy="98625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" name="Google Shape;270;p1"/>
            <p:cNvGrpSpPr/>
            <p:nvPr/>
          </p:nvGrpSpPr>
          <p:grpSpPr>
            <a:xfrm flipH="1">
              <a:off x="8183211" y="2407472"/>
              <a:ext cx="780359" cy="1195999"/>
              <a:chOff x="3975528" y="3303922"/>
              <a:chExt cx="780359" cy="1195999"/>
            </a:xfrm>
          </p:grpSpPr>
          <p:sp>
            <p:nvSpPr>
              <p:cNvPr id="271" name="Google Shape;271;p1"/>
              <p:cNvSpPr/>
              <p:nvPr/>
            </p:nvSpPr>
            <p:spPr>
              <a:xfrm>
                <a:off x="4158598" y="4226660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689" y="206407"/>
                    </a:moveTo>
                    <a:lnTo>
                      <a:pt x="0" y="103251"/>
                    </a:lnTo>
                    <a:lnTo>
                      <a:pt x="178689" y="0"/>
                    </a:lnTo>
                    <a:lnTo>
                      <a:pt x="357473" y="103251"/>
                    </a:lnTo>
                    <a:lnTo>
                      <a:pt x="178689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"/>
              <p:cNvSpPr/>
              <p:nvPr/>
            </p:nvSpPr>
            <p:spPr>
              <a:xfrm>
                <a:off x="4385076" y="4094459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"/>
              <p:cNvSpPr/>
              <p:nvPr/>
            </p:nvSpPr>
            <p:spPr>
              <a:xfrm>
                <a:off x="4469909" y="3303922"/>
                <a:ext cx="285978" cy="165049"/>
              </a:xfrm>
              <a:custGeom>
                <a:rect b="b" l="l" r="r" t="t"/>
                <a:pathLst>
                  <a:path extrusionOk="0" h="206311" w="357473">
                    <a:moveTo>
                      <a:pt x="178784" y="206312"/>
                    </a:moveTo>
                    <a:lnTo>
                      <a:pt x="0" y="103156"/>
                    </a:lnTo>
                    <a:lnTo>
                      <a:pt x="178784" y="0"/>
                    </a:lnTo>
                    <a:lnTo>
                      <a:pt x="357473" y="103156"/>
                    </a:lnTo>
                    <a:lnTo>
                      <a:pt x="178784" y="2063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"/>
              <p:cNvSpPr/>
              <p:nvPr/>
            </p:nvSpPr>
            <p:spPr>
              <a:xfrm>
                <a:off x="4612847" y="3386395"/>
                <a:ext cx="142951" cy="825855"/>
              </a:xfrm>
              <a:custGeom>
                <a:rect b="b" l="l" r="r" t="t"/>
                <a:pathLst>
                  <a:path extrusionOk="0" h="1032319" w="178689">
                    <a:moveTo>
                      <a:pt x="178689" y="929068"/>
                    </a:moveTo>
                    <a:lnTo>
                      <a:pt x="0" y="103232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9290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"/>
              <p:cNvSpPr/>
              <p:nvPr/>
            </p:nvSpPr>
            <p:spPr>
              <a:xfrm>
                <a:off x="4255541" y="3675088"/>
                <a:ext cx="285978" cy="165201"/>
              </a:xfrm>
              <a:custGeom>
                <a:rect b="b" l="l" r="r" t="t"/>
                <a:pathLst>
                  <a:path extrusionOk="0" h="206501" w="357473">
                    <a:moveTo>
                      <a:pt x="178784" y="206502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5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"/>
              <p:cNvSpPr/>
              <p:nvPr/>
            </p:nvSpPr>
            <p:spPr>
              <a:xfrm>
                <a:off x="4398478" y="3757637"/>
                <a:ext cx="142950" cy="577519"/>
              </a:xfrm>
              <a:custGeom>
                <a:rect b="b" l="l" r="r" t="t"/>
                <a:pathLst>
                  <a:path extrusionOk="0" h="721899" w="178688">
                    <a:moveTo>
                      <a:pt x="178689" y="618744"/>
                    </a:moveTo>
                    <a:lnTo>
                      <a:pt x="0" y="72190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6187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"/>
              <p:cNvSpPr/>
              <p:nvPr/>
            </p:nvSpPr>
            <p:spPr>
              <a:xfrm>
                <a:off x="3975528" y="43347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"/>
              <p:cNvSpPr/>
              <p:nvPr/>
            </p:nvSpPr>
            <p:spPr>
              <a:xfrm>
                <a:off x="4027311" y="40671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156"/>
                    </a:lnTo>
                    <a:lnTo>
                      <a:pt x="178689" y="0"/>
                    </a:lnTo>
                    <a:lnTo>
                      <a:pt x="357473" y="103156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"/>
              <p:cNvSpPr/>
              <p:nvPr/>
            </p:nvSpPr>
            <p:spPr>
              <a:xfrm>
                <a:off x="4170249" y="4149670"/>
                <a:ext cx="142951" cy="319278"/>
              </a:xfrm>
              <a:custGeom>
                <a:rect b="b" l="l" r="r" t="t"/>
                <a:pathLst>
                  <a:path extrusionOk="0" h="399097" w="178689">
                    <a:moveTo>
                      <a:pt x="178689" y="295846"/>
                    </a:moveTo>
                    <a:lnTo>
                      <a:pt x="0" y="399098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2958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"/>
              <p:cNvSpPr/>
              <p:nvPr/>
            </p:nvSpPr>
            <p:spPr>
              <a:xfrm>
                <a:off x="4359514" y="3443605"/>
                <a:ext cx="123401" cy="242674"/>
              </a:xfrm>
              <a:custGeom>
                <a:rect b="b" l="l" r="r" t="t"/>
                <a:pathLst>
                  <a:path extrusionOk="0" h="303342" w="154251">
                    <a:moveTo>
                      <a:pt x="65595" y="234575"/>
                    </a:moveTo>
                    <a:cubicBezTo>
                      <a:pt x="79310" y="258921"/>
                      <a:pt x="95907" y="281534"/>
                      <a:pt x="115030" y="301917"/>
                    </a:cubicBezTo>
                    <a:cubicBezTo>
                      <a:pt x="120364" y="308108"/>
                      <a:pt x="161512" y="292392"/>
                      <a:pt x="153130" y="288010"/>
                    </a:cubicBezTo>
                    <a:cubicBezTo>
                      <a:pt x="144747" y="283629"/>
                      <a:pt x="117601" y="246005"/>
                      <a:pt x="104171" y="221335"/>
                    </a:cubicBezTo>
                    <a:cubicBezTo>
                      <a:pt x="92896" y="191398"/>
                      <a:pt x="83356" y="160833"/>
                      <a:pt x="75596" y="129800"/>
                    </a:cubicBezTo>
                    <a:cubicBezTo>
                      <a:pt x="67119" y="99225"/>
                      <a:pt x="59880" y="54267"/>
                      <a:pt x="53689" y="33121"/>
                    </a:cubicBezTo>
                    <a:cubicBezTo>
                      <a:pt x="50377" y="17186"/>
                      <a:pt x="38044" y="4670"/>
                      <a:pt x="22161" y="1117"/>
                    </a:cubicBezTo>
                    <a:cubicBezTo>
                      <a:pt x="7397" y="-2312"/>
                      <a:pt x="-2223" y="1689"/>
                      <a:pt x="444" y="19596"/>
                    </a:cubicBezTo>
                    <a:cubicBezTo>
                      <a:pt x="4730" y="50743"/>
                      <a:pt x="29305" y="172853"/>
                      <a:pt x="65595" y="234575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"/>
              <p:cNvSpPr/>
              <p:nvPr/>
            </p:nvSpPr>
            <p:spPr>
              <a:xfrm>
                <a:off x="4386191" y="4013507"/>
                <a:ext cx="85270" cy="65855"/>
              </a:xfrm>
              <a:custGeom>
                <a:rect b="b" l="l" r="r" t="t"/>
                <a:pathLst>
                  <a:path extrusionOk="0" h="82319" w="106588">
                    <a:moveTo>
                      <a:pt x="8606" y="2"/>
                    </a:moveTo>
                    <a:cubicBezTo>
                      <a:pt x="21369" y="10385"/>
                      <a:pt x="40229" y="860"/>
                      <a:pt x="41181" y="1812"/>
                    </a:cubicBezTo>
                    <a:cubicBezTo>
                      <a:pt x="56119" y="15766"/>
                      <a:pt x="71828" y="28863"/>
                      <a:pt x="88235" y="41055"/>
                    </a:cubicBezTo>
                    <a:cubicBezTo>
                      <a:pt x="96141" y="47246"/>
                      <a:pt x="108523" y="55628"/>
                      <a:pt x="106332" y="67630"/>
                    </a:cubicBezTo>
                    <a:cubicBezTo>
                      <a:pt x="102332" y="89156"/>
                      <a:pt x="68232" y="82489"/>
                      <a:pt x="54897" y="75917"/>
                    </a:cubicBezTo>
                    <a:cubicBezTo>
                      <a:pt x="41562" y="69344"/>
                      <a:pt x="31371" y="58486"/>
                      <a:pt x="19083" y="50866"/>
                    </a:cubicBezTo>
                    <a:cubicBezTo>
                      <a:pt x="10320" y="45437"/>
                      <a:pt x="1653" y="42579"/>
                      <a:pt x="33" y="31816"/>
                    </a:cubicBezTo>
                    <a:cubicBezTo>
                      <a:pt x="-538" y="25244"/>
                      <a:pt x="6415" y="-283"/>
                      <a:pt x="8606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"/>
              <p:cNvSpPr/>
              <p:nvPr/>
            </p:nvSpPr>
            <p:spPr>
              <a:xfrm>
                <a:off x="4386358" y="4035136"/>
                <a:ext cx="84898" cy="44294"/>
              </a:xfrm>
              <a:custGeom>
                <a:rect b="b" l="l" r="r" t="t"/>
                <a:pathLst>
                  <a:path extrusionOk="0" h="55368" w="106123">
                    <a:moveTo>
                      <a:pt x="301" y="0"/>
                    </a:moveTo>
                    <a:cubicBezTo>
                      <a:pt x="1920" y="10668"/>
                      <a:pt x="10492" y="13525"/>
                      <a:pt x="19351" y="19050"/>
                    </a:cubicBezTo>
                    <a:cubicBezTo>
                      <a:pt x="31828" y="26765"/>
                      <a:pt x="42782" y="38100"/>
                      <a:pt x="55831" y="44577"/>
                    </a:cubicBezTo>
                    <a:cubicBezTo>
                      <a:pt x="68881" y="51054"/>
                      <a:pt x="97646" y="56674"/>
                      <a:pt x="106123" y="41338"/>
                    </a:cubicBezTo>
                    <a:cubicBezTo>
                      <a:pt x="101551" y="62008"/>
                      <a:pt x="68023" y="55531"/>
                      <a:pt x="54879" y="48958"/>
                    </a:cubicBezTo>
                    <a:cubicBezTo>
                      <a:pt x="41734" y="42386"/>
                      <a:pt x="31352" y="31528"/>
                      <a:pt x="19065" y="23908"/>
                    </a:cubicBezTo>
                    <a:cubicBezTo>
                      <a:pt x="10302" y="18479"/>
                      <a:pt x="1634" y="15621"/>
                      <a:pt x="15" y="4858"/>
                    </a:cubicBezTo>
                    <a:cubicBezTo>
                      <a:pt x="-40" y="3229"/>
                      <a:pt x="56" y="1610"/>
                      <a:pt x="30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"/>
              <p:cNvSpPr/>
              <p:nvPr/>
            </p:nvSpPr>
            <p:spPr>
              <a:xfrm>
                <a:off x="4488338" y="3953912"/>
                <a:ext cx="85261" cy="63613"/>
              </a:xfrm>
              <a:custGeom>
                <a:rect b="b" l="l" r="r" t="t"/>
                <a:pathLst>
                  <a:path extrusionOk="0" h="79516" w="106576">
                    <a:moveTo>
                      <a:pt x="10192" y="58"/>
                    </a:moveTo>
                    <a:cubicBezTo>
                      <a:pt x="22955" y="10440"/>
                      <a:pt x="45244" y="-895"/>
                      <a:pt x="46196" y="58"/>
                    </a:cubicBezTo>
                    <a:cubicBezTo>
                      <a:pt x="59433" y="13574"/>
                      <a:pt x="73460" y="26299"/>
                      <a:pt x="88202" y="38158"/>
                    </a:cubicBezTo>
                    <a:cubicBezTo>
                      <a:pt x="96202" y="44444"/>
                      <a:pt x="108585" y="52826"/>
                      <a:pt x="106299" y="64828"/>
                    </a:cubicBezTo>
                    <a:cubicBezTo>
                      <a:pt x="102298" y="86354"/>
                      <a:pt x="68199" y="79687"/>
                      <a:pt x="54959" y="73114"/>
                    </a:cubicBezTo>
                    <a:cubicBezTo>
                      <a:pt x="41719" y="66542"/>
                      <a:pt x="31337" y="55684"/>
                      <a:pt x="19050" y="48064"/>
                    </a:cubicBezTo>
                    <a:cubicBezTo>
                      <a:pt x="10287" y="42634"/>
                      <a:pt x="1715" y="39777"/>
                      <a:pt x="0" y="29014"/>
                    </a:cubicBezTo>
                    <a:cubicBezTo>
                      <a:pt x="721" y="18622"/>
                      <a:pt x="4243" y="8611"/>
                      <a:pt x="10192" y="58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"/>
              <p:cNvSpPr/>
              <p:nvPr/>
            </p:nvSpPr>
            <p:spPr>
              <a:xfrm>
                <a:off x="4488682" y="3974367"/>
                <a:ext cx="84923" cy="44256"/>
              </a:xfrm>
              <a:custGeom>
                <a:rect b="b" l="l" r="r" t="t"/>
                <a:pathLst>
                  <a:path extrusionOk="0" h="55320" w="106154">
                    <a:moveTo>
                      <a:pt x="331" y="0"/>
                    </a:moveTo>
                    <a:cubicBezTo>
                      <a:pt x="1951" y="10573"/>
                      <a:pt x="10523" y="13525"/>
                      <a:pt x="19381" y="19050"/>
                    </a:cubicBezTo>
                    <a:cubicBezTo>
                      <a:pt x="31859" y="26765"/>
                      <a:pt x="42813" y="38100"/>
                      <a:pt x="55767" y="44482"/>
                    </a:cubicBezTo>
                    <a:cubicBezTo>
                      <a:pt x="68721" y="50863"/>
                      <a:pt x="97677" y="56578"/>
                      <a:pt x="106154" y="41243"/>
                    </a:cubicBezTo>
                    <a:cubicBezTo>
                      <a:pt x="101582" y="62008"/>
                      <a:pt x="68054" y="55435"/>
                      <a:pt x="54910" y="48958"/>
                    </a:cubicBezTo>
                    <a:cubicBezTo>
                      <a:pt x="41765" y="42481"/>
                      <a:pt x="31383" y="31528"/>
                      <a:pt x="19096" y="23908"/>
                    </a:cubicBezTo>
                    <a:cubicBezTo>
                      <a:pt x="10333" y="18478"/>
                      <a:pt x="1665" y="15621"/>
                      <a:pt x="46" y="4858"/>
                    </a:cubicBezTo>
                    <a:cubicBezTo>
                      <a:pt x="-67" y="3229"/>
                      <a:pt x="28" y="1600"/>
                      <a:pt x="33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"/>
              <p:cNvSpPr/>
              <p:nvPr/>
            </p:nvSpPr>
            <p:spPr>
              <a:xfrm>
                <a:off x="4254514" y="3662153"/>
                <a:ext cx="298029" cy="360530"/>
              </a:xfrm>
              <a:custGeom>
                <a:rect b="b" l="l" r="r" t="t"/>
                <a:pathLst>
                  <a:path extrusionOk="0" h="450662" w="372536">
                    <a:moveTo>
                      <a:pt x="2903" y="30848"/>
                    </a:moveTo>
                    <a:cubicBezTo>
                      <a:pt x="-11194" y="119145"/>
                      <a:pt x="27954" y="152006"/>
                      <a:pt x="79103" y="170865"/>
                    </a:cubicBezTo>
                    <a:cubicBezTo>
                      <a:pt x="115679" y="184296"/>
                      <a:pt x="168162" y="205060"/>
                      <a:pt x="168162" y="205060"/>
                    </a:cubicBezTo>
                    <a:cubicBezTo>
                      <a:pt x="168162" y="205060"/>
                      <a:pt x="167400" y="224110"/>
                      <a:pt x="167019" y="267925"/>
                    </a:cubicBezTo>
                    <a:cubicBezTo>
                      <a:pt x="167019" y="306025"/>
                      <a:pt x="171686" y="445947"/>
                      <a:pt x="171686" y="445947"/>
                    </a:cubicBezTo>
                    <a:cubicBezTo>
                      <a:pt x="183944" y="452234"/>
                      <a:pt x="198481" y="452234"/>
                      <a:pt x="210739" y="445947"/>
                    </a:cubicBezTo>
                    <a:cubicBezTo>
                      <a:pt x="210739" y="445947"/>
                      <a:pt x="231313" y="338886"/>
                      <a:pt x="235694" y="290595"/>
                    </a:cubicBezTo>
                    <a:cubicBezTo>
                      <a:pt x="241600" y="225063"/>
                      <a:pt x="251601" y="182200"/>
                      <a:pt x="248267" y="168103"/>
                    </a:cubicBezTo>
                    <a:cubicBezTo>
                      <a:pt x="245314" y="155721"/>
                      <a:pt x="173782" y="120478"/>
                      <a:pt x="151017" y="101428"/>
                    </a:cubicBezTo>
                    <a:lnTo>
                      <a:pt x="301036" y="151720"/>
                    </a:lnTo>
                    <a:cubicBezTo>
                      <a:pt x="298036" y="167932"/>
                      <a:pt x="296538" y="184381"/>
                      <a:pt x="296559" y="200869"/>
                    </a:cubicBezTo>
                    <a:cubicBezTo>
                      <a:pt x="297892" y="252780"/>
                      <a:pt x="300845" y="365271"/>
                      <a:pt x="300845" y="365271"/>
                    </a:cubicBezTo>
                    <a:cubicBezTo>
                      <a:pt x="300845" y="365271"/>
                      <a:pt x="321419" y="380130"/>
                      <a:pt x="338945" y="365271"/>
                    </a:cubicBezTo>
                    <a:cubicBezTo>
                      <a:pt x="338945" y="365271"/>
                      <a:pt x="377045" y="142576"/>
                      <a:pt x="372092" y="113144"/>
                    </a:cubicBezTo>
                    <a:cubicBezTo>
                      <a:pt x="367711" y="85140"/>
                      <a:pt x="235599" y="27990"/>
                      <a:pt x="212263" y="8369"/>
                    </a:cubicBezTo>
                    <a:cubicBezTo>
                      <a:pt x="204058" y="1673"/>
                      <a:pt x="193384" y="-1204"/>
                      <a:pt x="182926" y="463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"/>
              <p:cNvSpPr/>
              <p:nvPr/>
            </p:nvSpPr>
            <p:spPr>
              <a:xfrm>
                <a:off x="4279346" y="3421120"/>
                <a:ext cx="93728" cy="91216"/>
              </a:xfrm>
              <a:custGeom>
                <a:rect b="b" l="l" r="r" t="t"/>
                <a:pathLst>
                  <a:path extrusionOk="0" h="114020" w="117160">
                    <a:moveTo>
                      <a:pt x="24041" y="0"/>
                    </a:moveTo>
                    <a:cubicBezTo>
                      <a:pt x="24041" y="0"/>
                      <a:pt x="26232" y="42101"/>
                      <a:pt x="25279" y="45815"/>
                    </a:cubicBezTo>
                    <a:cubicBezTo>
                      <a:pt x="24327" y="49530"/>
                      <a:pt x="6229" y="61817"/>
                      <a:pt x="609" y="66294"/>
                    </a:cubicBezTo>
                    <a:cubicBezTo>
                      <a:pt x="-5010" y="70771"/>
                      <a:pt x="29661" y="104394"/>
                      <a:pt x="46425" y="112300"/>
                    </a:cubicBezTo>
                    <a:cubicBezTo>
                      <a:pt x="63189" y="120205"/>
                      <a:pt x="116148" y="99727"/>
                      <a:pt x="117100" y="74200"/>
                    </a:cubicBezTo>
                    <a:cubicBezTo>
                      <a:pt x="118053" y="48673"/>
                      <a:pt x="107575" y="26575"/>
                      <a:pt x="99860" y="25146"/>
                    </a:cubicBezTo>
                    <a:cubicBezTo>
                      <a:pt x="92145" y="23717"/>
                      <a:pt x="24041" y="0"/>
                      <a:pt x="24041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"/>
              <p:cNvSpPr/>
              <p:nvPr/>
            </p:nvSpPr>
            <p:spPr>
              <a:xfrm>
                <a:off x="4254597" y="3433943"/>
                <a:ext cx="151659" cy="296670"/>
              </a:xfrm>
              <a:custGeom>
                <a:rect b="b" l="l" r="r" t="t"/>
                <a:pathLst>
                  <a:path extrusionOk="0" h="370837" w="189574">
                    <a:moveTo>
                      <a:pt x="50329" y="37015"/>
                    </a:moveTo>
                    <a:cubicBezTo>
                      <a:pt x="50329" y="37015"/>
                      <a:pt x="80809" y="82450"/>
                      <a:pt x="123386" y="86736"/>
                    </a:cubicBezTo>
                    <a:cubicBezTo>
                      <a:pt x="136816" y="73496"/>
                      <a:pt x="137959" y="26442"/>
                      <a:pt x="119385" y="11393"/>
                    </a:cubicBezTo>
                    <a:cubicBezTo>
                      <a:pt x="119385" y="11393"/>
                      <a:pt x="136530" y="-2323"/>
                      <a:pt x="147960" y="344"/>
                    </a:cubicBezTo>
                    <a:cubicBezTo>
                      <a:pt x="160529" y="7926"/>
                      <a:pt x="169882" y="19861"/>
                      <a:pt x="174249" y="33872"/>
                    </a:cubicBezTo>
                    <a:cubicBezTo>
                      <a:pt x="185150" y="65076"/>
                      <a:pt x="190313" y="97985"/>
                      <a:pt x="189489" y="131027"/>
                    </a:cubicBezTo>
                    <a:cubicBezTo>
                      <a:pt x="188727" y="175604"/>
                      <a:pt x="189489" y="288380"/>
                      <a:pt x="189489" y="288380"/>
                    </a:cubicBezTo>
                    <a:cubicBezTo>
                      <a:pt x="184440" y="315326"/>
                      <a:pt x="168114" y="338824"/>
                      <a:pt x="144626" y="352960"/>
                    </a:cubicBezTo>
                    <a:cubicBezTo>
                      <a:pt x="113965" y="370266"/>
                      <a:pt x="77860" y="375239"/>
                      <a:pt x="43661" y="366866"/>
                    </a:cubicBezTo>
                    <a:cubicBezTo>
                      <a:pt x="26445" y="363208"/>
                      <a:pt x="12392" y="350816"/>
                      <a:pt x="6609" y="334195"/>
                    </a:cubicBezTo>
                    <a:cubicBezTo>
                      <a:pt x="8609" y="302858"/>
                      <a:pt x="20992" y="238945"/>
                      <a:pt x="16134" y="199226"/>
                    </a:cubicBezTo>
                    <a:cubicBezTo>
                      <a:pt x="11276" y="159507"/>
                      <a:pt x="2609" y="130551"/>
                      <a:pt x="418" y="98832"/>
                    </a:cubicBezTo>
                    <a:cubicBezTo>
                      <a:pt x="-1773" y="67114"/>
                      <a:pt x="4609" y="67686"/>
                      <a:pt x="20611" y="56351"/>
                    </a:cubicBezTo>
                    <a:cubicBezTo>
                      <a:pt x="30053" y="49217"/>
                      <a:pt x="39984" y="42759"/>
                      <a:pt x="50329" y="3701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"/>
              <p:cNvSpPr/>
              <p:nvPr/>
            </p:nvSpPr>
            <p:spPr>
              <a:xfrm>
                <a:off x="4275867" y="3326707"/>
                <a:ext cx="101092" cy="122957"/>
              </a:xfrm>
              <a:custGeom>
                <a:rect b="b" l="l" r="r" t="t"/>
                <a:pathLst>
                  <a:path extrusionOk="0" h="153696" w="126365">
                    <a:moveTo>
                      <a:pt x="123547" y="55607"/>
                    </a:moveTo>
                    <a:lnTo>
                      <a:pt x="123547" y="55607"/>
                    </a:lnTo>
                    <a:cubicBezTo>
                      <a:pt x="118499" y="22936"/>
                      <a:pt x="94972" y="-1543"/>
                      <a:pt x="61349" y="76"/>
                    </a:cubicBezTo>
                    <a:cubicBezTo>
                      <a:pt x="25578" y="2019"/>
                      <a:pt x="-1846" y="32594"/>
                      <a:pt x="97" y="68361"/>
                    </a:cubicBezTo>
                    <a:cubicBezTo>
                      <a:pt x="99" y="68399"/>
                      <a:pt x="101" y="68427"/>
                      <a:pt x="103" y="68465"/>
                    </a:cubicBezTo>
                    <a:cubicBezTo>
                      <a:pt x="1271" y="88611"/>
                      <a:pt x="11858" y="107032"/>
                      <a:pt x="28678" y="118186"/>
                    </a:cubicBezTo>
                    <a:cubicBezTo>
                      <a:pt x="29839" y="123139"/>
                      <a:pt x="31598" y="127940"/>
                      <a:pt x="33917" y="132473"/>
                    </a:cubicBezTo>
                    <a:cubicBezTo>
                      <a:pt x="45728" y="146380"/>
                      <a:pt x="81542" y="155048"/>
                      <a:pt x="92114" y="153524"/>
                    </a:cubicBezTo>
                    <a:cubicBezTo>
                      <a:pt x="104686" y="152400"/>
                      <a:pt x="115295" y="143713"/>
                      <a:pt x="118880" y="131616"/>
                    </a:cubicBezTo>
                    <a:cubicBezTo>
                      <a:pt x="129833" y="105899"/>
                      <a:pt x="126309" y="71609"/>
                      <a:pt x="123547" y="5560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"/>
              <p:cNvSpPr/>
              <p:nvPr/>
            </p:nvSpPr>
            <p:spPr>
              <a:xfrm>
                <a:off x="4266495" y="3315741"/>
                <a:ext cx="106605" cy="105444"/>
              </a:xfrm>
              <a:custGeom>
                <a:rect b="b" l="l" r="r" t="t"/>
                <a:pathLst>
                  <a:path extrusionOk="0" h="131805" w="133256">
                    <a:moveTo>
                      <a:pt x="40114" y="131806"/>
                    </a:moveTo>
                    <a:lnTo>
                      <a:pt x="40114" y="131806"/>
                    </a:lnTo>
                    <a:lnTo>
                      <a:pt x="43162" y="103231"/>
                    </a:lnTo>
                    <a:cubicBezTo>
                      <a:pt x="43162" y="103231"/>
                      <a:pt x="19921" y="43033"/>
                      <a:pt x="74880" y="54653"/>
                    </a:cubicBezTo>
                    <a:cubicBezTo>
                      <a:pt x="111170" y="62273"/>
                      <a:pt x="120314" y="65512"/>
                      <a:pt x="131363" y="41223"/>
                    </a:cubicBezTo>
                    <a:cubicBezTo>
                      <a:pt x="142412" y="16934"/>
                      <a:pt x="103455" y="-5068"/>
                      <a:pt x="57164" y="1028"/>
                    </a:cubicBezTo>
                    <a:cubicBezTo>
                      <a:pt x="24162" y="4533"/>
                      <a:pt x="-666" y="32717"/>
                      <a:pt x="14" y="65893"/>
                    </a:cubicBezTo>
                    <a:cubicBezTo>
                      <a:pt x="1252" y="83895"/>
                      <a:pt x="6014" y="120185"/>
                      <a:pt x="40114" y="131806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"/>
              <p:cNvSpPr/>
              <p:nvPr/>
            </p:nvSpPr>
            <p:spPr>
              <a:xfrm>
                <a:off x="4373043" y="3434522"/>
                <a:ext cx="49149" cy="71094"/>
              </a:xfrm>
              <a:custGeom>
                <a:rect b="b" l="l" r="r" t="t"/>
                <a:pathLst>
                  <a:path extrusionOk="0" h="88868" w="61436">
                    <a:moveTo>
                      <a:pt x="39243" y="88868"/>
                    </a:moveTo>
                    <a:cubicBezTo>
                      <a:pt x="47575" y="88601"/>
                      <a:pt x="55499" y="85192"/>
                      <a:pt x="61436" y="79343"/>
                    </a:cubicBezTo>
                    <a:cubicBezTo>
                      <a:pt x="60198" y="63722"/>
                      <a:pt x="40196" y="4381"/>
                      <a:pt x="0" y="0"/>
                    </a:cubicBezTo>
                    <a:cubicBezTo>
                      <a:pt x="10976" y="7630"/>
                      <a:pt x="19668" y="18098"/>
                      <a:pt x="25146" y="30290"/>
                    </a:cubicBezTo>
                    <a:cubicBezTo>
                      <a:pt x="31347" y="49425"/>
                      <a:pt x="36060" y="69009"/>
                      <a:pt x="39243" y="8886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7" name="Google Shape;297;p1"/>
              <p:cNvGrpSpPr/>
              <p:nvPr/>
            </p:nvGrpSpPr>
            <p:grpSpPr>
              <a:xfrm flipH="1">
                <a:off x="4321768" y="3621401"/>
                <a:ext cx="239005" cy="181217"/>
                <a:chOff x="6621095" y="1452181"/>
                <a:chExt cx="330894" cy="250785"/>
              </a:xfrm>
            </p:grpSpPr>
            <p:sp>
              <p:nvSpPr>
                <p:cNvPr id="298" name="Google Shape;298;p1"/>
                <p:cNvSpPr/>
                <p:nvPr/>
              </p:nvSpPr>
              <p:spPr>
                <a:xfrm>
                  <a:off x="6648789" y="1521520"/>
                  <a:ext cx="303199" cy="174500"/>
                </a:xfrm>
                <a:custGeom>
                  <a:rect b="b" l="l" r="r" t="t"/>
                  <a:pathLst>
                    <a:path extrusionOk="0" h="174500" w="303199">
                      <a:moveTo>
                        <a:pt x="0" y="63249"/>
                      </a:moveTo>
                      <a:lnTo>
                        <a:pt x="107878" y="860"/>
                      </a:lnTo>
                      <a:cubicBezTo>
                        <a:pt x="109779" y="-287"/>
                        <a:pt x="112155" y="-287"/>
                        <a:pt x="114056" y="860"/>
                      </a:cubicBezTo>
                      <a:lnTo>
                        <a:pt x="303200" y="110302"/>
                      </a:lnTo>
                      <a:lnTo>
                        <a:pt x="192280" y="17450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" name="Google Shape;299;p1"/>
                <p:cNvSpPr/>
                <p:nvPr/>
              </p:nvSpPr>
              <p:spPr>
                <a:xfrm>
                  <a:off x="6790409" y="1564671"/>
                  <a:ext cx="79173" cy="45815"/>
                </a:xfrm>
                <a:custGeom>
                  <a:rect b="b" l="l" r="r" t="t"/>
                  <a:pathLst>
                    <a:path extrusionOk="0" h="45815" w="79173">
                      <a:moveTo>
                        <a:pt x="79174" y="29242"/>
                      </a:moveTo>
                      <a:lnTo>
                        <a:pt x="50660" y="45815"/>
                      </a:lnTo>
                      <a:lnTo>
                        <a:pt x="0" y="16478"/>
                      </a:lnTo>
                      <a:lnTo>
                        <a:pt x="28514" y="0"/>
                      </a:lnTo>
                      <a:lnTo>
                        <a:pt x="79174" y="29242"/>
                      </a:lnTo>
                      <a:close/>
                    </a:path>
                  </a:pathLst>
                </a:custGeom>
                <a:solidFill>
                  <a:srgbClr val="000000">
                    <a:alpha val="14509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" name="Google Shape;300;p1"/>
                <p:cNvSpPr/>
                <p:nvPr/>
              </p:nvSpPr>
              <p:spPr>
                <a:xfrm>
                  <a:off x="6648780" y="1584674"/>
                  <a:ext cx="303209" cy="118292"/>
                </a:xfrm>
                <a:custGeom>
                  <a:rect b="b" l="l" r="r" t="t"/>
                  <a:pathLst>
                    <a:path extrusionOk="0" h="118292" w="303209">
                      <a:moveTo>
                        <a:pt x="303209" y="47149"/>
                      </a:moveTo>
                      <a:lnTo>
                        <a:pt x="303209" y="49721"/>
                      </a:lnTo>
                      <a:cubicBezTo>
                        <a:pt x="303237" y="53440"/>
                        <a:pt x="301279" y="56892"/>
                        <a:pt x="298076" y="58769"/>
                      </a:cubicBezTo>
                      <a:lnTo>
                        <a:pt x="197517" y="116872"/>
                      </a:lnTo>
                      <a:cubicBezTo>
                        <a:pt x="194323" y="118766"/>
                        <a:pt x="190350" y="118766"/>
                        <a:pt x="187157" y="116872"/>
                      </a:cubicBezTo>
                      <a:lnTo>
                        <a:pt x="5237" y="12097"/>
                      </a:lnTo>
                      <a:cubicBezTo>
                        <a:pt x="1863" y="10147"/>
                        <a:pt x="-153" y="6475"/>
                        <a:pt x="9" y="2572"/>
                      </a:cubicBezTo>
                      <a:lnTo>
                        <a:pt x="9" y="0"/>
                      </a:lnTo>
                      <a:lnTo>
                        <a:pt x="192289" y="11125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1"/>
                <p:cNvSpPr/>
                <p:nvPr/>
              </p:nvSpPr>
              <p:spPr>
                <a:xfrm>
                  <a:off x="6621095" y="1454086"/>
                  <a:ext cx="217122" cy="244320"/>
                </a:xfrm>
                <a:custGeom>
                  <a:rect b="b" l="l" r="r" t="t"/>
                  <a:pathLst>
                    <a:path extrusionOk="0" h="244320" w="217122">
                      <a:moveTo>
                        <a:pt x="217123" y="243459"/>
                      </a:moveTo>
                      <a:cubicBezTo>
                        <a:pt x="213644" y="244834"/>
                        <a:pt x="209728" y="244552"/>
                        <a:pt x="206478" y="242697"/>
                      </a:cubicBezTo>
                      <a:lnTo>
                        <a:pt x="25888" y="137922"/>
                      </a:lnTo>
                      <a:cubicBezTo>
                        <a:pt x="22695" y="136081"/>
                        <a:pt x="20499" y="132899"/>
                        <a:pt x="19900" y="129254"/>
                      </a:cubicBezTo>
                      <a:lnTo>
                        <a:pt x="36" y="10763"/>
                      </a:lnTo>
                      <a:cubicBezTo>
                        <a:pt x="-12" y="10097"/>
                        <a:pt x="-12" y="9429"/>
                        <a:pt x="36" y="8763"/>
                      </a:cubicBezTo>
                      <a:cubicBezTo>
                        <a:pt x="26" y="5457"/>
                        <a:pt x="1366" y="2291"/>
                        <a:pt x="3743" y="0"/>
                      </a:cubicBezTo>
                      <a:lnTo>
                        <a:pt x="191935" y="108871"/>
                      </a:lnTo>
                      <a:cubicBezTo>
                        <a:pt x="194226" y="110281"/>
                        <a:pt x="195813" y="112601"/>
                        <a:pt x="196307" y="115252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1"/>
                <p:cNvSpPr/>
                <p:nvPr/>
              </p:nvSpPr>
              <p:spPr>
                <a:xfrm>
                  <a:off x="6624647" y="1452181"/>
                  <a:ext cx="216421" cy="245364"/>
                </a:xfrm>
                <a:custGeom>
                  <a:rect b="b" l="l" r="r" t="t"/>
                  <a:pathLst>
                    <a:path extrusionOk="0" h="245364" w="216421">
                      <a:moveTo>
                        <a:pt x="216422" y="243840"/>
                      </a:moveTo>
                      <a:lnTo>
                        <a:pt x="215186" y="244602"/>
                      </a:lnTo>
                      <a:lnTo>
                        <a:pt x="213570" y="245364"/>
                      </a:lnTo>
                      <a:lnTo>
                        <a:pt x="192090" y="117157"/>
                      </a:lnTo>
                      <a:cubicBezTo>
                        <a:pt x="191596" y="114506"/>
                        <a:pt x="190008" y="112186"/>
                        <a:pt x="187718" y="110776"/>
                      </a:cubicBezTo>
                      <a:lnTo>
                        <a:pt x="0" y="1905"/>
                      </a:lnTo>
                      <a:cubicBezTo>
                        <a:pt x="694" y="1117"/>
                        <a:pt x="1530" y="471"/>
                        <a:pt x="2471" y="0"/>
                      </a:cubicBezTo>
                      <a:lnTo>
                        <a:pt x="191044" y="109061"/>
                      </a:lnTo>
                      <a:cubicBezTo>
                        <a:pt x="193373" y="110453"/>
                        <a:pt x="194998" y="112774"/>
                        <a:pt x="195512" y="115443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3" name="Google Shape;303;p1"/>
              <p:cNvSpPr/>
              <p:nvPr/>
            </p:nvSpPr>
            <p:spPr>
              <a:xfrm>
                <a:off x="4228115" y="3483465"/>
                <a:ext cx="114539" cy="321870"/>
              </a:xfrm>
              <a:custGeom>
                <a:rect b="b" l="l" r="r" t="t"/>
                <a:pathLst>
                  <a:path extrusionOk="0" h="402337" w="143174">
                    <a:moveTo>
                      <a:pt x="132316" y="337406"/>
                    </a:moveTo>
                    <a:cubicBezTo>
                      <a:pt x="124650" y="332329"/>
                      <a:pt x="116664" y="327748"/>
                      <a:pt x="108408" y="323690"/>
                    </a:cubicBezTo>
                    <a:cubicBezTo>
                      <a:pt x="100708" y="321280"/>
                      <a:pt x="93712" y="317032"/>
                      <a:pt x="88025" y="311307"/>
                    </a:cubicBezTo>
                    <a:cubicBezTo>
                      <a:pt x="80500" y="303973"/>
                      <a:pt x="68308" y="276255"/>
                      <a:pt x="59450" y="249204"/>
                    </a:cubicBezTo>
                    <a:cubicBezTo>
                      <a:pt x="50616" y="218763"/>
                      <a:pt x="47136" y="187016"/>
                      <a:pt x="49163" y="155383"/>
                    </a:cubicBezTo>
                    <a:cubicBezTo>
                      <a:pt x="52877" y="117283"/>
                      <a:pt x="66498" y="64419"/>
                      <a:pt x="69927" y="42607"/>
                    </a:cubicBezTo>
                    <a:cubicBezTo>
                      <a:pt x="73356" y="20795"/>
                      <a:pt x="66403" y="12127"/>
                      <a:pt x="56211" y="4507"/>
                    </a:cubicBezTo>
                    <a:cubicBezTo>
                      <a:pt x="44305" y="-5018"/>
                      <a:pt x="27636" y="-732"/>
                      <a:pt x="19064" y="29844"/>
                    </a:cubicBezTo>
                    <a:cubicBezTo>
                      <a:pt x="7948" y="72154"/>
                      <a:pt x="1559" y="115569"/>
                      <a:pt x="14" y="159288"/>
                    </a:cubicBezTo>
                    <a:cubicBezTo>
                      <a:pt x="-297" y="191635"/>
                      <a:pt x="4690" y="223811"/>
                      <a:pt x="14777" y="254538"/>
                    </a:cubicBezTo>
                    <a:cubicBezTo>
                      <a:pt x="23864" y="280970"/>
                      <a:pt x="36113" y="306202"/>
                      <a:pt x="51258" y="329691"/>
                    </a:cubicBezTo>
                    <a:cubicBezTo>
                      <a:pt x="55449" y="336739"/>
                      <a:pt x="56783" y="342930"/>
                      <a:pt x="63164" y="357313"/>
                    </a:cubicBezTo>
                    <a:cubicBezTo>
                      <a:pt x="69329" y="371772"/>
                      <a:pt x="78905" y="384517"/>
                      <a:pt x="91073" y="394461"/>
                    </a:cubicBezTo>
                    <a:cubicBezTo>
                      <a:pt x="101836" y="402176"/>
                      <a:pt x="106884" y="403224"/>
                      <a:pt x="109361" y="401795"/>
                    </a:cubicBezTo>
                    <a:cubicBezTo>
                      <a:pt x="111837" y="400366"/>
                      <a:pt x="111837" y="396461"/>
                      <a:pt x="107360" y="392270"/>
                    </a:cubicBezTo>
                    <a:cubicBezTo>
                      <a:pt x="99783" y="386317"/>
                      <a:pt x="93331" y="379059"/>
                      <a:pt x="88310" y="370839"/>
                    </a:cubicBezTo>
                    <a:cubicBezTo>
                      <a:pt x="88310" y="370839"/>
                      <a:pt x="97835" y="380364"/>
                      <a:pt x="103836" y="385412"/>
                    </a:cubicBezTo>
                    <a:cubicBezTo>
                      <a:pt x="109247" y="389955"/>
                      <a:pt x="115237" y="393775"/>
                      <a:pt x="121648" y="396747"/>
                    </a:cubicBezTo>
                    <a:cubicBezTo>
                      <a:pt x="127934" y="399509"/>
                      <a:pt x="136602" y="394175"/>
                      <a:pt x="132125" y="389984"/>
                    </a:cubicBezTo>
                    <a:cubicBezTo>
                      <a:pt x="127649" y="385793"/>
                      <a:pt x="123172" y="383697"/>
                      <a:pt x="114314" y="375982"/>
                    </a:cubicBezTo>
                    <a:cubicBezTo>
                      <a:pt x="109302" y="372067"/>
                      <a:pt x="104818" y="367524"/>
                      <a:pt x="100979" y="362457"/>
                    </a:cubicBezTo>
                    <a:cubicBezTo>
                      <a:pt x="107247" y="367238"/>
                      <a:pt x="113870" y="371534"/>
                      <a:pt x="120791" y="375315"/>
                    </a:cubicBezTo>
                    <a:cubicBezTo>
                      <a:pt x="126215" y="378592"/>
                      <a:pt x="132455" y="380278"/>
                      <a:pt x="138793" y="380173"/>
                    </a:cubicBezTo>
                    <a:cubicBezTo>
                      <a:pt x="142127" y="380173"/>
                      <a:pt x="146127" y="375411"/>
                      <a:pt x="139936" y="370648"/>
                    </a:cubicBezTo>
                    <a:cubicBezTo>
                      <a:pt x="131572" y="366295"/>
                      <a:pt x="123741" y="360990"/>
                      <a:pt x="116600" y="354837"/>
                    </a:cubicBezTo>
                    <a:cubicBezTo>
                      <a:pt x="109742" y="347979"/>
                      <a:pt x="105932" y="342264"/>
                      <a:pt x="107837" y="342168"/>
                    </a:cubicBezTo>
                    <a:cubicBezTo>
                      <a:pt x="109742" y="342073"/>
                      <a:pt x="113456" y="346264"/>
                      <a:pt x="121457" y="348836"/>
                    </a:cubicBezTo>
                    <a:cubicBezTo>
                      <a:pt x="129458" y="351408"/>
                      <a:pt x="138031" y="348836"/>
                      <a:pt x="139079" y="344645"/>
                    </a:cubicBezTo>
                    <a:cubicBezTo>
                      <a:pt x="140126" y="340454"/>
                      <a:pt x="139841" y="341121"/>
                      <a:pt x="132316" y="337406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"/>
              <p:cNvSpPr/>
              <p:nvPr/>
            </p:nvSpPr>
            <p:spPr>
              <a:xfrm>
                <a:off x="4223328" y="3479828"/>
                <a:ext cx="66218" cy="90245"/>
              </a:xfrm>
              <a:custGeom>
                <a:rect b="b" l="l" r="r" t="t"/>
                <a:pathLst>
                  <a:path extrusionOk="0" h="112806" w="82772">
                    <a:moveTo>
                      <a:pt x="0" y="90018"/>
                    </a:moveTo>
                    <a:cubicBezTo>
                      <a:pt x="0" y="90018"/>
                      <a:pt x="30004" y="119831"/>
                      <a:pt x="65532" y="111258"/>
                    </a:cubicBezTo>
                    <a:cubicBezTo>
                      <a:pt x="70580" y="107829"/>
                      <a:pt x="82772" y="38106"/>
                      <a:pt x="82772" y="38106"/>
                    </a:cubicBezTo>
                    <a:cubicBezTo>
                      <a:pt x="82772" y="38106"/>
                      <a:pt x="82772" y="-565"/>
                      <a:pt x="53149" y="6"/>
                    </a:cubicBezTo>
                    <a:cubicBezTo>
                      <a:pt x="23527" y="578"/>
                      <a:pt x="0" y="90018"/>
                      <a:pt x="0" y="9001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5" name="Google Shape;305;p1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4000"/>
              <a:t>Herramientas Básicas de MS Office</a:t>
            </a:r>
            <a:endParaRPr/>
          </a:p>
        </p:txBody>
      </p:sp>
      <p:sp>
        <p:nvSpPr>
          <p:cNvPr id="306" name="Google Shape;306;p1"/>
          <p:cNvSpPr/>
          <p:nvPr/>
        </p:nvSpPr>
        <p:spPr>
          <a:xfrm>
            <a:off x="443402" y="3024764"/>
            <a:ext cx="45720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Portal BlueSky Financial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E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Modalidad Online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E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Duración: 2 horas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E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Certificación Digital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Objetivo general del curso</a:t>
            </a:r>
            <a:endParaRPr sz="3200"/>
          </a:p>
        </p:txBody>
      </p:sp>
      <p:sp>
        <p:nvSpPr>
          <p:cNvPr id="312" name="Google Shape;312;p2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Desarrollar las competencias digitales necesarias para utilizar de manera eficiente las principales herramientas de Microsoft Office 365 (Word, Excel, PowerPoint, Outlook, Teams y OneDrive), aplicándolas en tareas cotidianas y colaborativas que optimicen la productividad personal y profesional en entornos laborales o académicos.</a:t>
            </a:r>
            <a:endParaRPr sz="1600"/>
          </a:p>
        </p:txBody>
      </p:sp>
      <p:grpSp>
        <p:nvGrpSpPr>
          <p:cNvPr id="313" name="Google Shape;313;p2"/>
          <p:cNvGrpSpPr/>
          <p:nvPr/>
        </p:nvGrpSpPr>
        <p:grpSpPr>
          <a:xfrm>
            <a:off x="6916537" y="2855640"/>
            <a:ext cx="1782756" cy="1850562"/>
            <a:chOff x="2012475" y="393272"/>
            <a:chExt cx="4440240" cy="4609126"/>
          </a:xfrm>
        </p:grpSpPr>
        <p:sp>
          <p:nvSpPr>
            <p:cNvPr id="314" name="Google Shape;314;p2"/>
            <p:cNvSpPr/>
            <p:nvPr/>
          </p:nvSpPr>
          <p:spPr>
            <a:xfrm>
              <a:off x="4172687" y="3422228"/>
              <a:ext cx="1096154" cy="631831"/>
            </a:xfrm>
            <a:custGeom>
              <a:rect b="b" l="l" r="r" t="t"/>
              <a:pathLst>
                <a:path extrusionOk="0" h="631831" w="1096154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137" y="0"/>
                  </a:lnTo>
                  <a:lnTo>
                    <a:pt x="1096154" y="402457"/>
                  </a:lnTo>
                  <a:lnTo>
                    <a:pt x="737223" y="609484"/>
                  </a:lnTo>
                  <a:cubicBezTo>
                    <a:pt x="691155" y="636479"/>
                    <a:pt x="621386" y="639331"/>
                    <a:pt x="581029" y="61632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4213521" y="3398464"/>
              <a:ext cx="1096058" cy="631866"/>
            </a:xfrm>
            <a:custGeom>
              <a:rect b="b" l="l" r="r" t="t"/>
              <a:pathLst>
                <a:path extrusionOk="0" h="631866" w="1096058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864"/>
                  </a:lnTo>
                  <a:cubicBezTo>
                    <a:pt x="690774" y="636479"/>
                    <a:pt x="621005" y="639331"/>
                    <a:pt x="581029" y="616328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5277122" y="3780200"/>
              <a:ext cx="32266" cy="21196"/>
            </a:xfrm>
            <a:custGeom>
              <a:rect b="b" l="l" r="r" t="t"/>
              <a:pathLst>
                <a:path extrusionOk="0" h="21196" w="32266">
                  <a:moveTo>
                    <a:pt x="32267" y="21197"/>
                  </a:moveTo>
                  <a:lnTo>
                    <a:pt x="32267" y="0"/>
                  </a:lnTo>
                  <a:lnTo>
                    <a:pt x="0" y="18630"/>
                  </a:lnTo>
                  <a:lnTo>
                    <a:pt x="32267" y="2119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4213559" y="3635813"/>
              <a:ext cx="33123" cy="21387"/>
            </a:xfrm>
            <a:custGeom>
              <a:rect b="b" l="l" r="r" t="t"/>
              <a:pathLst>
                <a:path extrusionOk="0" h="21387" w="33123">
                  <a:moveTo>
                    <a:pt x="0" y="21387"/>
                  </a:moveTo>
                  <a:lnTo>
                    <a:pt x="0" y="0"/>
                  </a:lnTo>
                  <a:lnTo>
                    <a:pt x="33123" y="13688"/>
                  </a:lnTo>
                  <a:lnTo>
                    <a:pt x="0" y="2138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4213521" y="3377363"/>
              <a:ext cx="1096058" cy="631809"/>
            </a:xfrm>
            <a:custGeom>
              <a:rect b="b" l="l" r="r" t="t"/>
              <a:pathLst>
                <a:path extrusionOk="0" h="631809" w="1096058">
                  <a:moveTo>
                    <a:pt x="581029" y="616232"/>
                  </a:moveTo>
                  <a:lnTo>
                    <a:pt x="26975" y="296853"/>
                  </a:lnTo>
                  <a:cubicBezTo>
                    <a:pt x="-13002" y="273754"/>
                    <a:pt x="-7957" y="233547"/>
                    <a:pt x="38206" y="206932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769"/>
                  </a:lnTo>
                  <a:cubicBezTo>
                    <a:pt x="690774" y="636384"/>
                    <a:pt x="621005" y="639331"/>
                    <a:pt x="581029" y="6162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4526041" y="3091821"/>
              <a:ext cx="783348" cy="688378"/>
            </a:xfrm>
            <a:custGeom>
              <a:rect b="b" l="l" r="r" t="t"/>
              <a:pathLst>
                <a:path extrusionOk="0" h="688378" w="783348">
                  <a:moveTo>
                    <a:pt x="86521" y="286492"/>
                  </a:moveTo>
                  <a:lnTo>
                    <a:pt x="0" y="0"/>
                  </a:lnTo>
                  <a:lnTo>
                    <a:pt x="706346" y="404548"/>
                  </a:lnTo>
                  <a:lnTo>
                    <a:pt x="783348" y="688378"/>
                  </a:lnTo>
                  <a:lnTo>
                    <a:pt x="86521" y="286492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5278931" y="3755961"/>
              <a:ext cx="30363" cy="36025"/>
            </a:xfrm>
            <a:custGeom>
              <a:rect b="b" l="l" r="r" t="t"/>
              <a:pathLst>
                <a:path extrusionOk="0" h="36025" w="30363">
                  <a:moveTo>
                    <a:pt x="9899" y="36025"/>
                  </a:moveTo>
                  <a:lnTo>
                    <a:pt x="30363" y="24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4503768" y="3102562"/>
              <a:ext cx="785061" cy="689423"/>
            </a:xfrm>
            <a:custGeom>
              <a:rect b="b" l="l" r="r" t="t"/>
              <a:pathLst>
                <a:path extrusionOk="0" h="689423" w="785061">
                  <a:moveTo>
                    <a:pt x="86425" y="286492"/>
                  </a:moveTo>
                  <a:lnTo>
                    <a:pt x="0" y="0"/>
                  </a:lnTo>
                  <a:lnTo>
                    <a:pt x="706346" y="404643"/>
                  </a:lnTo>
                  <a:lnTo>
                    <a:pt x="785061" y="689424"/>
                  </a:lnTo>
                  <a:lnTo>
                    <a:pt x="86425" y="28649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3580122" y="393272"/>
              <a:ext cx="2872593" cy="3889928"/>
            </a:xfrm>
            <a:custGeom>
              <a:rect b="b" l="l" r="r" t="t"/>
              <a:pathLst>
                <a:path extrusionOk="0" h="3889928" w="2872593">
                  <a:moveTo>
                    <a:pt x="2803111" y="3881586"/>
                  </a:moveTo>
                  <a:lnTo>
                    <a:pt x="69483" y="2305217"/>
                  </a:lnTo>
                  <a:cubicBezTo>
                    <a:pt x="31410" y="2283165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483" y="8342"/>
                  </a:cubicBezTo>
                  <a:lnTo>
                    <a:pt x="2803111" y="1584711"/>
                  </a:lnTo>
                  <a:cubicBezTo>
                    <a:pt x="2841183" y="1606763"/>
                    <a:pt x="2872593" y="1666077"/>
                    <a:pt x="2872593" y="1717121"/>
                  </a:cubicBezTo>
                  <a:lnTo>
                    <a:pt x="2872593" y="3829212"/>
                  </a:lnTo>
                  <a:cubicBezTo>
                    <a:pt x="2872593" y="3880256"/>
                    <a:pt x="2841469" y="3903734"/>
                    <a:pt x="2803111" y="3881586"/>
                  </a:cubicBez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6397319" y="4189501"/>
              <a:ext cx="30267" cy="107125"/>
            </a:xfrm>
            <a:custGeom>
              <a:rect b="b" l="l" r="r" t="t"/>
              <a:pathLst>
                <a:path extrusionOk="0" h="107125" w="30267">
                  <a:moveTo>
                    <a:pt x="0" y="107125"/>
                  </a:moveTo>
                  <a:lnTo>
                    <a:pt x="30268" y="89731"/>
                  </a:lnTo>
                  <a:lnTo>
                    <a:pt x="17228" y="0"/>
                  </a:lnTo>
                  <a:lnTo>
                    <a:pt x="0" y="107125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3574887" y="397432"/>
              <a:ext cx="72623" cy="31086"/>
            </a:xfrm>
            <a:custGeom>
              <a:rect b="b" l="l" r="r" t="t"/>
              <a:pathLst>
                <a:path extrusionOk="0" h="31086" w="72623">
                  <a:moveTo>
                    <a:pt x="0" y="17110"/>
                  </a:moveTo>
                  <a:lnTo>
                    <a:pt x="29792" y="0"/>
                  </a:lnTo>
                  <a:lnTo>
                    <a:pt x="72624" y="24334"/>
                  </a:lnTo>
                  <a:cubicBezTo>
                    <a:pt x="72624" y="24334"/>
                    <a:pt x="27032" y="31273"/>
                    <a:pt x="25890" y="31083"/>
                  </a:cubicBezTo>
                  <a:cubicBezTo>
                    <a:pt x="24747" y="30892"/>
                    <a:pt x="0" y="17110"/>
                    <a:pt x="0" y="171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3554709" y="407720"/>
              <a:ext cx="2872878" cy="3889928"/>
            </a:xfrm>
            <a:custGeom>
              <a:rect b="b" l="l" r="r" t="t"/>
              <a:pathLst>
                <a:path extrusionOk="0" h="3889928" w="2872878">
                  <a:moveTo>
                    <a:pt x="2803491" y="3881587"/>
                  </a:moveTo>
                  <a:lnTo>
                    <a:pt x="69388" y="2304837"/>
                  </a:lnTo>
                  <a:cubicBezTo>
                    <a:pt x="31315" y="2282785"/>
                    <a:pt x="0" y="2223471"/>
                    <a:pt x="0" y="2172332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388" y="8342"/>
                  </a:cubicBezTo>
                  <a:lnTo>
                    <a:pt x="2803491" y="1584711"/>
                  </a:lnTo>
                  <a:cubicBezTo>
                    <a:pt x="2841564" y="1606763"/>
                    <a:pt x="2872879" y="1666077"/>
                    <a:pt x="2872879" y="1717216"/>
                  </a:cubicBezTo>
                  <a:lnTo>
                    <a:pt x="2872879" y="3829212"/>
                  </a:lnTo>
                  <a:cubicBezTo>
                    <a:pt x="2872879" y="3880256"/>
                    <a:pt x="2841850" y="3903734"/>
                    <a:pt x="2803491" y="3881587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3549854" y="410477"/>
              <a:ext cx="2872973" cy="3889886"/>
            </a:xfrm>
            <a:custGeom>
              <a:rect b="b" l="l" r="r" t="t"/>
              <a:pathLst>
                <a:path extrusionOk="0" h="3889886" w="2872973">
                  <a:moveTo>
                    <a:pt x="2803491" y="3881587"/>
                  </a:moveTo>
                  <a:lnTo>
                    <a:pt x="69483" y="2305217"/>
                  </a:lnTo>
                  <a:cubicBezTo>
                    <a:pt x="31410" y="2283070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4" y="-13806"/>
                    <a:pt x="69483" y="8342"/>
                  </a:cubicBezTo>
                  <a:lnTo>
                    <a:pt x="2803491" y="1584711"/>
                  </a:lnTo>
                  <a:cubicBezTo>
                    <a:pt x="2841564" y="1606764"/>
                    <a:pt x="2872974" y="1666077"/>
                    <a:pt x="2872974" y="1717121"/>
                  </a:cubicBezTo>
                  <a:lnTo>
                    <a:pt x="2872974" y="3829212"/>
                  </a:lnTo>
                  <a:cubicBezTo>
                    <a:pt x="2872974" y="3879971"/>
                    <a:pt x="2841849" y="3903734"/>
                    <a:pt x="2803491" y="388158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3584596" y="456003"/>
              <a:ext cx="2802063" cy="3707642"/>
            </a:xfrm>
            <a:custGeom>
              <a:rect b="b" l="l" r="r" t="t"/>
              <a:pathLst>
                <a:path extrusionOk="0" h="3707642" w="2802063">
                  <a:moveTo>
                    <a:pt x="2800636" y="3707643"/>
                  </a:moveTo>
                  <a:lnTo>
                    <a:pt x="0" y="2092872"/>
                  </a:lnTo>
                  <a:lnTo>
                    <a:pt x="1428" y="23650"/>
                  </a:lnTo>
                  <a:cubicBezTo>
                    <a:pt x="1428" y="2453"/>
                    <a:pt x="16371" y="-6102"/>
                    <a:pt x="34742" y="4639"/>
                  </a:cubicBezTo>
                  <a:lnTo>
                    <a:pt x="2768750" y="1580818"/>
                  </a:lnTo>
                  <a:cubicBezTo>
                    <a:pt x="2788395" y="1593631"/>
                    <a:pt x="2800769" y="1615018"/>
                    <a:pt x="2802063" y="16384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3711283" y="669187"/>
              <a:ext cx="283071" cy="477189"/>
            </a:xfrm>
            <a:custGeom>
              <a:rect b="b" l="l" r="r" t="t"/>
              <a:pathLst>
                <a:path extrusionOk="0" h="477189" w="283071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7"/>
                    <a:pt x="181" y="312023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572"/>
                  </a:lnTo>
                  <a:cubicBezTo>
                    <a:pt x="277551" y="154933"/>
                    <a:pt x="282919" y="165172"/>
                    <a:pt x="283071" y="176138"/>
                  </a:cubicBezTo>
                  <a:lnTo>
                    <a:pt x="283071" y="464531"/>
                  </a:lnTo>
                  <a:cubicBezTo>
                    <a:pt x="283071" y="474986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4063456" y="872696"/>
              <a:ext cx="283832" cy="477419"/>
            </a:xfrm>
            <a:custGeom>
              <a:rect b="b" l="l" r="r" t="t"/>
              <a:pathLst>
                <a:path extrusionOk="0" h="477419" w="283832">
                  <a:moveTo>
                    <a:pt x="269365" y="475462"/>
                  </a:moveTo>
                  <a:lnTo>
                    <a:pt x="14468" y="328509"/>
                  </a:lnTo>
                  <a:cubicBezTo>
                    <a:pt x="5540" y="322087"/>
                    <a:pt x="181" y="311833"/>
                    <a:pt x="0" y="30084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572"/>
                  </a:lnTo>
                  <a:cubicBezTo>
                    <a:pt x="278217" y="154931"/>
                    <a:pt x="283709" y="165305"/>
                    <a:pt x="283833" y="176423"/>
                  </a:cubicBezTo>
                  <a:lnTo>
                    <a:pt x="283833" y="464531"/>
                  </a:lnTo>
                  <a:cubicBezTo>
                    <a:pt x="283833" y="475177"/>
                    <a:pt x="277360" y="480595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4408015" y="1071223"/>
              <a:ext cx="284023" cy="477216"/>
            </a:xfrm>
            <a:custGeom>
              <a:rect b="b" l="l" r="r" t="t"/>
              <a:pathLst>
                <a:path extrusionOk="0" h="477216" w="284023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993"/>
                  </a:lnTo>
                  <a:cubicBezTo>
                    <a:pt x="278503" y="155354"/>
                    <a:pt x="283871" y="165592"/>
                    <a:pt x="284023" y="176559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3711283" y="1076206"/>
              <a:ext cx="283071" cy="477216"/>
            </a:xfrm>
            <a:custGeom>
              <a:rect b="b" l="l" r="r" t="t"/>
              <a:pathLst>
                <a:path extrusionOk="0" h="477216" w="283071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477"/>
                  </a:lnTo>
                  <a:cubicBezTo>
                    <a:pt x="277532" y="154899"/>
                    <a:pt x="282891" y="165154"/>
                    <a:pt x="283071" y="176138"/>
                  </a:cubicBezTo>
                  <a:lnTo>
                    <a:pt x="283071" y="464531"/>
                  </a:lnTo>
                  <a:cubicBezTo>
                    <a:pt x="283071" y="475177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4063456" y="1279716"/>
              <a:ext cx="283556" cy="477216"/>
            </a:xfrm>
            <a:custGeom>
              <a:rect b="b" l="l" r="r" t="t"/>
              <a:pathLst>
                <a:path extrusionOk="0" h="477216" w="283556">
                  <a:moveTo>
                    <a:pt x="269365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477"/>
                  </a:lnTo>
                  <a:cubicBezTo>
                    <a:pt x="278008" y="154903"/>
                    <a:pt x="283366" y="165150"/>
                    <a:pt x="283547" y="176138"/>
                  </a:cubicBezTo>
                  <a:lnTo>
                    <a:pt x="283547" y="464531"/>
                  </a:lnTo>
                  <a:cubicBezTo>
                    <a:pt x="283833" y="475177"/>
                    <a:pt x="277360" y="480119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4098484" y="1260570"/>
              <a:ext cx="283570" cy="477216"/>
            </a:xfrm>
            <a:custGeom>
              <a:rect b="b" l="l" r="r" t="t"/>
              <a:pathLst>
                <a:path extrusionOk="0" h="477216" w="283570">
                  <a:moveTo>
                    <a:pt x="269079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079" y="148518"/>
                  </a:lnTo>
                  <a:cubicBezTo>
                    <a:pt x="278008" y="154943"/>
                    <a:pt x="283366" y="165190"/>
                    <a:pt x="283547" y="176178"/>
                  </a:cubicBezTo>
                  <a:lnTo>
                    <a:pt x="283547" y="464571"/>
                  </a:lnTo>
                  <a:cubicBezTo>
                    <a:pt x="284023" y="475217"/>
                    <a:pt x="277075" y="480065"/>
                    <a:pt x="269079" y="4755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4408015" y="1478241"/>
              <a:ext cx="284023" cy="477161"/>
            </a:xfrm>
            <a:custGeom>
              <a:rect b="b" l="l" r="r" t="t"/>
              <a:pathLst>
                <a:path extrusionOk="0" h="477161" w="284023">
                  <a:moveTo>
                    <a:pt x="269556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556" y="148519"/>
                  </a:lnTo>
                  <a:cubicBezTo>
                    <a:pt x="278503" y="154878"/>
                    <a:pt x="283871" y="165116"/>
                    <a:pt x="284023" y="176085"/>
                  </a:cubicBezTo>
                  <a:lnTo>
                    <a:pt x="284023" y="464382"/>
                  </a:lnTo>
                  <a:cubicBezTo>
                    <a:pt x="283547" y="475124"/>
                    <a:pt x="277075" y="480066"/>
                    <a:pt x="269556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3711283" y="1491834"/>
              <a:ext cx="283071" cy="477165"/>
            </a:xfrm>
            <a:custGeom>
              <a:rect b="b" l="l" r="r" t="t"/>
              <a:pathLst>
                <a:path extrusionOk="0" h="477165" w="283071">
                  <a:moveTo>
                    <a:pt x="268604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8604" y="148519"/>
                  </a:lnTo>
                  <a:cubicBezTo>
                    <a:pt x="277551" y="154878"/>
                    <a:pt x="282919" y="165116"/>
                    <a:pt x="283071" y="176085"/>
                  </a:cubicBezTo>
                  <a:lnTo>
                    <a:pt x="283071" y="464573"/>
                  </a:lnTo>
                  <a:cubicBezTo>
                    <a:pt x="283071" y="475123"/>
                    <a:pt x="276599" y="480066"/>
                    <a:pt x="268604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3711283" y="1946286"/>
              <a:ext cx="980755" cy="657383"/>
            </a:xfrm>
            <a:custGeom>
              <a:rect b="b" l="l" r="r" t="t"/>
              <a:pathLst>
                <a:path extrusionOk="0" h="657383" w="980755">
                  <a:moveTo>
                    <a:pt x="966288" y="655629"/>
                  </a:moveTo>
                  <a:lnTo>
                    <a:pt x="14468" y="106884"/>
                  </a:lnTo>
                  <a:cubicBezTo>
                    <a:pt x="5540" y="100458"/>
                    <a:pt x="181" y="90212"/>
                    <a:pt x="0" y="79224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966288" y="550594"/>
                  </a:lnTo>
                  <a:cubicBezTo>
                    <a:pt x="975235" y="556954"/>
                    <a:pt x="980603" y="567191"/>
                    <a:pt x="980755" y="578160"/>
                  </a:cubicBezTo>
                  <a:lnTo>
                    <a:pt x="980755" y="644698"/>
                  </a:lnTo>
                  <a:cubicBezTo>
                    <a:pt x="980280" y="655344"/>
                    <a:pt x="973807" y="660286"/>
                    <a:pt x="966288" y="6556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3715090" y="2139055"/>
              <a:ext cx="732044" cy="480371"/>
            </a:xfrm>
            <a:custGeom>
              <a:rect b="b" l="l" r="r" t="t"/>
              <a:pathLst>
                <a:path extrusionOk="0" h="480371" w="732044">
                  <a:moveTo>
                    <a:pt x="717577" y="478449"/>
                  </a:moveTo>
                  <a:lnTo>
                    <a:pt x="14468" y="73425"/>
                  </a:lnTo>
                  <a:cubicBezTo>
                    <a:pt x="5521" y="67066"/>
                    <a:pt x="152" y="56829"/>
                    <a:pt x="0" y="45860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717577" y="407064"/>
                  </a:lnTo>
                  <a:cubicBezTo>
                    <a:pt x="726505" y="413489"/>
                    <a:pt x="731864" y="423736"/>
                    <a:pt x="732045" y="434724"/>
                  </a:cubicBezTo>
                  <a:lnTo>
                    <a:pt x="732045" y="467708"/>
                  </a:lnTo>
                  <a:cubicBezTo>
                    <a:pt x="732045" y="478449"/>
                    <a:pt x="725572" y="483392"/>
                    <a:pt x="717577" y="47844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3715090" y="2264376"/>
              <a:ext cx="732044" cy="480312"/>
            </a:xfrm>
            <a:custGeom>
              <a:rect b="b" l="l" r="r" t="t"/>
              <a:pathLst>
                <a:path extrusionOk="0" h="480312" w="732044">
                  <a:moveTo>
                    <a:pt x="717577" y="478598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717577" y="407023"/>
                  </a:lnTo>
                  <a:cubicBezTo>
                    <a:pt x="726505" y="413449"/>
                    <a:pt x="731864" y="423696"/>
                    <a:pt x="732045" y="434684"/>
                  </a:cubicBezTo>
                  <a:lnTo>
                    <a:pt x="732045" y="467667"/>
                  </a:lnTo>
                  <a:cubicBezTo>
                    <a:pt x="732045" y="478313"/>
                    <a:pt x="725572" y="483161"/>
                    <a:pt x="717577" y="4785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3715090" y="2389467"/>
              <a:ext cx="599361" cy="403889"/>
            </a:xfrm>
            <a:custGeom>
              <a:rect b="b" l="l" r="r" t="t"/>
              <a:pathLst>
                <a:path extrusionOk="0" h="403889" w="599361">
                  <a:moveTo>
                    <a:pt x="584893" y="402175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584893" y="330600"/>
                  </a:lnTo>
                  <a:cubicBezTo>
                    <a:pt x="593822" y="337026"/>
                    <a:pt x="599180" y="347272"/>
                    <a:pt x="599361" y="358261"/>
                  </a:cubicBezTo>
                  <a:lnTo>
                    <a:pt x="599361" y="391244"/>
                  </a:lnTo>
                  <a:cubicBezTo>
                    <a:pt x="599361" y="401890"/>
                    <a:pt x="592889" y="406738"/>
                    <a:pt x="584893" y="402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4855752" y="2612272"/>
              <a:ext cx="1403078" cy="900663"/>
            </a:xfrm>
            <a:custGeom>
              <a:rect b="b" l="l" r="r" t="t"/>
              <a:pathLst>
                <a:path extrusionOk="0" h="900663" w="1403078">
                  <a:moveTo>
                    <a:pt x="1388610" y="898735"/>
                  </a:moveTo>
                  <a:lnTo>
                    <a:pt x="14468" y="106749"/>
                  </a:lnTo>
                  <a:cubicBezTo>
                    <a:pt x="5520" y="100390"/>
                    <a:pt x="152" y="90152"/>
                    <a:pt x="0" y="79183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388610" y="794177"/>
                  </a:lnTo>
                  <a:cubicBezTo>
                    <a:pt x="1397557" y="800536"/>
                    <a:pt x="1402926" y="810773"/>
                    <a:pt x="1403078" y="821742"/>
                  </a:cubicBezTo>
                  <a:lnTo>
                    <a:pt x="1403078" y="888280"/>
                  </a:lnTo>
                  <a:cubicBezTo>
                    <a:pt x="1403078" y="898735"/>
                    <a:pt x="1396606" y="903678"/>
                    <a:pt x="1388610" y="89873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4860130" y="2805136"/>
              <a:ext cx="1263255" cy="786670"/>
            </a:xfrm>
            <a:custGeom>
              <a:rect b="b" l="l" r="r" t="t"/>
              <a:pathLst>
                <a:path extrusionOk="0" h="786670" w="1263255">
                  <a:moveTo>
                    <a:pt x="1248788" y="784956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248788" y="713381"/>
                  </a:lnTo>
                  <a:cubicBezTo>
                    <a:pt x="1257716" y="719807"/>
                    <a:pt x="1263075" y="730053"/>
                    <a:pt x="1263256" y="741042"/>
                  </a:cubicBezTo>
                  <a:lnTo>
                    <a:pt x="1263256" y="774025"/>
                  </a:lnTo>
                  <a:cubicBezTo>
                    <a:pt x="1263256" y="784671"/>
                    <a:pt x="1256783" y="78951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4860130" y="2930227"/>
              <a:ext cx="1263255" cy="786839"/>
            </a:xfrm>
            <a:custGeom>
              <a:rect b="b" l="l" r="r" t="t"/>
              <a:pathLst>
                <a:path extrusionOk="0" h="786839" w="1263255">
                  <a:moveTo>
                    <a:pt x="1248788" y="784956"/>
                  </a:moveTo>
                  <a:lnTo>
                    <a:pt x="14468" y="73290"/>
                  </a:lnTo>
                  <a:cubicBezTo>
                    <a:pt x="5540" y="66864"/>
                    <a:pt x="181" y="56617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4"/>
                  </a:cubicBezTo>
                  <a:lnTo>
                    <a:pt x="1248788" y="713856"/>
                  </a:lnTo>
                  <a:cubicBezTo>
                    <a:pt x="1257735" y="720215"/>
                    <a:pt x="1263104" y="730453"/>
                    <a:pt x="1263256" y="741422"/>
                  </a:cubicBezTo>
                  <a:lnTo>
                    <a:pt x="1263256" y="774405"/>
                  </a:lnTo>
                  <a:cubicBezTo>
                    <a:pt x="1263256" y="784671"/>
                    <a:pt x="1256783" y="78989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4860130" y="3055222"/>
              <a:ext cx="1034438" cy="654829"/>
            </a:xfrm>
            <a:custGeom>
              <a:rect b="b" l="l" r="r" t="t"/>
              <a:pathLst>
                <a:path extrusionOk="0" h="654829" w="1034438">
                  <a:moveTo>
                    <a:pt x="1019971" y="653117"/>
                  </a:moveTo>
                  <a:lnTo>
                    <a:pt x="14468" y="73290"/>
                  </a:lnTo>
                  <a:cubicBezTo>
                    <a:pt x="5540" y="66864"/>
                    <a:pt x="181" y="56618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019971" y="581542"/>
                  </a:lnTo>
                  <a:cubicBezTo>
                    <a:pt x="1028880" y="587929"/>
                    <a:pt x="1034248" y="598157"/>
                    <a:pt x="1034438" y="609107"/>
                  </a:cubicBezTo>
                  <a:lnTo>
                    <a:pt x="1034438" y="642091"/>
                  </a:lnTo>
                  <a:cubicBezTo>
                    <a:pt x="1034438" y="652832"/>
                    <a:pt x="1027871" y="657679"/>
                    <a:pt x="1019971" y="653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4063456" y="1695343"/>
              <a:ext cx="283556" cy="477207"/>
            </a:xfrm>
            <a:custGeom>
              <a:rect b="b" l="l" r="r" t="t"/>
              <a:pathLst>
                <a:path extrusionOk="0" h="477207" w="283556">
                  <a:moveTo>
                    <a:pt x="269365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080" y="148519"/>
                  </a:lnTo>
                  <a:cubicBezTo>
                    <a:pt x="278027" y="154878"/>
                    <a:pt x="283395" y="165116"/>
                    <a:pt x="283547" y="176085"/>
                  </a:cubicBezTo>
                  <a:lnTo>
                    <a:pt x="283547" y="464573"/>
                  </a:lnTo>
                  <a:cubicBezTo>
                    <a:pt x="283833" y="475409"/>
                    <a:pt x="277360" y="480066"/>
                    <a:pt x="269365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4408015" y="1893817"/>
              <a:ext cx="284023" cy="477216"/>
            </a:xfrm>
            <a:custGeom>
              <a:rect b="b" l="l" r="r" t="t"/>
              <a:pathLst>
                <a:path extrusionOk="0" h="477216" w="284023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518"/>
                  </a:lnTo>
                  <a:cubicBezTo>
                    <a:pt x="278484" y="154943"/>
                    <a:pt x="283842" y="165190"/>
                    <a:pt x="284023" y="176178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4855752" y="1988490"/>
              <a:ext cx="1403078" cy="1286379"/>
            </a:xfrm>
            <a:custGeom>
              <a:rect b="b" l="l" r="r" t="t"/>
              <a:pathLst>
                <a:path extrusionOk="0" h="1286379" w="1403078">
                  <a:moveTo>
                    <a:pt x="1388610" y="1284884"/>
                  </a:moveTo>
                  <a:lnTo>
                    <a:pt x="14468" y="492137"/>
                  </a:lnTo>
                  <a:cubicBezTo>
                    <a:pt x="5520" y="485777"/>
                    <a:pt x="152" y="475540"/>
                    <a:pt x="0" y="464571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1388610" y="794027"/>
                  </a:lnTo>
                  <a:cubicBezTo>
                    <a:pt x="1397539" y="800452"/>
                    <a:pt x="1402897" y="810699"/>
                    <a:pt x="1403078" y="821687"/>
                  </a:cubicBezTo>
                  <a:lnTo>
                    <a:pt x="1403078" y="1273572"/>
                  </a:lnTo>
                  <a:cubicBezTo>
                    <a:pt x="1403078" y="1284218"/>
                    <a:pt x="1396606" y="1289066"/>
                    <a:pt x="1388610" y="1284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4846614" y="1414848"/>
              <a:ext cx="423274" cy="545612"/>
            </a:xfrm>
            <a:custGeom>
              <a:rect b="b" l="l" r="r" t="t"/>
              <a:pathLst>
                <a:path extrusionOk="0" h="545612" w="423274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cubicBezTo>
                    <a:pt x="328187" y="95947"/>
                    <a:pt x="423274" y="260295"/>
                    <a:pt x="423274" y="394795"/>
                  </a:cubicBezTo>
                  <a:cubicBezTo>
                    <a:pt x="423274" y="529296"/>
                    <a:pt x="328283" y="584142"/>
                    <a:pt x="211685" y="516844"/>
                  </a:cubicBezTo>
                  <a:close/>
                  <a:moveTo>
                    <a:pt x="211685" y="99274"/>
                  </a:move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cubicBezTo>
                    <a:pt x="362167" y="263811"/>
                    <a:pt x="294493" y="147561"/>
                    <a:pt x="211685" y="9927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4846614" y="1414848"/>
              <a:ext cx="423274" cy="545629"/>
            </a:xfrm>
            <a:custGeom>
              <a:rect b="b" l="l" r="r" t="t"/>
              <a:pathLst>
                <a:path extrusionOk="0" h="545629" w="423274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lnTo>
                    <a:pt x="211685" y="99274"/>
                  </a:ln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lnTo>
                    <a:pt x="423274" y="394795"/>
                  </a:lnTo>
                  <a:cubicBezTo>
                    <a:pt x="423179" y="529391"/>
                    <a:pt x="328283" y="584142"/>
                    <a:pt x="211685" y="5168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5340323" y="1699604"/>
              <a:ext cx="423179" cy="545654"/>
            </a:xfrm>
            <a:custGeom>
              <a:rect b="b" l="l" r="r" t="t"/>
              <a:pathLst>
                <a:path extrusionOk="0" h="545654" w="423179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cubicBezTo>
                    <a:pt x="327997" y="96066"/>
                    <a:pt x="423179" y="260224"/>
                    <a:pt x="423179" y="394820"/>
                  </a:cubicBezTo>
                  <a:cubicBezTo>
                    <a:pt x="423179" y="529416"/>
                    <a:pt x="328283" y="584167"/>
                    <a:pt x="211589" y="516869"/>
                  </a:cubicBezTo>
                  <a:close/>
                  <a:moveTo>
                    <a:pt x="211589" y="99298"/>
                  </a:move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94588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89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5340323" y="1699604"/>
              <a:ext cx="332185" cy="545952"/>
            </a:xfrm>
            <a:custGeom>
              <a:rect b="b" l="l" r="r" t="t"/>
              <a:pathLst>
                <a:path extrusionOk="0" h="545952" w="332185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lnTo>
                    <a:pt x="211589" y="99298"/>
                  </a:ln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42429" y="464114"/>
                    <a:pt x="272030" y="470483"/>
                    <a:pt x="297253" y="465350"/>
                  </a:cubicBezTo>
                  <a:lnTo>
                    <a:pt x="332185" y="543389"/>
                  </a:lnTo>
                  <a:cubicBezTo>
                    <a:pt x="296682" y="550898"/>
                    <a:pt x="254993" y="541868"/>
                    <a:pt x="211589" y="5168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5834032" y="1984194"/>
              <a:ext cx="423559" cy="545654"/>
            </a:xfrm>
            <a:custGeom>
              <a:rect b="b" l="l" r="r" t="t"/>
              <a:pathLst>
                <a:path extrusionOk="0" h="545654" w="423559">
                  <a:moveTo>
                    <a:pt x="211590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7"/>
                    <a:pt x="95182" y="-38529"/>
                    <a:pt x="211590" y="28769"/>
                  </a:cubicBezTo>
                  <a:cubicBezTo>
                    <a:pt x="327997" y="96066"/>
                    <a:pt x="423560" y="260224"/>
                    <a:pt x="423560" y="394820"/>
                  </a:cubicBezTo>
                  <a:cubicBezTo>
                    <a:pt x="423560" y="529416"/>
                    <a:pt x="328378" y="584167"/>
                    <a:pt x="211590" y="516869"/>
                  </a:cubicBezTo>
                  <a:close/>
                  <a:moveTo>
                    <a:pt x="211590" y="99298"/>
                  </a:moveTo>
                  <a:cubicBezTo>
                    <a:pt x="128686" y="51772"/>
                    <a:pt x="61107" y="90363"/>
                    <a:pt x="61107" y="186082"/>
                  </a:cubicBezTo>
                  <a:cubicBezTo>
                    <a:pt x="61107" y="281801"/>
                    <a:pt x="128686" y="398432"/>
                    <a:pt x="211590" y="446339"/>
                  </a:cubicBezTo>
                  <a:cubicBezTo>
                    <a:pt x="294493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90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5834032" y="1984177"/>
              <a:ext cx="211589" cy="286951"/>
            </a:xfrm>
            <a:custGeom>
              <a:rect b="b" l="l" r="r" t="t"/>
              <a:pathLst>
                <a:path extrusionOk="0" h="286951" w="211589">
                  <a:moveTo>
                    <a:pt x="27412" y="286951"/>
                  </a:moveTo>
                  <a:cubicBezTo>
                    <a:pt x="10194" y="243588"/>
                    <a:pt x="904" y="197477"/>
                    <a:pt x="0" y="150835"/>
                  </a:cubicBezTo>
                  <a:cubicBezTo>
                    <a:pt x="0" y="16239"/>
                    <a:pt x="95182" y="-38512"/>
                    <a:pt x="211590" y="28786"/>
                  </a:cubicBezTo>
                  <a:lnTo>
                    <a:pt x="211590" y="99315"/>
                  </a:lnTo>
                  <a:cubicBezTo>
                    <a:pt x="128686" y="51789"/>
                    <a:pt x="61107" y="90380"/>
                    <a:pt x="61107" y="186099"/>
                  </a:cubicBezTo>
                  <a:cubicBezTo>
                    <a:pt x="61830" y="219254"/>
                    <a:pt x="68540" y="252000"/>
                    <a:pt x="80905" y="2827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5029839" y="4705642"/>
              <a:ext cx="429841" cy="247899"/>
            </a:xfrm>
            <a:custGeom>
              <a:rect b="b" l="l" r="r" t="t"/>
              <a:pathLst>
                <a:path extrusionOk="0" h="247899" w="429841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4" y="247900"/>
                    <a:pt x="0" y="192406"/>
                    <a:pt x="0" y="123950"/>
                  </a:cubicBezTo>
                  <a:cubicBezTo>
                    <a:pt x="0" y="55494"/>
                    <a:pt x="96224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2757750" y="4754499"/>
              <a:ext cx="429841" cy="247899"/>
            </a:xfrm>
            <a:custGeom>
              <a:rect b="b" l="l" r="r" t="t"/>
              <a:pathLst>
                <a:path extrusionOk="0" h="247899" w="429841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2012475" y="3630110"/>
              <a:ext cx="429841" cy="247899"/>
            </a:xfrm>
            <a:custGeom>
              <a:rect b="b" l="l" r="r" t="t"/>
              <a:pathLst>
                <a:path extrusionOk="0" h="247899" w="429841">
                  <a:moveTo>
                    <a:pt x="429842" y="123950"/>
                  </a:moveTo>
                  <a:cubicBezTo>
                    <a:pt x="429842" y="192406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5244274" y="4799933"/>
              <a:ext cx="116580" cy="90224"/>
            </a:xfrm>
            <a:custGeom>
              <a:rect b="b" l="l" r="r" t="t"/>
              <a:pathLst>
                <a:path extrusionOk="0" h="90224" w="116580">
                  <a:moveTo>
                    <a:pt x="107376" y="2"/>
                  </a:moveTo>
                  <a:cubicBezTo>
                    <a:pt x="93384" y="11314"/>
                    <a:pt x="72729" y="953"/>
                    <a:pt x="71682" y="1998"/>
                  </a:cubicBezTo>
                  <a:cubicBezTo>
                    <a:pt x="55302" y="17235"/>
                    <a:pt x="38074" y="31550"/>
                    <a:pt x="20094" y="44868"/>
                  </a:cubicBezTo>
                  <a:cubicBezTo>
                    <a:pt x="11432" y="51711"/>
                    <a:pt x="-2179" y="60932"/>
                    <a:pt x="296" y="74049"/>
                  </a:cubicBezTo>
                  <a:cubicBezTo>
                    <a:pt x="4674" y="97622"/>
                    <a:pt x="42366" y="90398"/>
                    <a:pt x="56644" y="83554"/>
                  </a:cubicBezTo>
                  <a:cubicBezTo>
                    <a:pt x="70921" y="76711"/>
                    <a:pt x="82438" y="64544"/>
                    <a:pt x="95954" y="56084"/>
                  </a:cubicBezTo>
                  <a:cubicBezTo>
                    <a:pt x="105472" y="50095"/>
                    <a:pt x="114990" y="47054"/>
                    <a:pt x="116513" y="34887"/>
                  </a:cubicBezTo>
                  <a:cubicBezTo>
                    <a:pt x="117370" y="27187"/>
                    <a:pt x="109850" y="-283"/>
                    <a:pt x="10737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5244760" y="4829592"/>
              <a:ext cx="116051" cy="60483"/>
            </a:xfrm>
            <a:custGeom>
              <a:rect b="b" l="l" r="r" t="t"/>
              <a:pathLst>
                <a:path extrusionOk="0" h="60483" w="116051">
                  <a:moveTo>
                    <a:pt x="115837" y="0"/>
                  </a:moveTo>
                  <a:cubicBezTo>
                    <a:pt x="113933" y="11597"/>
                    <a:pt x="104605" y="14828"/>
                    <a:pt x="95087" y="20722"/>
                  </a:cubicBezTo>
                  <a:cubicBezTo>
                    <a:pt x="81381" y="29182"/>
                    <a:pt x="69388" y="41443"/>
                    <a:pt x="55110" y="48572"/>
                  </a:cubicBezTo>
                  <a:cubicBezTo>
                    <a:pt x="40833" y="55701"/>
                    <a:pt x="9233" y="61880"/>
                    <a:pt x="0" y="45055"/>
                  </a:cubicBezTo>
                  <a:cubicBezTo>
                    <a:pt x="5045" y="67773"/>
                    <a:pt x="42071" y="60644"/>
                    <a:pt x="56157" y="53515"/>
                  </a:cubicBezTo>
                  <a:cubicBezTo>
                    <a:pt x="70244" y="46386"/>
                    <a:pt x="81952" y="34505"/>
                    <a:pt x="95468" y="26045"/>
                  </a:cubicBezTo>
                  <a:cubicBezTo>
                    <a:pt x="104986" y="20056"/>
                    <a:pt x="114504" y="17015"/>
                    <a:pt x="116027" y="4848"/>
                  </a:cubicBezTo>
                  <a:cubicBezTo>
                    <a:pt x="116093" y="3232"/>
                    <a:pt x="116027" y="1606"/>
                    <a:pt x="11583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5124630" y="4754816"/>
              <a:ext cx="116569" cy="86887"/>
            </a:xfrm>
            <a:custGeom>
              <a:rect b="b" l="l" r="r" t="t"/>
              <a:pathLst>
                <a:path extrusionOk="0" h="86887" w="116569">
                  <a:moveTo>
                    <a:pt x="105663" y="63"/>
                  </a:moveTo>
                  <a:cubicBezTo>
                    <a:pt x="91671" y="11470"/>
                    <a:pt x="67590" y="-982"/>
                    <a:pt x="66162" y="63"/>
                  </a:cubicBezTo>
                  <a:cubicBezTo>
                    <a:pt x="51656" y="14825"/>
                    <a:pt x="36275" y="28693"/>
                    <a:pt x="20094" y="41602"/>
                  </a:cubicBezTo>
                  <a:cubicBezTo>
                    <a:pt x="11432" y="48446"/>
                    <a:pt x="-2179" y="57666"/>
                    <a:pt x="296" y="70783"/>
                  </a:cubicBezTo>
                  <a:cubicBezTo>
                    <a:pt x="4674" y="94261"/>
                    <a:pt x="42367" y="87037"/>
                    <a:pt x="56644" y="80288"/>
                  </a:cubicBezTo>
                  <a:cubicBezTo>
                    <a:pt x="70921" y="73540"/>
                    <a:pt x="82438" y="61278"/>
                    <a:pt x="95954" y="52818"/>
                  </a:cubicBezTo>
                  <a:cubicBezTo>
                    <a:pt x="105472" y="46830"/>
                    <a:pt x="114990" y="43313"/>
                    <a:pt x="116513" y="31621"/>
                  </a:cubicBezTo>
                  <a:cubicBezTo>
                    <a:pt x="117370" y="23922"/>
                    <a:pt x="108137" y="-222"/>
                    <a:pt x="105663" y="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5124926" y="4782825"/>
              <a:ext cx="116097" cy="60673"/>
            </a:xfrm>
            <a:custGeom>
              <a:rect b="b" l="l" r="r" t="t"/>
              <a:pathLst>
                <a:path extrusionOk="0" h="60673" w="116097">
                  <a:moveTo>
                    <a:pt x="115741" y="0"/>
                  </a:moveTo>
                  <a:cubicBezTo>
                    <a:pt x="114218" y="11407"/>
                    <a:pt x="104700" y="14828"/>
                    <a:pt x="95182" y="20912"/>
                  </a:cubicBezTo>
                  <a:cubicBezTo>
                    <a:pt x="81476" y="29372"/>
                    <a:pt x="69388" y="41634"/>
                    <a:pt x="55205" y="48858"/>
                  </a:cubicBezTo>
                  <a:cubicBezTo>
                    <a:pt x="41023" y="56082"/>
                    <a:pt x="9233" y="62070"/>
                    <a:pt x="0" y="45246"/>
                  </a:cubicBezTo>
                  <a:cubicBezTo>
                    <a:pt x="5045" y="67964"/>
                    <a:pt x="42071" y="60835"/>
                    <a:pt x="56157" y="53706"/>
                  </a:cubicBezTo>
                  <a:cubicBezTo>
                    <a:pt x="70244" y="46577"/>
                    <a:pt x="82047" y="34695"/>
                    <a:pt x="95468" y="26235"/>
                  </a:cubicBezTo>
                  <a:cubicBezTo>
                    <a:pt x="104986" y="20246"/>
                    <a:pt x="114504" y="16730"/>
                    <a:pt x="116027" y="5133"/>
                  </a:cubicBezTo>
                  <a:cubicBezTo>
                    <a:pt x="116179" y="3413"/>
                    <a:pt x="116084" y="1692"/>
                    <a:pt x="11574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5154433" y="4234936"/>
              <a:ext cx="200389" cy="574156"/>
            </a:xfrm>
            <a:custGeom>
              <a:rect b="b" l="l" r="r" t="t"/>
              <a:pathLst>
                <a:path extrusionOk="0" h="574156" w="200389">
                  <a:moveTo>
                    <a:pt x="197978" y="49713"/>
                  </a:moveTo>
                  <a:cubicBezTo>
                    <a:pt x="197312" y="70815"/>
                    <a:pt x="190745" y="162447"/>
                    <a:pt x="187794" y="211304"/>
                  </a:cubicBezTo>
                  <a:cubicBezTo>
                    <a:pt x="184843" y="260162"/>
                    <a:pt x="184177" y="319285"/>
                    <a:pt x="184177" y="319285"/>
                  </a:cubicBezTo>
                  <a:cubicBezTo>
                    <a:pt x="184177" y="319285"/>
                    <a:pt x="192553" y="354645"/>
                    <a:pt x="197978" y="396183"/>
                  </a:cubicBezTo>
                  <a:cubicBezTo>
                    <a:pt x="203404" y="437722"/>
                    <a:pt x="197978" y="568896"/>
                    <a:pt x="197978" y="568896"/>
                  </a:cubicBezTo>
                  <a:cubicBezTo>
                    <a:pt x="187080" y="575911"/>
                    <a:pt x="173088" y="575911"/>
                    <a:pt x="162190" y="568896"/>
                  </a:cubicBezTo>
                  <a:cubicBezTo>
                    <a:pt x="162190" y="568896"/>
                    <a:pt x="139822" y="464337"/>
                    <a:pt x="129448" y="416810"/>
                  </a:cubicBezTo>
                  <a:cubicBezTo>
                    <a:pt x="119073" y="369283"/>
                    <a:pt x="117359" y="342193"/>
                    <a:pt x="111934" y="312916"/>
                  </a:cubicBezTo>
                  <a:cubicBezTo>
                    <a:pt x="105462" y="277462"/>
                    <a:pt x="91375" y="111973"/>
                    <a:pt x="91375" y="111973"/>
                  </a:cubicBezTo>
                  <a:lnTo>
                    <a:pt x="85759" y="111973"/>
                  </a:lnTo>
                  <a:lnTo>
                    <a:pt x="70815" y="298753"/>
                  </a:lnTo>
                  <a:cubicBezTo>
                    <a:pt x="75479" y="312508"/>
                    <a:pt x="78668" y="326718"/>
                    <a:pt x="80334" y="341147"/>
                  </a:cubicBezTo>
                  <a:cubicBezTo>
                    <a:pt x="84426" y="371660"/>
                    <a:pt x="76050" y="524696"/>
                    <a:pt x="76050" y="524696"/>
                  </a:cubicBezTo>
                  <a:cubicBezTo>
                    <a:pt x="63896" y="531473"/>
                    <a:pt x="48952" y="530846"/>
                    <a:pt x="37406" y="523080"/>
                  </a:cubicBezTo>
                  <a:cubicBezTo>
                    <a:pt x="37406" y="523080"/>
                    <a:pt x="0" y="320331"/>
                    <a:pt x="0" y="289533"/>
                  </a:cubicBezTo>
                  <a:cubicBezTo>
                    <a:pt x="0" y="269097"/>
                    <a:pt x="3522" y="0"/>
                    <a:pt x="3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5199628" y="3876679"/>
              <a:ext cx="128464" cy="124722"/>
            </a:xfrm>
            <a:custGeom>
              <a:rect b="b" l="l" r="r" t="t"/>
              <a:pathLst>
                <a:path extrusionOk="0" h="124722" w="128464">
                  <a:moveTo>
                    <a:pt x="102147" y="0"/>
                  </a:moveTo>
                  <a:cubicBezTo>
                    <a:pt x="102147" y="0"/>
                    <a:pt x="99767" y="46006"/>
                    <a:pt x="100814" y="50093"/>
                  </a:cubicBezTo>
                  <a:cubicBezTo>
                    <a:pt x="101861" y="54181"/>
                    <a:pt x="121945" y="67678"/>
                    <a:pt x="127846" y="72431"/>
                  </a:cubicBezTo>
                  <a:cubicBezTo>
                    <a:pt x="133747" y="77183"/>
                    <a:pt x="95960" y="114445"/>
                    <a:pt x="77590" y="122904"/>
                  </a:cubicBezTo>
                  <a:cubicBezTo>
                    <a:pt x="59220" y="131364"/>
                    <a:pt x="1444" y="109122"/>
                    <a:pt x="112" y="80606"/>
                  </a:cubicBezTo>
                  <a:cubicBezTo>
                    <a:pt x="-1221" y="52089"/>
                    <a:pt x="9630" y="28136"/>
                    <a:pt x="19148" y="26900"/>
                  </a:cubicBezTo>
                  <a:cubicBezTo>
                    <a:pt x="28666" y="25665"/>
                    <a:pt x="102147" y="0"/>
                    <a:pt x="10214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4996526" y="3906336"/>
              <a:ext cx="182485" cy="357686"/>
            </a:xfrm>
            <a:custGeom>
              <a:rect b="b" l="l" r="r" t="t"/>
              <a:pathLst>
                <a:path extrusionOk="0" h="357686" w="182485">
                  <a:moveTo>
                    <a:pt x="179037" y="55702"/>
                  </a:moveTo>
                  <a:cubicBezTo>
                    <a:pt x="176277" y="35455"/>
                    <a:pt x="189697" y="16159"/>
                    <a:pt x="176752" y="0"/>
                  </a:cubicBezTo>
                  <a:cubicBezTo>
                    <a:pt x="131255" y="44485"/>
                    <a:pt x="136966" y="162352"/>
                    <a:pt x="126687" y="237634"/>
                  </a:cubicBezTo>
                  <a:cubicBezTo>
                    <a:pt x="92897" y="272899"/>
                    <a:pt x="25032" y="307594"/>
                    <a:pt x="5901" y="316243"/>
                  </a:cubicBezTo>
                  <a:cubicBezTo>
                    <a:pt x="2379" y="317764"/>
                    <a:pt x="-572" y="319475"/>
                    <a:pt x="95" y="323182"/>
                  </a:cubicBezTo>
                  <a:cubicBezTo>
                    <a:pt x="2665" y="335739"/>
                    <a:pt x="8061" y="347535"/>
                    <a:pt x="15895" y="357687"/>
                  </a:cubicBezTo>
                  <a:cubicBezTo>
                    <a:pt x="60821" y="338676"/>
                    <a:pt x="93183" y="327270"/>
                    <a:pt x="149150" y="274040"/>
                  </a:cubicBezTo>
                  <a:cubicBezTo>
                    <a:pt x="154509" y="268175"/>
                    <a:pt x="159287" y="261806"/>
                    <a:pt x="163427" y="255029"/>
                  </a:cubicBezTo>
                  <a:cubicBezTo>
                    <a:pt x="179608" y="207502"/>
                    <a:pt x="183605" y="90776"/>
                    <a:pt x="179037" y="5570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5154414" y="3894094"/>
              <a:ext cx="208226" cy="419055"/>
            </a:xfrm>
            <a:custGeom>
              <a:rect b="b" l="l" r="r" t="t"/>
              <a:pathLst>
                <a:path extrusionOk="0" h="419055" w="208226">
                  <a:moveTo>
                    <a:pt x="152500" y="40568"/>
                  </a:moveTo>
                  <a:cubicBezTo>
                    <a:pt x="152500" y="40568"/>
                    <a:pt x="119091" y="90376"/>
                    <a:pt x="72357" y="95033"/>
                  </a:cubicBezTo>
                  <a:cubicBezTo>
                    <a:pt x="57699" y="80585"/>
                    <a:pt x="56366" y="29066"/>
                    <a:pt x="76736" y="12527"/>
                  </a:cubicBezTo>
                  <a:cubicBezTo>
                    <a:pt x="76736" y="12527"/>
                    <a:pt x="57699" y="-2491"/>
                    <a:pt x="45135" y="360"/>
                  </a:cubicBezTo>
                  <a:cubicBezTo>
                    <a:pt x="31448" y="8744"/>
                    <a:pt x="21301" y="21823"/>
                    <a:pt x="16580" y="37146"/>
                  </a:cubicBezTo>
                  <a:cubicBezTo>
                    <a:pt x="4702" y="71346"/>
                    <a:pt x="-885" y="107419"/>
                    <a:pt x="114" y="143606"/>
                  </a:cubicBezTo>
                  <a:cubicBezTo>
                    <a:pt x="875" y="192463"/>
                    <a:pt x="114" y="341698"/>
                    <a:pt x="114" y="341698"/>
                  </a:cubicBezTo>
                  <a:cubicBezTo>
                    <a:pt x="114" y="341698"/>
                    <a:pt x="6681" y="373256"/>
                    <a:pt x="48942" y="396734"/>
                  </a:cubicBezTo>
                  <a:cubicBezTo>
                    <a:pt x="91203" y="420212"/>
                    <a:pt x="122423" y="422493"/>
                    <a:pt x="151073" y="415745"/>
                  </a:cubicBezTo>
                  <a:cubicBezTo>
                    <a:pt x="174678" y="410231"/>
                    <a:pt x="194190" y="401866"/>
                    <a:pt x="202376" y="384757"/>
                  </a:cubicBezTo>
                  <a:cubicBezTo>
                    <a:pt x="200282" y="350538"/>
                    <a:pt x="184957" y="261187"/>
                    <a:pt x="190668" y="218223"/>
                  </a:cubicBezTo>
                  <a:cubicBezTo>
                    <a:pt x="196379" y="175259"/>
                    <a:pt x="205517" y="143036"/>
                    <a:pt x="207801" y="108246"/>
                  </a:cubicBezTo>
                  <a:cubicBezTo>
                    <a:pt x="210086" y="73456"/>
                    <a:pt x="203233" y="74122"/>
                    <a:pt x="185814" y="61765"/>
                  </a:cubicBezTo>
                  <a:cubicBezTo>
                    <a:pt x="175239" y="53904"/>
                    <a:pt x="164103" y="46813"/>
                    <a:pt x="152500" y="4056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5194395" y="3747198"/>
              <a:ext cx="138431" cy="168252"/>
            </a:xfrm>
            <a:custGeom>
              <a:rect b="b" l="l" r="r" t="t"/>
              <a:pathLst>
                <a:path extrusionOk="0" h="168252" w="138431">
                  <a:moveTo>
                    <a:pt x="3060" y="60853"/>
                  </a:moveTo>
                  <a:lnTo>
                    <a:pt x="3060" y="60853"/>
                  </a:lnTo>
                  <a:cubicBezTo>
                    <a:pt x="8581" y="25112"/>
                    <a:pt x="34375" y="-1978"/>
                    <a:pt x="71211" y="113"/>
                  </a:cubicBezTo>
                  <a:cubicBezTo>
                    <a:pt x="110416" y="2252"/>
                    <a:pt x="140465" y="35740"/>
                    <a:pt x="138324" y="74892"/>
                  </a:cubicBezTo>
                  <a:cubicBezTo>
                    <a:pt x="138314" y="74930"/>
                    <a:pt x="138314" y="74978"/>
                    <a:pt x="138314" y="75016"/>
                  </a:cubicBezTo>
                  <a:cubicBezTo>
                    <a:pt x="137105" y="96983"/>
                    <a:pt x="125655" y="117105"/>
                    <a:pt x="107380" y="129386"/>
                  </a:cubicBezTo>
                  <a:cubicBezTo>
                    <a:pt x="106057" y="134804"/>
                    <a:pt x="104144" y="140071"/>
                    <a:pt x="101669" y="145070"/>
                  </a:cubicBezTo>
                  <a:cubicBezTo>
                    <a:pt x="88629" y="160279"/>
                    <a:pt x="49128" y="169689"/>
                    <a:pt x="37802" y="168073"/>
                  </a:cubicBezTo>
                  <a:cubicBezTo>
                    <a:pt x="23981" y="166847"/>
                    <a:pt x="12322" y="157313"/>
                    <a:pt x="8391" y="144025"/>
                  </a:cubicBezTo>
                  <a:cubicBezTo>
                    <a:pt x="-3793" y="115984"/>
                    <a:pt x="15" y="78533"/>
                    <a:pt x="3060" y="6085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5199668" y="3732408"/>
              <a:ext cx="146095" cy="144175"/>
            </a:xfrm>
            <a:custGeom>
              <a:rect b="b" l="l" r="r" t="t"/>
              <a:pathLst>
                <a:path extrusionOk="0" h="144175" w="146095">
                  <a:moveTo>
                    <a:pt x="102106" y="144176"/>
                  </a:moveTo>
                  <a:lnTo>
                    <a:pt x="102106" y="144176"/>
                  </a:lnTo>
                  <a:lnTo>
                    <a:pt x="98680" y="113093"/>
                  </a:lnTo>
                  <a:cubicBezTo>
                    <a:pt x="98680" y="113093"/>
                    <a:pt x="124189" y="47126"/>
                    <a:pt x="63939" y="59768"/>
                  </a:cubicBezTo>
                  <a:cubicBezTo>
                    <a:pt x="24152" y="68133"/>
                    <a:pt x="14158" y="71745"/>
                    <a:pt x="2070" y="45130"/>
                  </a:cubicBezTo>
                  <a:cubicBezTo>
                    <a:pt x="-10018" y="18515"/>
                    <a:pt x="32624" y="-5534"/>
                    <a:pt x="83355" y="1120"/>
                  </a:cubicBezTo>
                  <a:cubicBezTo>
                    <a:pt x="119563" y="4913"/>
                    <a:pt x="146823" y="35777"/>
                    <a:pt x="146081" y="72125"/>
                  </a:cubicBezTo>
                  <a:cubicBezTo>
                    <a:pt x="144748" y="91706"/>
                    <a:pt x="139513" y="131439"/>
                    <a:pt x="102106" y="14417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5186268" y="3976961"/>
              <a:ext cx="186859" cy="320520"/>
            </a:xfrm>
            <a:custGeom>
              <a:rect b="b" l="l" r="r" t="t"/>
              <a:pathLst>
                <a:path extrusionOk="0" h="320520" w="186859">
                  <a:moveTo>
                    <a:pt x="186131" y="4943"/>
                  </a:moveTo>
                  <a:cubicBezTo>
                    <a:pt x="168713" y="0"/>
                    <a:pt x="182039" y="4088"/>
                    <a:pt x="168713" y="0"/>
                  </a:cubicBezTo>
                  <a:cubicBezTo>
                    <a:pt x="123216" y="44485"/>
                    <a:pt x="128832" y="120813"/>
                    <a:pt x="118552" y="196286"/>
                  </a:cubicBezTo>
                  <a:cubicBezTo>
                    <a:pt x="93424" y="237729"/>
                    <a:pt x="241" y="293906"/>
                    <a:pt x="241" y="293906"/>
                  </a:cubicBezTo>
                  <a:cubicBezTo>
                    <a:pt x="-901" y="301986"/>
                    <a:pt x="1859" y="304362"/>
                    <a:pt x="11948" y="320521"/>
                  </a:cubicBezTo>
                  <a:cubicBezTo>
                    <a:pt x="63842" y="300693"/>
                    <a:pt x="111042" y="270295"/>
                    <a:pt x="150533" y="231266"/>
                  </a:cubicBezTo>
                  <a:cubicBezTo>
                    <a:pt x="152818" y="229174"/>
                    <a:pt x="156054" y="228604"/>
                    <a:pt x="157006" y="225752"/>
                  </a:cubicBezTo>
                  <a:cubicBezTo>
                    <a:pt x="172901" y="177655"/>
                    <a:pt x="190700" y="40018"/>
                    <a:pt x="186131" y="494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4957596" y="4074866"/>
              <a:ext cx="216348" cy="290578"/>
            </a:xfrm>
            <a:custGeom>
              <a:rect b="b" l="l" r="r" t="t"/>
              <a:pathLst>
                <a:path extrusionOk="0" h="290578" w="216348">
                  <a:moveTo>
                    <a:pt x="0" y="0"/>
                  </a:moveTo>
                  <a:lnTo>
                    <a:pt x="67770" y="231360"/>
                  </a:lnTo>
                  <a:lnTo>
                    <a:pt x="216349" y="290579"/>
                  </a:lnTo>
                  <a:lnTo>
                    <a:pt x="162190" y="65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5101717" y="4257084"/>
              <a:ext cx="109578" cy="53390"/>
            </a:xfrm>
            <a:custGeom>
              <a:rect b="b" l="l" r="r" t="t"/>
              <a:pathLst>
                <a:path extrusionOk="0" h="53390" w="109578">
                  <a:moveTo>
                    <a:pt x="108112" y="15494"/>
                  </a:moveTo>
                  <a:cubicBezTo>
                    <a:pt x="105923" y="7604"/>
                    <a:pt x="100212" y="9505"/>
                    <a:pt x="93739" y="11502"/>
                  </a:cubicBezTo>
                  <a:cubicBezTo>
                    <a:pt x="86772" y="14353"/>
                    <a:pt x="79100" y="15019"/>
                    <a:pt x="71752" y="13403"/>
                  </a:cubicBezTo>
                  <a:cubicBezTo>
                    <a:pt x="66003" y="10627"/>
                    <a:pt x="60683" y="7043"/>
                    <a:pt x="55952" y="2757"/>
                  </a:cubicBezTo>
                  <a:cubicBezTo>
                    <a:pt x="53077" y="1017"/>
                    <a:pt x="49794" y="67"/>
                    <a:pt x="46434" y="0"/>
                  </a:cubicBezTo>
                  <a:cubicBezTo>
                    <a:pt x="46434" y="1996"/>
                    <a:pt x="49860" y="13688"/>
                    <a:pt x="49860" y="13688"/>
                  </a:cubicBezTo>
                  <a:cubicBezTo>
                    <a:pt x="49860" y="13688"/>
                    <a:pt x="17308" y="13688"/>
                    <a:pt x="13977" y="13688"/>
                  </a:cubicBezTo>
                  <a:cubicBezTo>
                    <a:pt x="11045" y="13070"/>
                    <a:pt x="8171" y="14952"/>
                    <a:pt x="7552" y="17880"/>
                  </a:cubicBezTo>
                  <a:cubicBezTo>
                    <a:pt x="7200" y="19572"/>
                    <a:pt x="7676" y="21339"/>
                    <a:pt x="8837" y="22623"/>
                  </a:cubicBezTo>
                  <a:cubicBezTo>
                    <a:pt x="8104" y="22680"/>
                    <a:pt x="7381" y="22680"/>
                    <a:pt x="6648" y="22623"/>
                  </a:cubicBezTo>
                  <a:cubicBezTo>
                    <a:pt x="-15" y="21102"/>
                    <a:pt x="-2870" y="31368"/>
                    <a:pt x="3792" y="32889"/>
                  </a:cubicBezTo>
                  <a:cubicBezTo>
                    <a:pt x="5582" y="33231"/>
                    <a:pt x="7399" y="33487"/>
                    <a:pt x="9218" y="33649"/>
                  </a:cubicBezTo>
                  <a:cubicBezTo>
                    <a:pt x="4839" y="35360"/>
                    <a:pt x="3792" y="42584"/>
                    <a:pt x="9218" y="43154"/>
                  </a:cubicBezTo>
                  <a:lnTo>
                    <a:pt x="10836" y="43154"/>
                  </a:lnTo>
                  <a:cubicBezTo>
                    <a:pt x="11645" y="43373"/>
                    <a:pt x="12501" y="43373"/>
                    <a:pt x="13310" y="43154"/>
                  </a:cubicBezTo>
                  <a:lnTo>
                    <a:pt x="14262" y="43154"/>
                  </a:lnTo>
                  <a:cubicBezTo>
                    <a:pt x="13701" y="46358"/>
                    <a:pt x="15852" y="49418"/>
                    <a:pt x="19059" y="49970"/>
                  </a:cubicBezTo>
                  <a:cubicBezTo>
                    <a:pt x="19107" y="49979"/>
                    <a:pt x="19164" y="49989"/>
                    <a:pt x="19212" y="49998"/>
                  </a:cubicBezTo>
                  <a:cubicBezTo>
                    <a:pt x="35107" y="52089"/>
                    <a:pt x="58522" y="58458"/>
                    <a:pt x="72894" y="45341"/>
                  </a:cubicBezTo>
                  <a:cubicBezTo>
                    <a:pt x="82774" y="44295"/>
                    <a:pt x="92416" y="41662"/>
                    <a:pt x="101449" y="37546"/>
                  </a:cubicBezTo>
                  <a:cubicBezTo>
                    <a:pt x="110491" y="33839"/>
                    <a:pt x="110777" y="24904"/>
                    <a:pt x="108112" y="154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4984781" y="4223327"/>
              <a:ext cx="67863" cy="55821"/>
            </a:xfrm>
            <a:custGeom>
              <a:rect b="b" l="l" r="r" t="t"/>
              <a:pathLst>
                <a:path extrusionOk="0" h="55821" w="67863">
                  <a:moveTo>
                    <a:pt x="62477" y="30335"/>
                  </a:moveTo>
                  <a:lnTo>
                    <a:pt x="60192" y="30335"/>
                  </a:lnTo>
                  <a:cubicBezTo>
                    <a:pt x="62420" y="28253"/>
                    <a:pt x="62534" y="24764"/>
                    <a:pt x="60459" y="22540"/>
                  </a:cubicBezTo>
                  <a:cubicBezTo>
                    <a:pt x="59564" y="21590"/>
                    <a:pt x="58355" y="20981"/>
                    <a:pt x="57051" y="20829"/>
                  </a:cubicBezTo>
                  <a:cubicBezTo>
                    <a:pt x="53720" y="20829"/>
                    <a:pt x="20216" y="13890"/>
                    <a:pt x="20216" y="13890"/>
                  </a:cubicBezTo>
                  <a:lnTo>
                    <a:pt x="16123" y="108"/>
                  </a:lnTo>
                  <a:cubicBezTo>
                    <a:pt x="16123" y="-653"/>
                    <a:pt x="10317" y="2864"/>
                    <a:pt x="10127" y="2959"/>
                  </a:cubicBezTo>
                  <a:cubicBezTo>
                    <a:pt x="4406" y="6723"/>
                    <a:pt x="694" y="12873"/>
                    <a:pt x="37" y="19689"/>
                  </a:cubicBezTo>
                  <a:cubicBezTo>
                    <a:pt x="-400" y="29232"/>
                    <a:pt x="3035" y="38557"/>
                    <a:pt x="9555" y="45543"/>
                  </a:cubicBezTo>
                  <a:cubicBezTo>
                    <a:pt x="15638" y="51503"/>
                    <a:pt x="23785" y="54906"/>
                    <a:pt x="32304" y="55049"/>
                  </a:cubicBezTo>
                  <a:cubicBezTo>
                    <a:pt x="36302" y="55049"/>
                    <a:pt x="40204" y="55049"/>
                    <a:pt x="43726" y="55809"/>
                  </a:cubicBezTo>
                  <a:cubicBezTo>
                    <a:pt x="46981" y="56018"/>
                    <a:pt x="49789" y="53556"/>
                    <a:pt x="49998" y="50305"/>
                  </a:cubicBezTo>
                  <a:cubicBezTo>
                    <a:pt x="49998" y="50210"/>
                    <a:pt x="50008" y="50106"/>
                    <a:pt x="50008" y="50011"/>
                  </a:cubicBezTo>
                  <a:lnTo>
                    <a:pt x="51055" y="50011"/>
                  </a:lnTo>
                  <a:cubicBezTo>
                    <a:pt x="51835" y="50201"/>
                    <a:pt x="52654" y="50201"/>
                    <a:pt x="53435" y="50011"/>
                  </a:cubicBezTo>
                  <a:lnTo>
                    <a:pt x="55148" y="50011"/>
                  </a:lnTo>
                  <a:cubicBezTo>
                    <a:pt x="60859" y="50011"/>
                    <a:pt x="61334" y="42977"/>
                    <a:pt x="57432" y="40505"/>
                  </a:cubicBezTo>
                  <a:cubicBezTo>
                    <a:pt x="59240" y="40505"/>
                    <a:pt x="61049" y="40505"/>
                    <a:pt x="62953" y="40505"/>
                  </a:cubicBezTo>
                  <a:cubicBezTo>
                    <a:pt x="69901" y="40885"/>
                    <a:pt x="69234" y="30239"/>
                    <a:pt x="62477" y="3033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5132255" y="3894454"/>
              <a:ext cx="67293" cy="97715"/>
            </a:xfrm>
            <a:custGeom>
              <a:rect b="b" l="l" r="r" t="t"/>
              <a:pathLst>
                <a:path extrusionOk="0" h="97715" w="67293">
                  <a:moveTo>
                    <a:pt x="24367" y="97715"/>
                  </a:moveTo>
                  <a:cubicBezTo>
                    <a:pt x="15153" y="97344"/>
                    <a:pt x="6435" y="93466"/>
                    <a:pt x="0" y="86879"/>
                  </a:cubicBezTo>
                  <a:cubicBezTo>
                    <a:pt x="1333" y="69769"/>
                    <a:pt x="23224" y="4848"/>
                    <a:pt x="67294" y="0"/>
                  </a:cubicBezTo>
                  <a:cubicBezTo>
                    <a:pt x="55310" y="8431"/>
                    <a:pt x="45811" y="19923"/>
                    <a:pt x="39786" y="33269"/>
                  </a:cubicBezTo>
                  <a:cubicBezTo>
                    <a:pt x="33000" y="54323"/>
                    <a:pt x="27841" y="75872"/>
                    <a:pt x="24367" y="977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5305132" y="3960902"/>
              <a:ext cx="81740" cy="121566"/>
            </a:xfrm>
            <a:custGeom>
              <a:rect b="b" l="l" r="r" t="t"/>
              <a:pathLst>
                <a:path extrusionOk="0" h="121566" w="81740">
                  <a:moveTo>
                    <a:pt x="75168" y="117100"/>
                  </a:moveTo>
                  <a:cubicBezTo>
                    <a:pt x="75168" y="117100"/>
                    <a:pt x="31289" y="132214"/>
                    <a:pt x="355" y="106834"/>
                  </a:cubicBezTo>
                  <a:cubicBezTo>
                    <a:pt x="-2977" y="101036"/>
                    <a:pt x="18249" y="26514"/>
                    <a:pt x="18249" y="26514"/>
                  </a:cubicBezTo>
                  <a:cubicBezTo>
                    <a:pt x="18249" y="26514"/>
                    <a:pt x="36714" y="-11507"/>
                    <a:pt x="65840" y="3511"/>
                  </a:cubicBezTo>
                  <a:cubicBezTo>
                    <a:pt x="94966" y="18530"/>
                    <a:pt x="75168" y="117100"/>
                    <a:pt x="75168" y="11710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2821998" y="4049582"/>
              <a:ext cx="101559" cy="177370"/>
            </a:xfrm>
            <a:custGeom>
              <a:rect b="b" l="l" r="r" t="t"/>
              <a:pathLst>
                <a:path extrusionOk="0" h="177370" w="101559">
                  <a:moveTo>
                    <a:pt x="0" y="0"/>
                  </a:moveTo>
                  <a:cubicBezTo>
                    <a:pt x="0" y="0"/>
                    <a:pt x="6092" y="90966"/>
                    <a:pt x="17989" y="104084"/>
                  </a:cubicBezTo>
                  <a:cubicBezTo>
                    <a:pt x="29887" y="117201"/>
                    <a:pt x="70340" y="126136"/>
                    <a:pt x="70340" y="126136"/>
                  </a:cubicBezTo>
                  <a:lnTo>
                    <a:pt x="101559" y="177370"/>
                  </a:lnTo>
                  <a:cubicBezTo>
                    <a:pt x="101559" y="177370"/>
                    <a:pt x="73005" y="14543"/>
                    <a:pt x="66913" y="10646"/>
                  </a:cubicBezTo>
                  <a:cubicBezTo>
                    <a:pt x="60821" y="674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2814097" y="3945071"/>
              <a:ext cx="67769" cy="130685"/>
            </a:xfrm>
            <a:custGeom>
              <a:rect b="b" l="l" r="r" t="t"/>
              <a:pathLst>
                <a:path extrusionOk="0" h="130685" w="67769">
                  <a:moveTo>
                    <a:pt x="67770" y="3183"/>
                  </a:moveTo>
                  <a:cubicBezTo>
                    <a:pt x="52097" y="-4127"/>
                    <a:pt x="33430" y="1529"/>
                    <a:pt x="24462" y="16300"/>
                  </a:cubicBezTo>
                  <a:cubicBezTo>
                    <a:pt x="12945" y="35311"/>
                    <a:pt x="1047" y="100328"/>
                    <a:pt x="0" y="111354"/>
                  </a:cubicBezTo>
                  <a:cubicBezTo>
                    <a:pt x="0" y="111354"/>
                    <a:pt x="16086" y="133597"/>
                    <a:pt x="40167" y="13036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2966810" y="4837262"/>
              <a:ext cx="145801" cy="82247"/>
            </a:xfrm>
            <a:custGeom>
              <a:rect b="b" l="l" r="r" t="t"/>
              <a:pathLst>
                <a:path extrusionOk="0" h="82247" w="145801">
                  <a:moveTo>
                    <a:pt x="7003" y="19800"/>
                  </a:moveTo>
                  <a:cubicBezTo>
                    <a:pt x="23964" y="24458"/>
                    <a:pt x="42087" y="22272"/>
                    <a:pt x="57449" y="13717"/>
                  </a:cubicBezTo>
                  <a:cubicBezTo>
                    <a:pt x="69537" y="13717"/>
                    <a:pt x="135498" y="-14134"/>
                    <a:pt x="144446" y="9535"/>
                  </a:cubicBezTo>
                  <a:cubicBezTo>
                    <a:pt x="152346" y="30256"/>
                    <a:pt x="123791" y="49457"/>
                    <a:pt x="108562" y="53164"/>
                  </a:cubicBezTo>
                  <a:cubicBezTo>
                    <a:pt x="75248" y="61244"/>
                    <a:pt x="50596" y="77783"/>
                    <a:pt x="37175" y="80635"/>
                  </a:cubicBezTo>
                  <a:cubicBezTo>
                    <a:pt x="27657" y="82726"/>
                    <a:pt x="14332" y="84057"/>
                    <a:pt x="6432" y="76262"/>
                  </a:cubicBezTo>
                  <a:cubicBezTo>
                    <a:pt x="-2515" y="66852"/>
                    <a:pt x="-1944" y="32157"/>
                    <a:pt x="7003" y="1980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2969244" y="4850979"/>
              <a:ext cx="143767" cy="68530"/>
            </a:xfrm>
            <a:custGeom>
              <a:rect b="b" l="l" r="r" t="t"/>
              <a:pathLst>
                <a:path extrusionOk="0" h="68530" w="143767">
                  <a:moveTo>
                    <a:pt x="35122" y="61119"/>
                  </a:moveTo>
                  <a:cubicBezTo>
                    <a:pt x="48543" y="58363"/>
                    <a:pt x="73195" y="42109"/>
                    <a:pt x="106509" y="33649"/>
                  </a:cubicBezTo>
                  <a:cubicBezTo>
                    <a:pt x="119263" y="30607"/>
                    <a:pt x="141250" y="16634"/>
                    <a:pt x="143535" y="0"/>
                  </a:cubicBezTo>
                  <a:cubicBezTo>
                    <a:pt x="146485" y="19011"/>
                    <a:pt x="120691" y="36025"/>
                    <a:pt x="106509" y="39447"/>
                  </a:cubicBezTo>
                  <a:cubicBezTo>
                    <a:pt x="73195" y="47527"/>
                    <a:pt x="48543" y="64066"/>
                    <a:pt x="35122" y="66918"/>
                  </a:cubicBezTo>
                  <a:cubicBezTo>
                    <a:pt x="25604" y="69009"/>
                    <a:pt x="12278" y="70340"/>
                    <a:pt x="4378" y="62545"/>
                  </a:cubicBezTo>
                  <a:cubicBezTo>
                    <a:pt x="2265" y="60292"/>
                    <a:pt x="761" y="57545"/>
                    <a:pt x="0" y="54561"/>
                  </a:cubicBezTo>
                  <a:cubicBezTo>
                    <a:pt x="10013" y="62156"/>
                    <a:pt x="23034" y="64589"/>
                    <a:pt x="35122" y="6111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2864165" y="4805303"/>
              <a:ext cx="146191" cy="82209"/>
            </a:xfrm>
            <a:custGeom>
              <a:rect b="b" l="l" r="r" t="t"/>
              <a:pathLst>
                <a:path extrusionOk="0" h="82209" w="146191">
                  <a:moveTo>
                    <a:pt x="7327" y="19726"/>
                  </a:moveTo>
                  <a:cubicBezTo>
                    <a:pt x="24287" y="24431"/>
                    <a:pt x="42423" y="22245"/>
                    <a:pt x="57774" y="13642"/>
                  </a:cubicBezTo>
                  <a:cubicBezTo>
                    <a:pt x="69957" y="13642"/>
                    <a:pt x="135823" y="-14113"/>
                    <a:pt x="144865" y="9555"/>
                  </a:cubicBezTo>
                  <a:cubicBezTo>
                    <a:pt x="152670" y="30277"/>
                    <a:pt x="124116" y="49477"/>
                    <a:pt x="108886" y="53185"/>
                  </a:cubicBezTo>
                  <a:cubicBezTo>
                    <a:pt x="75573" y="61169"/>
                    <a:pt x="50921" y="77804"/>
                    <a:pt x="37595" y="80560"/>
                  </a:cubicBezTo>
                  <a:cubicBezTo>
                    <a:pt x="27601" y="82651"/>
                    <a:pt x="14656" y="84077"/>
                    <a:pt x="6756" y="76283"/>
                  </a:cubicBezTo>
                  <a:cubicBezTo>
                    <a:pt x="-2762" y="66872"/>
                    <a:pt x="-1905" y="32178"/>
                    <a:pt x="7327" y="1972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2866543" y="4818565"/>
              <a:ext cx="143767" cy="68566"/>
            </a:xfrm>
            <a:custGeom>
              <a:rect b="b" l="l" r="r" t="t"/>
              <a:pathLst>
                <a:path extrusionOk="0" h="68566" w="143767">
                  <a:moveTo>
                    <a:pt x="35217" y="61215"/>
                  </a:moveTo>
                  <a:cubicBezTo>
                    <a:pt x="48543" y="58363"/>
                    <a:pt x="73290" y="42204"/>
                    <a:pt x="106509" y="33744"/>
                  </a:cubicBezTo>
                  <a:cubicBezTo>
                    <a:pt x="119263" y="30702"/>
                    <a:pt x="141345" y="16730"/>
                    <a:pt x="143534" y="0"/>
                  </a:cubicBezTo>
                  <a:cubicBezTo>
                    <a:pt x="146485" y="19011"/>
                    <a:pt x="120691" y="36025"/>
                    <a:pt x="106509" y="39542"/>
                  </a:cubicBezTo>
                  <a:cubicBezTo>
                    <a:pt x="73195" y="47527"/>
                    <a:pt x="48543" y="64161"/>
                    <a:pt x="35217" y="66918"/>
                  </a:cubicBezTo>
                  <a:cubicBezTo>
                    <a:pt x="25223" y="69009"/>
                    <a:pt x="12278" y="70435"/>
                    <a:pt x="4378" y="62640"/>
                  </a:cubicBezTo>
                  <a:cubicBezTo>
                    <a:pt x="2320" y="60350"/>
                    <a:pt x="821" y="57622"/>
                    <a:pt x="0" y="54656"/>
                  </a:cubicBezTo>
                  <a:cubicBezTo>
                    <a:pt x="10052" y="62251"/>
                    <a:pt x="23099" y="64684"/>
                    <a:pt x="35217" y="61215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2858160" y="4267254"/>
              <a:ext cx="210834" cy="594226"/>
            </a:xfrm>
            <a:custGeom>
              <a:rect b="b" l="l" r="r" t="t"/>
              <a:pathLst>
                <a:path extrusionOk="0" h="594226" w="210834">
                  <a:moveTo>
                    <a:pt x="6098" y="372610"/>
                  </a:moveTo>
                  <a:cubicBezTo>
                    <a:pt x="8933" y="348172"/>
                    <a:pt x="14031" y="324057"/>
                    <a:pt x="21327" y="300559"/>
                  </a:cubicBezTo>
                  <a:cubicBezTo>
                    <a:pt x="21327" y="300559"/>
                    <a:pt x="16759" y="238299"/>
                    <a:pt x="14474" y="179271"/>
                  </a:cubicBezTo>
                  <a:cubicBezTo>
                    <a:pt x="11904" y="112734"/>
                    <a:pt x="-11320" y="53420"/>
                    <a:pt x="6955" y="0"/>
                  </a:cubicBezTo>
                  <a:lnTo>
                    <a:pt x="210835" y="45340"/>
                  </a:lnTo>
                  <a:cubicBezTo>
                    <a:pt x="210835" y="45340"/>
                    <a:pt x="201317" y="312821"/>
                    <a:pt x="198176" y="345140"/>
                  </a:cubicBezTo>
                  <a:cubicBezTo>
                    <a:pt x="196596" y="370310"/>
                    <a:pt x="193417" y="395366"/>
                    <a:pt x="188657" y="420137"/>
                  </a:cubicBezTo>
                  <a:cubicBezTo>
                    <a:pt x="179139" y="471941"/>
                    <a:pt x="168955" y="587907"/>
                    <a:pt x="168955" y="587907"/>
                  </a:cubicBezTo>
                  <a:cubicBezTo>
                    <a:pt x="147063" y="600644"/>
                    <a:pt x="114987" y="590188"/>
                    <a:pt x="114987" y="590188"/>
                  </a:cubicBezTo>
                  <a:cubicBezTo>
                    <a:pt x="114987" y="590188"/>
                    <a:pt x="114987" y="445041"/>
                    <a:pt x="116224" y="407685"/>
                  </a:cubicBezTo>
                  <a:cubicBezTo>
                    <a:pt x="117937" y="362059"/>
                    <a:pt x="119365" y="365576"/>
                    <a:pt x="119365" y="365576"/>
                  </a:cubicBezTo>
                  <a:lnTo>
                    <a:pt x="112512" y="251987"/>
                  </a:lnTo>
                  <a:lnTo>
                    <a:pt x="108038" y="195525"/>
                  </a:lnTo>
                  <a:cubicBezTo>
                    <a:pt x="108038" y="195525"/>
                    <a:pt x="102327" y="236969"/>
                    <a:pt x="98520" y="273945"/>
                  </a:cubicBezTo>
                  <a:cubicBezTo>
                    <a:pt x="95284" y="306263"/>
                    <a:pt x="87479" y="335444"/>
                    <a:pt x="78722" y="395613"/>
                  </a:cubicBezTo>
                  <a:cubicBezTo>
                    <a:pt x="71203" y="447703"/>
                    <a:pt x="63398" y="554068"/>
                    <a:pt x="63398" y="554068"/>
                  </a:cubicBezTo>
                  <a:cubicBezTo>
                    <a:pt x="41506" y="566710"/>
                    <a:pt x="12000" y="557965"/>
                    <a:pt x="12000" y="557965"/>
                  </a:cubicBezTo>
                  <a:cubicBezTo>
                    <a:pt x="12000" y="557965"/>
                    <a:pt x="197" y="417856"/>
                    <a:pt x="6098" y="3726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2884049" y="3772563"/>
              <a:ext cx="155365" cy="247695"/>
            </a:xfrm>
            <a:custGeom>
              <a:rect b="b" l="l" r="r" t="t"/>
              <a:pathLst>
                <a:path extrusionOk="0" h="247695" w="155365">
                  <a:moveTo>
                    <a:pt x="8859" y="177022"/>
                  </a:moveTo>
                  <a:cubicBezTo>
                    <a:pt x="24564" y="177782"/>
                    <a:pt x="36271" y="181869"/>
                    <a:pt x="38270" y="177022"/>
                  </a:cubicBezTo>
                  <a:cubicBezTo>
                    <a:pt x="39966" y="168895"/>
                    <a:pt x="41174" y="160673"/>
                    <a:pt x="41887" y="152403"/>
                  </a:cubicBezTo>
                  <a:cubicBezTo>
                    <a:pt x="40078" y="147840"/>
                    <a:pt x="38460" y="142897"/>
                    <a:pt x="38460" y="142897"/>
                  </a:cubicBezTo>
                  <a:cubicBezTo>
                    <a:pt x="18662" y="130826"/>
                    <a:pt x="12476" y="109439"/>
                    <a:pt x="9906" y="84535"/>
                  </a:cubicBezTo>
                  <a:cubicBezTo>
                    <a:pt x="5527" y="42046"/>
                    <a:pt x="28942" y="4880"/>
                    <a:pt x="71013" y="412"/>
                  </a:cubicBezTo>
                  <a:cubicBezTo>
                    <a:pt x="111084" y="-3770"/>
                    <a:pt x="140495" y="24365"/>
                    <a:pt x="148396" y="62862"/>
                  </a:cubicBezTo>
                  <a:cubicBezTo>
                    <a:pt x="152584" y="81873"/>
                    <a:pt x="161055" y="117899"/>
                    <a:pt x="149633" y="149171"/>
                  </a:cubicBezTo>
                  <a:cubicBezTo>
                    <a:pt x="143256" y="166756"/>
                    <a:pt x="135070" y="180634"/>
                    <a:pt x="126884" y="183295"/>
                  </a:cubicBezTo>
                  <a:cubicBezTo>
                    <a:pt x="118946" y="183143"/>
                    <a:pt x="111027" y="182449"/>
                    <a:pt x="103184" y="181204"/>
                  </a:cubicBezTo>
                  <a:lnTo>
                    <a:pt x="103184" y="181204"/>
                  </a:lnTo>
                  <a:cubicBezTo>
                    <a:pt x="103184" y="181204"/>
                    <a:pt x="101090" y="192991"/>
                    <a:pt x="99662" y="200215"/>
                  </a:cubicBezTo>
                  <a:cubicBezTo>
                    <a:pt x="98235" y="207439"/>
                    <a:pt x="98711" y="211716"/>
                    <a:pt x="113844" y="221031"/>
                  </a:cubicBezTo>
                  <a:cubicBezTo>
                    <a:pt x="128978" y="230347"/>
                    <a:pt x="91001" y="249548"/>
                    <a:pt x="66253" y="247551"/>
                  </a:cubicBezTo>
                  <a:cubicBezTo>
                    <a:pt x="41506" y="245555"/>
                    <a:pt x="13523" y="230727"/>
                    <a:pt x="5908" y="214758"/>
                  </a:cubicBezTo>
                  <a:cubicBezTo>
                    <a:pt x="-2754" y="197553"/>
                    <a:pt x="-1992" y="176451"/>
                    <a:pt x="8859" y="17702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2832349" y="3948237"/>
              <a:ext cx="239208" cy="394751"/>
            </a:xfrm>
            <a:custGeom>
              <a:rect b="b" l="l" r="r" t="t"/>
              <a:pathLst>
                <a:path extrusionOk="0" h="394751" w="239208">
                  <a:moveTo>
                    <a:pt x="83308" y="3725"/>
                  </a:moveTo>
                  <a:cubicBezTo>
                    <a:pt x="78930" y="14561"/>
                    <a:pt x="90066" y="27868"/>
                    <a:pt x="119667" y="37088"/>
                  </a:cubicBezTo>
                  <a:cubicBezTo>
                    <a:pt x="149269" y="46308"/>
                    <a:pt x="151839" y="34427"/>
                    <a:pt x="151839" y="34427"/>
                  </a:cubicBezTo>
                  <a:cubicBezTo>
                    <a:pt x="171408" y="43257"/>
                    <a:pt x="190473" y="53162"/>
                    <a:pt x="208948" y="64083"/>
                  </a:cubicBezTo>
                  <a:cubicBezTo>
                    <a:pt x="226652" y="76441"/>
                    <a:pt x="234552" y="112371"/>
                    <a:pt x="236932" y="172920"/>
                  </a:cubicBezTo>
                  <a:cubicBezTo>
                    <a:pt x="239692" y="242974"/>
                    <a:pt x="239977" y="346963"/>
                    <a:pt x="237598" y="364928"/>
                  </a:cubicBezTo>
                  <a:cubicBezTo>
                    <a:pt x="237598" y="364928"/>
                    <a:pt x="204475" y="398007"/>
                    <a:pt x="161452" y="394490"/>
                  </a:cubicBezTo>
                  <a:cubicBezTo>
                    <a:pt x="118430" y="390973"/>
                    <a:pt x="47234" y="353427"/>
                    <a:pt x="30196" y="324435"/>
                  </a:cubicBezTo>
                  <a:cubicBezTo>
                    <a:pt x="30196" y="263031"/>
                    <a:pt x="37906" y="253050"/>
                    <a:pt x="27912" y="217595"/>
                  </a:cubicBezTo>
                  <a:cubicBezTo>
                    <a:pt x="5068" y="136514"/>
                    <a:pt x="-6925" y="103531"/>
                    <a:pt x="4212" y="49540"/>
                  </a:cubicBezTo>
                  <a:cubicBezTo>
                    <a:pt x="13730" y="5150"/>
                    <a:pt x="26103" y="-363"/>
                    <a:pt x="43712" y="17"/>
                  </a:cubicBezTo>
                  <a:cubicBezTo>
                    <a:pt x="56967" y="550"/>
                    <a:pt x="70185" y="1785"/>
                    <a:pt x="83308" y="37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3011886" y="4098914"/>
              <a:ext cx="63391" cy="288487"/>
            </a:xfrm>
            <a:custGeom>
              <a:rect b="b" l="l" r="r" t="t"/>
              <a:pathLst>
                <a:path extrusionOk="0" h="288487" w="63391">
                  <a:moveTo>
                    <a:pt x="21226" y="268241"/>
                  </a:moveTo>
                  <a:lnTo>
                    <a:pt x="0" y="24144"/>
                  </a:lnTo>
                  <a:lnTo>
                    <a:pt x="45592" y="0"/>
                  </a:lnTo>
                  <a:lnTo>
                    <a:pt x="63391" y="14923"/>
                  </a:lnTo>
                  <a:lnTo>
                    <a:pt x="57109" y="234117"/>
                  </a:lnTo>
                  <a:lnTo>
                    <a:pt x="57109" y="234117"/>
                  </a:lnTo>
                  <a:lnTo>
                    <a:pt x="57109" y="240200"/>
                  </a:lnTo>
                  <a:lnTo>
                    <a:pt x="57109" y="240200"/>
                  </a:lnTo>
                  <a:lnTo>
                    <a:pt x="57109" y="247995"/>
                  </a:lnTo>
                  <a:cubicBezTo>
                    <a:pt x="57109" y="247995"/>
                    <a:pt x="58061" y="266435"/>
                    <a:pt x="23224" y="288488"/>
                  </a:cubicBezTo>
                  <a:cubicBezTo>
                    <a:pt x="23224" y="288488"/>
                    <a:pt x="22653" y="282689"/>
                    <a:pt x="22177" y="277271"/>
                  </a:cubicBezTo>
                  <a:lnTo>
                    <a:pt x="22177" y="277271"/>
                  </a:lnTo>
                  <a:lnTo>
                    <a:pt x="21321" y="267766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2997806" y="3997207"/>
              <a:ext cx="83658" cy="135231"/>
            </a:xfrm>
            <a:custGeom>
              <a:rect b="b" l="l" r="r" t="t"/>
              <a:pathLst>
                <a:path extrusionOk="0" h="135231" w="83658">
                  <a:moveTo>
                    <a:pt x="29880" y="0"/>
                  </a:moveTo>
                  <a:cubicBezTo>
                    <a:pt x="53390" y="0"/>
                    <a:pt x="67953" y="11977"/>
                    <a:pt x="74140" y="48192"/>
                  </a:cubicBezTo>
                  <a:cubicBezTo>
                    <a:pt x="80327" y="84408"/>
                    <a:pt x="83658" y="114064"/>
                    <a:pt x="83658" y="114064"/>
                  </a:cubicBezTo>
                  <a:cubicBezTo>
                    <a:pt x="72826" y="126070"/>
                    <a:pt x="57807" y="133484"/>
                    <a:pt x="41683" y="134786"/>
                  </a:cubicBezTo>
                  <a:cubicBezTo>
                    <a:pt x="13128" y="137923"/>
                    <a:pt x="4943" y="123475"/>
                    <a:pt x="4943" y="123475"/>
                  </a:cubicBezTo>
                  <a:cubicBezTo>
                    <a:pt x="4943" y="123475"/>
                    <a:pt x="1897" y="85929"/>
                    <a:pt x="374" y="60359"/>
                  </a:cubicBezTo>
                  <a:cubicBezTo>
                    <a:pt x="-1149" y="34790"/>
                    <a:pt x="755" y="570"/>
                    <a:pt x="29880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2888823" y="3761654"/>
              <a:ext cx="150557" cy="165637"/>
            </a:xfrm>
            <a:custGeom>
              <a:rect b="b" l="l" r="r" t="t"/>
              <a:pathLst>
                <a:path extrusionOk="0" h="165637" w="150557">
                  <a:moveTo>
                    <a:pt x="142099" y="68353"/>
                  </a:moveTo>
                  <a:cubicBezTo>
                    <a:pt x="142099" y="68353"/>
                    <a:pt x="178840" y="12557"/>
                    <a:pt x="99172" y="1150"/>
                  </a:cubicBezTo>
                  <a:cubicBezTo>
                    <a:pt x="42063" y="-7024"/>
                    <a:pt x="4752" y="29667"/>
                    <a:pt x="468" y="69874"/>
                  </a:cubicBezTo>
                  <a:cubicBezTo>
                    <a:pt x="-3624" y="107896"/>
                    <a:pt x="19981" y="147723"/>
                    <a:pt x="37018" y="163502"/>
                  </a:cubicBezTo>
                  <a:cubicBezTo>
                    <a:pt x="53749" y="167751"/>
                    <a:pt x="71464" y="165612"/>
                    <a:pt x="86703" y="157514"/>
                  </a:cubicBezTo>
                  <a:cubicBezTo>
                    <a:pt x="87636" y="147115"/>
                    <a:pt x="87988" y="136678"/>
                    <a:pt x="87750" y="126241"/>
                  </a:cubicBezTo>
                  <a:cubicBezTo>
                    <a:pt x="87750" y="126241"/>
                    <a:pt x="59862" y="67308"/>
                    <a:pt x="142099" y="6835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2091982" y="2625612"/>
              <a:ext cx="210167" cy="307273"/>
            </a:xfrm>
            <a:custGeom>
              <a:rect b="b" l="l" r="r" t="t"/>
              <a:pathLst>
                <a:path extrusionOk="0" h="307273" w="210167">
                  <a:moveTo>
                    <a:pt x="136175" y="10238"/>
                  </a:moveTo>
                  <a:cubicBezTo>
                    <a:pt x="127799" y="-3260"/>
                    <a:pt x="63836" y="-12100"/>
                    <a:pt x="42801" y="41986"/>
                  </a:cubicBezTo>
                  <a:cubicBezTo>
                    <a:pt x="34806" y="62517"/>
                    <a:pt x="36043" y="114987"/>
                    <a:pt x="29380" y="147875"/>
                  </a:cubicBezTo>
                  <a:cubicBezTo>
                    <a:pt x="22718" y="180764"/>
                    <a:pt x="7013" y="199489"/>
                    <a:pt x="1397" y="226199"/>
                  </a:cubicBezTo>
                  <a:cubicBezTo>
                    <a:pt x="-4219" y="252910"/>
                    <a:pt x="4919" y="297775"/>
                    <a:pt x="69452" y="305664"/>
                  </a:cubicBezTo>
                  <a:cubicBezTo>
                    <a:pt x="133985" y="313554"/>
                    <a:pt x="183670" y="290931"/>
                    <a:pt x="198709" y="270399"/>
                  </a:cubicBezTo>
                  <a:cubicBezTo>
                    <a:pt x="213748" y="249868"/>
                    <a:pt x="214224" y="206238"/>
                    <a:pt x="198709" y="182855"/>
                  </a:cubicBezTo>
                  <a:cubicBezTo>
                    <a:pt x="183194" y="159472"/>
                    <a:pt x="170916" y="140366"/>
                    <a:pt x="171297" y="10985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2269538" y="2847336"/>
              <a:ext cx="39152" cy="227300"/>
            </a:xfrm>
            <a:custGeom>
              <a:rect b="b" l="l" r="r" t="t"/>
              <a:pathLst>
                <a:path extrusionOk="0" h="227300" w="39152">
                  <a:moveTo>
                    <a:pt x="35145" y="14835"/>
                  </a:moveTo>
                  <a:cubicBezTo>
                    <a:pt x="35145" y="14835"/>
                    <a:pt x="50279" y="121866"/>
                    <a:pt x="21725" y="197909"/>
                  </a:cubicBezTo>
                  <a:cubicBezTo>
                    <a:pt x="-6830" y="273952"/>
                    <a:pt x="975" y="178423"/>
                    <a:pt x="975" y="178423"/>
                  </a:cubicBezTo>
                  <a:lnTo>
                    <a:pt x="7923" y="155705"/>
                  </a:lnTo>
                  <a:cubicBezTo>
                    <a:pt x="7923" y="155705"/>
                    <a:pt x="13634" y="68446"/>
                    <a:pt x="11255" y="47059"/>
                  </a:cubicBezTo>
                  <a:cubicBezTo>
                    <a:pt x="8875" y="25672"/>
                    <a:pt x="9446" y="7231"/>
                    <a:pt x="7923" y="5520"/>
                  </a:cubicBezTo>
                  <a:cubicBezTo>
                    <a:pt x="6400" y="3809"/>
                    <a:pt x="13539" y="387"/>
                    <a:pt x="16585" y="7"/>
                  </a:cubicBezTo>
                  <a:cubicBezTo>
                    <a:pt x="19631" y="-373"/>
                    <a:pt x="35145" y="14835"/>
                    <a:pt x="35145" y="148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2185896" y="2622782"/>
              <a:ext cx="100407" cy="124097"/>
            </a:xfrm>
            <a:custGeom>
              <a:rect b="b" l="l" r="r" t="t"/>
              <a:pathLst>
                <a:path extrusionOk="0" h="124097" w="100407">
                  <a:moveTo>
                    <a:pt x="0" y="3657"/>
                  </a:moveTo>
                  <a:cubicBezTo>
                    <a:pt x="0" y="3657"/>
                    <a:pt x="48162" y="-10126"/>
                    <a:pt x="77288" y="15824"/>
                  </a:cubicBezTo>
                  <a:cubicBezTo>
                    <a:pt x="96918" y="33855"/>
                    <a:pt x="104879" y="61297"/>
                    <a:pt x="97942" y="87019"/>
                  </a:cubicBezTo>
                  <a:cubicBezTo>
                    <a:pt x="94040" y="102227"/>
                    <a:pt x="86235" y="122949"/>
                    <a:pt x="74147" y="124090"/>
                  </a:cubicBezTo>
                  <a:cubicBezTo>
                    <a:pt x="62059" y="125230"/>
                    <a:pt x="0" y="3657"/>
                    <a:pt x="0" y="3657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2142363" y="2757613"/>
              <a:ext cx="124104" cy="138364"/>
            </a:xfrm>
            <a:custGeom>
              <a:rect b="b" l="l" r="r" t="t"/>
              <a:pathLst>
                <a:path extrusionOk="0" h="138364" w="124104">
                  <a:moveTo>
                    <a:pt x="25163" y="0"/>
                  </a:moveTo>
                  <a:cubicBezTo>
                    <a:pt x="25163" y="0"/>
                    <a:pt x="28304" y="53515"/>
                    <a:pt x="27352" y="57032"/>
                  </a:cubicBezTo>
                  <a:cubicBezTo>
                    <a:pt x="26400" y="60549"/>
                    <a:pt x="6221" y="64826"/>
                    <a:pt x="606" y="69484"/>
                  </a:cubicBezTo>
                  <a:cubicBezTo>
                    <a:pt x="-5010" y="74142"/>
                    <a:pt x="29826" y="128513"/>
                    <a:pt x="47530" y="136592"/>
                  </a:cubicBezTo>
                  <a:cubicBezTo>
                    <a:pt x="65234" y="144671"/>
                    <a:pt x="119964" y="124045"/>
                    <a:pt x="123676" y="96860"/>
                  </a:cubicBezTo>
                  <a:cubicBezTo>
                    <a:pt x="127198" y="71766"/>
                    <a:pt x="108066" y="52279"/>
                    <a:pt x="100642" y="45531"/>
                  </a:cubicBezTo>
                  <a:cubicBezTo>
                    <a:pt x="95603" y="45179"/>
                    <a:pt x="90547" y="45179"/>
                    <a:pt x="85508" y="45531"/>
                  </a:cubicBezTo>
                  <a:lnTo>
                    <a:pt x="83890" y="19486"/>
                  </a:lnTo>
                  <a:cubicBezTo>
                    <a:pt x="60475" y="11977"/>
                    <a:pt x="25163" y="0"/>
                    <a:pt x="2516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2121718" y="2803072"/>
              <a:ext cx="180978" cy="208003"/>
            </a:xfrm>
            <a:custGeom>
              <a:rect b="b" l="l" r="r" t="t"/>
              <a:pathLst>
                <a:path extrusionOk="0" h="208003" w="180978">
                  <a:moveTo>
                    <a:pt x="38384" y="17181"/>
                  </a:moveTo>
                  <a:cubicBezTo>
                    <a:pt x="23345" y="19557"/>
                    <a:pt x="6117" y="27542"/>
                    <a:pt x="3738" y="36192"/>
                  </a:cubicBezTo>
                  <a:cubicBezTo>
                    <a:pt x="-2445" y="65896"/>
                    <a:pt x="-938" y="96684"/>
                    <a:pt x="8116" y="125637"/>
                  </a:cubicBezTo>
                  <a:cubicBezTo>
                    <a:pt x="21156" y="160046"/>
                    <a:pt x="29913" y="182004"/>
                    <a:pt x="37432" y="196832"/>
                  </a:cubicBezTo>
                  <a:cubicBezTo>
                    <a:pt x="37432" y="196832"/>
                    <a:pt x="102632" y="224778"/>
                    <a:pt x="155268" y="192270"/>
                  </a:cubicBezTo>
                  <a:cubicBezTo>
                    <a:pt x="155268" y="192270"/>
                    <a:pt x="158789" y="155294"/>
                    <a:pt x="159075" y="135238"/>
                  </a:cubicBezTo>
                  <a:cubicBezTo>
                    <a:pt x="207618" y="92939"/>
                    <a:pt x="166118" y="40849"/>
                    <a:pt x="125000" y="356"/>
                  </a:cubicBezTo>
                  <a:cubicBezTo>
                    <a:pt x="120062" y="-119"/>
                    <a:pt x="115089" y="-119"/>
                    <a:pt x="110151" y="356"/>
                  </a:cubicBezTo>
                  <a:cubicBezTo>
                    <a:pt x="110151" y="356"/>
                    <a:pt x="146892" y="43606"/>
                    <a:pt x="121383" y="68225"/>
                  </a:cubicBezTo>
                  <a:cubicBezTo>
                    <a:pt x="66748" y="51495"/>
                    <a:pt x="55898" y="26971"/>
                    <a:pt x="38384" y="1718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2137334" y="2632700"/>
              <a:ext cx="133195" cy="163980"/>
            </a:xfrm>
            <a:custGeom>
              <a:rect b="b" l="l" r="r" t="t"/>
              <a:pathLst>
                <a:path extrusionOk="0" h="163980" w="133195">
                  <a:moveTo>
                    <a:pt x="130419" y="58471"/>
                  </a:moveTo>
                  <a:lnTo>
                    <a:pt x="130419" y="58471"/>
                  </a:lnTo>
                  <a:cubicBezTo>
                    <a:pt x="124993" y="24061"/>
                    <a:pt x="100056" y="-1888"/>
                    <a:pt x="64553" y="108"/>
                  </a:cubicBezTo>
                  <a:cubicBezTo>
                    <a:pt x="26762" y="2399"/>
                    <a:pt x="-2053" y="34793"/>
                    <a:pt x="115" y="72539"/>
                  </a:cubicBezTo>
                  <a:cubicBezTo>
                    <a:pt x="1384" y="93736"/>
                    <a:pt x="12514" y="113117"/>
                    <a:pt x="30192" y="124913"/>
                  </a:cubicBezTo>
                  <a:cubicBezTo>
                    <a:pt x="31439" y="130103"/>
                    <a:pt x="33258" y="135141"/>
                    <a:pt x="35618" y="139932"/>
                  </a:cubicBezTo>
                  <a:cubicBezTo>
                    <a:pt x="48277" y="154570"/>
                    <a:pt x="81686" y="163885"/>
                    <a:pt x="92727" y="163980"/>
                  </a:cubicBezTo>
                  <a:cubicBezTo>
                    <a:pt x="102245" y="163980"/>
                    <a:pt x="110526" y="155235"/>
                    <a:pt x="119473" y="140407"/>
                  </a:cubicBezTo>
                  <a:cubicBezTo>
                    <a:pt x="138033" y="109610"/>
                    <a:pt x="133369" y="75485"/>
                    <a:pt x="130419" y="5847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2131362" y="2631771"/>
              <a:ext cx="133630" cy="125556"/>
            </a:xfrm>
            <a:custGeom>
              <a:rect b="b" l="l" r="r" t="t"/>
              <a:pathLst>
                <a:path extrusionOk="0" h="125556" w="133630">
                  <a:moveTo>
                    <a:pt x="59484" y="1702"/>
                  </a:moveTo>
                  <a:cubicBezTo>
                    <a:pt x="34546" y="6549"/>
                    <a:pt x="14082" y="13583"/>
                    <a:pt x="7324" y="38012"/>
                  </a:cubicBezTo>
                  <a:cubicBezTo>
                    <a:pt x="2660" y="54837"/>
                    <a:pt x="-3432" y="86965"/>
                    <a:pt x="2375" y="100462"/>
                  </a:cubicBezTo>
                  <a:lnTo>
                    <a:pt x="5991" y="109968"/>
                  </a:lnTo>
                  <a:lnTo>
                    <a:pt x="36164" y="125557"/>
                  </a:lnTo>
                  <a:cubicBezTo>
                    <a:pt x="36164" y="125557"/>
                    <a:pt x="50251" y="113770"/>
                    <a:pt x="45682" y="79456"/>
                  </a:cubicBezTo>
                  <a:cubicBezTo>
                    <a:pt x="45808" y="74807"/>
                    <a:pt x="47261" y="70283"/>
                    <a:pt x="49870" y="66433"/>
                  </a:cubicBezTo>
                  <a:cubicBezTo>
                    <a:pt x="51779" y="63173"/>
                    <a:pt x="53189" y="59646"/>
                    <a:pt x="54058" y="55977"/>
                  </a:cubicBezTo>
                  <a:cubicBezTo>
                    <a:pt x="57624" y="46681"/>
                    <a:pt x="64649" y="39124"/>
                    <a:pt x="73666" y="34875"/>
                  </a:cubicBezTo>
                  <a:cubicBezTo>
                    <a:pt x="96129" y="22233"/>
                    <a:pt x="129062" y="33164"/>
                    <a:pt x="133631" y="37727"/>
                  </a:cubicBezTo>
                  <a:cubicBezTo>
                    <a:pt x="120538" y="9734"/>
                    <a:pt x="89617" y="-5285"/>
                    <a:pt x="59484" y="1702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2137527" y="3718507"/>
              <a:ext cx="105640" cy="80438"/>
            </a:xfrm>
            <a:custGeom>
              <a:rect b="b" l="l" r="r" t="t"/>
              <a:pathLst>
                <a:path extrusionOk="0" h="80438" w="105640">
                  <a:moveTo>
                    <a:pt x="8202" y="3"/>
                  </a:moveTo>
                  <a:cubicBezTo>
                    <a:pt x="20862" y="10269"/>
                    <a:pt x="40469" y="3139"/>
                    <a:pt x="41421" y="4090"/>
                  </a:cubicBezTo>
                  <a:cubicBezTo>
                    <a:pt x="56092" y="16761"/>
                    <a:pt x="71439" y="28623"/>
                    <a:pt x="87394" y="39640"/>
                  </a:cubicBezTo>
                  <a:cubicBezTo>
                    <a:pt x="95294" y="45818"/>
                    <a:pt x="107572" y="54088"/>
                    <a:pt x="105383" y="65970"/>
                  </a:cubicBezTo>
                  <a:cubicBezTo>
                    <a:pt x="101386" y="87167"/>
                    <a:pt x="67310" y="80608"/>
                    <a:pt x="54461" y="74145"/>
                  </a:cubicBezTo>
                  <a:cubicBezTo>
                    <a:pt x="41611" y="67681"/>
                    <a:pt x="31141" y="56845"/>
                    <a:pt x="19053" y="49335"/>
                  </a:cubicBezTo>
                  <a:cubicBezTo>
                    <a:pt x="10392" y="44012"/>
                    <a:pt x="1825" y="41161"/>
                    <a:pt x="17" y="30325"/>
                  </a:cubicBezTo>
                  <a:cubicBezTo>
                    <a:pt x="-364" y="23386"/>
                    <a:pt x="5823" y="-283"/>
                    <a:pt x="8202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2137841" y="3744079"/>
              <a:ext cx="105259" cy="54863"/>
            </a:xfrm>
            <a:custGeom>
              <a:rect b="b" l="l" r="r" t="t"/>
              <a:pathLst>
                <a:path extrusionOk="0" h="54863" w="105259">
                  <a:moveTo>
                    <a:pt x="369" y="0"/>
                  </a:moveTo>
                  <a:cubicBezTo>
                    <a:pt x="1987" y="10456"/>
                    <a:pt x="10458" y="13308"/>
                    <a:pt x="19405" y="19011"/>
                  </a:cubicBezTo>
                  <a:cubicBezTo>
                    <a:pt x="31779" y="26615"/>
                    <a:pt x="42629" y="38021"/>
                    <a:pt x="55479" y="44200"/>
                  </a:cubicBezTo>
                  <a:cubicBezTo>
                    <a:pt x="68329" y="50379"/>
                    <a:pt x="96883" y="56082"/>
                    <a:pt x="105259" y="40968"/>
                  </a:cubicBezTo>
                  <a:cubicBezTo>
                    <a:pt x="100690" y="61405"/>
                    <a:pt x="67186" y="55036"/>
                    <a:pt x="54527" y="48573"/>
                  </a:cubicBezTo>
                  <a:cubicBezTo>
                    <a:pt x="41868" y="42109"/>
                    <a:pt x="31208" y="31273"/>
                    <a:pt x="19119" y="23763"/>
                  </a:cubicBezTo>
                  <a:cubicBezTo>
                    <a:pt x="10458" y="18440"/>
                    <a:pt x="1891" y="15589"/>
                    <a:pt x="83" y="4753"/>
                  </a:cubicBezTo>
                  <a:cubicBezTo>
                    <a:pt x="-89" y="3165"/>
                    <a:pt x="7" y="1559"/>
                    <a:pt x="36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2226539" y="3701115"/>
              <a:ext cx="96273" cy="74358"/>
            </a:xfrm>
            <a:custGeom>
              <a:rect b="b" l="l" r="r" t="t"/>
              <a:pathLst>
                <a:path extrusionOk="0" h="74358" w="96273">
                  <a:moveTo>
                    <a:pt x="7519" y="0"/>
                  </a:moveTo>
                  <a:cubicBezTo>
                    <a:pt x="19132" y="9505"/>
                    <a:pt x="36074" y="4087"/>
                    <a:pt x="37407" y="4943"/>
                  </a:cubicBezTo>
                  <a:cubicBezTo>
                    <a:pt x="50869" y="16473"/>
                    <a:pt x="64979" y="27233"/>
                    <a:pt x="79667" y="37166"/>
                  </a:cubicBezTo>
                  <a:cubicBezTo>
                    <a:pt x="86806" y="42774"/>
                    <a:pt x="98037" y="50378"/>
                    <a:pt x="96039" y="61215"/>
                  </a:cubicBezTo>
                  <a:cubicBezTo>
                    <a:pt x="92422" y="80225"/>
                    <a:pt x="61202" y="74712"/>
                    <a:pt x="49495" y="68724"/>
                  </a:cubicBezTo>
                  <a:cubicBezTo>
                    <a:pt x="37787" y="62735"/>
                    <a:pt x="28079" y="52945"/>
                    <a:pt x="16942" y="46006"/>
                  </a:cubicBezTo>
                  <a:cubicBezTo>
                    <a:pt x="9042" y="41158"/>
                    <a:pt x="1237" y="38592"/>
                    <a:pt x="0" y="28516"/>
                  </a:cubicBezTo>
                  <a:cubicBezTo>
                    <a:pt x="386" y="18574"/>
                    <a:pt x="2954" y="8840"/>
                    <a:pt x="7519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2226484" y="3725354"/>
              <a:ext cx="95903" cy="50071"/>
            </a:xfrm>
            <a:custGeom>
              <a:rect b="b" l="l" r="r" t="t"/>
              <a:pathLst>
                <a:path extrusionOk="0" h="50071" w="95903">
                  <a:moveTo>
                    <a:pt x="245" y="0"/>
                  </a:moveTo>
                  <a:cubicBezTo>
                    <a:pt x="1768" y="9505"/>
                    <a:pt x="9763" y="12262"/>
                    <a:pt x="17283" y="17110"/>
                  </a:cubicBezTo>
                  <a:cubicBezTo>
                    <a:pt x="28609" y="24144"/>
                    <a:pt x="38604" y="34219"/>
                    <a:pt x="50311" y="40208"/>
                  </a:cubicBezTo>
                  <a:cubicBezTo>
                    <a:pt x="62018" y="46196"/>
                    <a:pt x="88384" y="51139"/>
                    <a:pt x="95903" y="37261"/>
                  </a:cubicBezTo>
                  <a:cubicBezTo>
                    <a:pt x="91810" y="56272"/>
                    <a:pt x="61162" y="50093"/>
                    <a:pt x="49549" y="44200"/>
                  </a:cubicBezTo>
                  <a:cubicBezTo>
                    <a:pt x="37937" y="38307"/>
                    <a:pt x="28134" y="28421"/>
                    <a:pt x="16997" y="21482"/>
                  </a:cubicBezTo>
                  <a:cubicBezTo>
                    <a:pt x="9097" y="16634"/>
                    <a:pt x="1292" y="14068"/>
                    <a:pt x="55" y="3992"/>
                  </a:cubicBezTo>
                  <a:cubicBezTo>
                    <a:pt x="-59" y="2661"/>
                    <a:pt x="5" y="1321"/>
                    <a:pt x="2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2101518" y="3008174"/>
              <a:ext cx="205910" cy="717579"/>
            </a:xfrm>
            <a:custGeom>
              <a:rect b="b" l="l" r="r" t="t"/>
              <a:pathLst>
                <a:path extrusionOk="0" h="717579" w="205910">
                  <a:moveTo>
                    <a:pt x="200595" y="106555"/>
                  </a:moveTo>
                  <a:cubicBezTo>
                    <a:pt x="194980" y="63115"/>
                    <a:pt x="178989" y="0"/>
                    <a:pt x="178989" y="0"/>
                  </a:cubicBezTo>
                  <a:cubicBezTo>
                    <a:pt x="163827" y="7043"/>
                    <a:pt x="147437" y="11083"/>
                    <a:pt x="130732" y="11882"/>
                  </a:cubicBezTo>
                  <a:cubicBezTo>
                    <a:pt x="106230" y="11825"/>
                    <a:pt x="81788" y="9467"/>
                    <a:pt x="57727" y="4848"/>
                  </a:cubicBezTo>
                  <a:cubicBezTo>
                    <a:pt x="49855" y="18526"/>
                    <a:pt x="41277" y="31786"/>
                    <a:pt x="32028" y="44580"/>
                  </a:cubicBezTo>
                  <a:cubicBezTo>
                    <a:pt x="19464" y="61975"/>
                    <a:pt x="-4998" y="100091"/>
                    <a:pt x="904" y="166629"/>
                  </a:cubicBezTo>
                  <a:cubicBezTo>
                    <a:pt x="4806" y="210163"/>
                    <a:pt x="29458" y="394758"/>
                    <a:pt x="29458" y="394758"/>
                  </a:cubicBezTo>
                  <a:cubicBezTo>
                    <a:pt x="19982" y="425830"/>
                    <a:pt x="14951" y="458092"/>
                    <a:pt x="14515" y="490572"/>
                  </a:cubicBezTo>
                  <a:cubicBezTo>
                    <a:pt x="16767" y="529163"/>
                    <a:pt x="21857" y="567546"/>
                    <a:pt x="29744" y="605396"/>
                  </a:cubicBezTo>
                  <a:lnTo>
                    <a:pt x="44307" y="709955"/>
                  </a:lnTo>
                  <a:cubicBezTo>
                    <a:pt x="44307" y="709955"/>
                    <a:pt x="63343" y="723928"/>
                    <a:pt x="77525" y="714043"/>
                  </a:cubicBezTo>
                  <a:lnTo>
                    <a:pt x="75812" y="611385"/>
                  </a:lnTo>
                  <a:cubicBezTo>
                    <a:pt x="77430" y="586291"/>
                    <a:pt x="79905" y="549220"/>
                    <a:pt x="81523" y="525837"/>
                  </a:cubicBezTo>
                  <a:cubicBezTo>
                    <a:pt x="84188" y="487340"/>
                    <a:pt x="91041" y="426125"/>
                    <a:pt x="93040" y="410917"/>
                  </a:cubicBezTo>
                  <a:cubicBezTo>
                    <a:pt x="95039" y="395708"/>
                    <a:pt x="99988" y="368903"/>
                    <a:pt x="102558" y="338961"/>
                  </a:cubicBezTo>
                  <a:cubicBezTo>
                    <a:pt x="105128" y="309019"/>
                    <a:pt x="116169" y="156933"/>
                    <a:pt x="116169" y="156933"/>
                  </a:cubicBezTo>
                  <a:lnTo>
                    <a:pt x="117787" y="185449"/>
                  </a:lnTo>
                  <a:cubicBezTo>
                    <a:pt x="117787" y="185449"/>
                    <a:pt x="119215" y="231741"/>
                    <a:pt x="125878" y="288773"/>
                  </a:cubicBezTo>
                  <a:cubicBezTo>
                    <a:pt x="132540" y="345805"/>
                    <a:pt x="134920" y="371089"/>
                    <a:pt x="134920" y="371089"/>
                  </a:cubicBezTo>
                  <a:cubicBezTo>
                    <a:pt x="128461" y="382524"/>
                    <a:pt x="123865" y="394910"/>
                    <a:pt x="121309" y="407780"/>
                  </a:cubicBezTo>
                  <a:cubicBezTo>
                    <a:pt x="120167" y="420042"/>
                    <a:pt x="105985" y="517567"/>
                    <a:pt x="114456" y="567185"/>
                  </a:cubicBezTo>
                  <a:lnTo>
                    <a:pt x="131779" y="693321"/>
                  </a:lnTo>
                  <a:cubicBezTo>
                    <a:pt x="140538" y="699338"/>
                    <a:pt x="151655" y="700783"/>
                    <a:pt x="161666" y="697218"/>
                  </a:cubicBezTo>
                  <a:lnTo>
                    <a:pt x="171850" y="570131"/>
                  </a:lnTo>
                  <a:cubicBezTo>
                    <a:pt x="178704" y="521749"/>
                    <a:pt x="193171" y="419186"/>
                    <a:pt x="195360" y="405879"/>
                  </a:cubicBezTo>
                  <a:cubicBezTo>
                    <a:pt x="200276" y="379007"/>
                    <a:pt x="203171" y="351812"/>
                    <a:pt x="204022" y="324513"/>
                  </a:cubicBezTo>
                  <a:cubicBezTo>
                    <a:pt x="207394" y="251863"/>
                    <a:pt x="206250" y="179071"/>
                    <a:pt x="200595" y="10655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2096876" y="2994106"/>
              <a:ext cx="219176" cy="477454"/>
            </a:xfrm>
            <a:custGeom>
              <a:rect b="b" l="l" r="r" t="t"/>
              <a:pathLst>
                <a:path extrusionOk="0" h="477454" w="219176">
                  <a:moveTo>
                    <a:pt x="62274" y="5418"/>
                  </a:moveTo>
                  <a:lnTo>
                    <a:pt x="24773" y="80606"/>
                  </a:lnTo>
                  <a:cubicBezTo>
                    <a:pt x="24773" y="80606"/>
                    <a:pt x="-32337" y="164158"/>
                    <a:pt x="26867" y="378979"/>
                  </a:cubicBezTo>
                  <a:lnTo>
                    <a:pt x="15730" y="445516"/>
                  </a:lnTo>
                  <a:cubicBezTo>
                    <a:pt x="15730" y="445516"/>
                    <a:pt x="127855" y="517377"/>
                    <a:pt x="202953" y="445516"/>
                  </a:cubicBezTo>
                  <a:cubicBezTo>
                    <a:pt x="202953" y="445516"/>
                    <a:pt x="228938" y="247044"/>
                    <a:pt x="215137" y="155508"/>
                  </a:cubicBezTo>
                  <a:cubicBezTo>
                    <a:pt x="207420" y="102867"/>
                    <a:pt x="195743" y="50882"/>
                    <a:pt x="180205" y="0"/>
                  </a:cubicBezTo>
                  <a:cubicBezTo>
                    <a:pt x="180205" y="0"/>
                    <a:pt x="161835" y="20246"/>
                    <a:pt x="67224" y="68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2115642" y="2850934"/>
              <a:ext cx="316003" cy="274536"/>
            </a:xfrm>
            <a:custGeom>
              <a:rect b="b" l="l" r="r" t="t"/>
              <a:pathLst>
                <a:path extrusionOk="0" h="274536" w="316003">
                  <a:moveTo>
                    <a:pt x="278037" y="202010"/>
                  </a:moveTo>
                  <a:cubicBezTo>
                    <a:pt x="268463" y="202400"/>
                    <a:pt x="258924" y="203417"/>
                    <a:pt x="249482" y="205052"/>
                  </a:cubicBezTo>
                  <a:cubicBezTo>
                    <a:pt x="240488" y="207875"/>
                    <a:pt x="231117" y="209320"/>
                    <a:pt x="221689" y="209329"/>
                  </a:cubicBezTo>
                  <a:cubicBezTo>
                    <a:pt x="211410" y="209329"/>
                    <a:pt x="182760" y="195071"/>
                    <a:pt x="158203" y="177867"/>
                  </a:cubicBezTo>
                  <a:cubicBezTo>
                    <a:pt x="131540" y="157867"/>
                    <a:pt x="108492" y="133467"/>
                    <a:pt x="90052" y="105721"/>
                  </a:cubicBezTo>
                  <a:cubicBezTo>
                    <a:pt x="70714" y="76112"/>
                    <a:pt x="53873" y="44963"/>
                    <a:pt x="39701" y="12568"/>
                  </a:cubicBezTo>
                  <a:cubicBezTo>
                    <a:pt x="31706" y="-10435"/>
                    <a:pt x="31896" y="5249"/>
                    <a:pt x="18285" y="4869"/>
                  </a:cubicBezTo>
                  <a:cubicBezTo>
                    <a:pt x="2199" y="4869"/>
                    <a:pt x="-6367" y="10382"/>
                    <a:pt x="5626" y="41655"/>
                  </a:cubicBezTo>
                  <a:cubicBezTo>
                    <a:pt x="17624" y="74011"/>
                    <a:pt x="34368" y="104419"/>
                    <a:pt x="55311" y="131861"/>
                  </a:cubicBezTo>
                  <a:cubicBezTo>
                    <a:pt x="74979" y="159540"/>
                    <a:pt x="99215" y="183675"/>
                    <a:pt x="126983" y="203246"/>
                  </a:cubicBezTo>
                  <a:cubicBezTo>
                    <a:pt x="151440" y="220356"/>
                    <a:pt x="177868" y="234452"/>
                    <a:pt x="205699" y="245260"/>
                  </a:cubicBezTo>
                  <a:cubicBezTo>
                    <a:pt x="213694" y="248492"/>
                    <a:pt x="218834" y="252959"/>
                    <a:pt x="233301" y="260944"/>
                  </a:cubicBezTo>
                  <a:cubicBezTo>
                    <a:pt x="247832" y="269251"/>
                    <a:pt x="264161" y="273918"/>
                    <a:pt x="280892" y="274536"/>
                  </a:cubicBezTo>
                  <a:cubicBezTo>
                    <a:pt x="294789" y="274536"/>
                    <a:pt x="299929" y="271875"/>
                    <a:pt x="300881" y="269023"/>
                  </a:cubicBezTo>
                  <a:cubicBezTo>
                    <a:pt x="301832" y="266171"/>
                    <a:pt x="299643" y="263035"/>
                    <a:pt x="293266" y="262465"/>
                  </a:cubicBezTo>
                  <a:cubicBezTo>
                    <a:pt x="283123" y="262312"/>
                    <a:pt x="273092" y="260316"/>
                    <a:pt x="263664" y="256571"/>
                  </a:cubicBezTo>
                  <a:cubicBezTo>
                    <a:pt x="263664" y="256571"/>
                    <a:pt x="277466" y="258567"/>
                    <a:pt x="285842" y="258947"/>
                  </a:cubicBezTo>
                  <a:cubicBezTo>
                    <a:pt x="293341" y="259394"/>
                    <a:pt x="300865" y="258814"/>
                    <a:pt x="308210" y="257236"/>
                  </a:cubicBezTo>
                  <a:cubicBezTo>
                    <a:pt x="315253" y="255525"/>
                    <a:pt x="319156" y="245640"/>
                    <a:pt x="312778" y="244880"/>
                  </a:cubicBezTo>
                  <a:cubicBezTo>
                    <a:pt x="306401" y="244119"/>
                    <a:pt x="301166" y="244880"/>
                    <a:pt x="288793" y="244404"/>
                  </a:cubicBezTo>
                  <a:cubicBezTo>
                    <a:pt x="282333" y="243967"/>
                    <a:pt x="275944" y="242788"/>
                    <a:pt x="269756" y="240887"/>
                  </a:cubicBezTo>
                  <a:cubicBezTo>
                    <a:pt x="278072" y="240944"/>
                    <a:pt x="286380" y="240345"/>
                    <a:pt x="294599" y="239081"/>
                  </a:cubicBezTo>
                  <a:cubicBezTo>
                    <a:pt x="301263" y="238425"/>
                    <a:pt x="307602" y="235887"/>
                    <a:pt x="312874" y="231762"/>
                  </a:cubicBezTo>
                  <a:cubicBezTo>
                    <a:pt x="315634" y="229481"/>
                    <a:pt x="316110" y="223112"/>
                    <a:pt x="308019" y="223207"/>
                  </a:cubicBezTo>
                  <a:cubicBezTo>
                    <a:pt x="298031" y="224947"/>
                    <a:pt x="287865" y="225460"/>
                    <a:pt x="277751" y="224728"/>
                  </a:cubicBezTo>
                  <a:cubicBezTo>
                    <a:pt x="267757" y="223302"/>
                    <a:pt x="260809" y="220926"/>
                    <a:pt x="262332" y="219595"/>
                  </a:cubicBezTo>
                  <a:cubicBezTo>
                    <a:pt x="263855" y="218264"/>
                    <a:pt x="269756" y="219595"/>
                    <a:pt x="278132" y="216553"/>
                  </a:cubicBezTo>
                  <a:cubicBezTo>
                    <a:pt x="286508" y="213512"/>
                    <a:pt x="292219" y="206193"/>
                    <a:pt x="290315" y="201915"/>
                  </a:cubicBezTo>
                  <a:cubicBezTo>
                    <a:pt x="288412" y="197638"/>
                    <a:pt x="287079" y="200395"/>
                    <a:pt x="278037" y="20201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2110000" y="2833008"/>
              <a:ext cx="75991" cy="89275"/>
            </a:xfrm>
            <a:custGeom>
              <a:rect b="b" l="l" r="r" t="t"/>
              <a:pathLst>
                <a:path extrusionOk="0" h="89275" w="75991">
                  <a:moveTo>
                    <a:pt x="18406" y="89237"/>
                  </a:moveTo>
                  <a:cubicBezTo>
                    <a:pt x="18406" y="89237"/>
                    <a:pt x="55147" y="91139"/>
                    <a:pt x="75991" y="68231"/>
                  </a:cubicBezTo>
                  <a:lnTo>
                    <a:pt x="53338" y="20704"/>
                  </a:lnTo>
                  <a:cubicBezTo>
                    <a:pt x="53338" y="20704"/>
                    <a:pt x="42963" y="-5436"/>
                    <a:pt x="18501" y="1028"/>
                  </a:cubicBezTo>
                  <a:cubicBezTo>
                    <a:pt x="-5960" y="7491"/>
                    <a:pt x="-6341" y="42186"/>
                    <a:pt x="18406" y="892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2246717" y="2802864"/>
              <a:ext cx="61392" cy="64630"/>
            </a:xfrm>
            <a:custGeom>
              <a:rect b="b" l="l" r="r" t="t"/>
              <a:pathLst>
                <a:path extrusionOk="0" h="64630" w="61392">
                  <a:moveTo>
                    <a:pt x="0" y="469"/>
                  </a:moveTo>
                  <a:cubicBezTo>
                    <a:pt x="0" y="469"/>
                    <a:pt x="29792" y="-9036"/>
                    <a:pt x="61392" y="57501"/>
                  </a:cubicBezTo>
                  <a:lnTo>
                    <a:pt x="49590" y="64630"/>
                  </a:lnTo>
                  <a:cubicBezTo>
                    <a:pt x="49590" y="64630"/>
                    <a:pt x="18465" y="17294"/>
                    <a:pt x="0" y="46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2092047" y="1119152"/>
              <a:ext cx="668082" cy="515307"/>
            </a:xfrm>
            <a:custGeom>
              <a:rect b="b" l="l" r="r" t="t"/>
              <a:pathLst>
                <a:path extrusionOk="0" h="515307" w="668082">
                  <a:moveTo>
                    <a:pt x="668083" y="310182"/>
                  </a:moveTo>
                  <a:lnTo>
                    <a:pt x="141345" y="6010"/>
                  </a:lnTo>
                  <a:lnTo>
                    <a:pt x="139346" y="4869"/>
                  </a:lnTo>
                  <a:lnTo>
                    <a:pt x="139346" y="4869"/>
                  </a:lnTo>
                  <a:cubicBezTo>
                    <a:pt x="124498" y="-3020"/>
                    <a:pt x="104415" y="-1594"/>
                    <a:pt x="82237" y="11143"/>
                  </a:cubicBezTo>
                  <a:cubicBezTo>
                    <a:pt x="36835" y="37378"/>
                    <a:pt x="0" y="101064"/>
                    <a:pt x="0" y="153723"/>
                  </a:cubicBezTo>
                  <a:cubicBezTo>
                    <a:pt x="0" y="180814"/>
                    <a:pt x="9994" y="199539"/>
                    <a:pt x="25890" y="207619"/>
                  </a:cubicBezTo>
                  <a:lnTo>
                    <a:pt x="559765" y="515307"/>
                  </a:ln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2"/>
            <p:cNvSpPr/>
            <p:nvPr/>
          </p:nvSpPr>
          <p:spPr>
            <a:xfrm rot="-3598236">
              <a:off x="2590249" y="1465200"/>
              <a:ext cx="232417" cy="133906"/>
            </a:xfrm>
            <a:custGeom>
              <a:rect b="b" l="l" r="r" t="t"/>
              <a:pathLst>
                <a:path extrusionOk="0" h="134025" w="232624">
                  <a:moveTo>
                    <a:pt x="232625" y="67013"/>
                  </a:moveTo>
                  <a:cubicBezTo>
                    <a:pt x="232625" y="104023"/>
                    <a:pt x="180550" y="134026"/>
                    <a:pt x="116312" y="134026"/>
                  </a:cubicBezTo>
                  <a:cubicBezTo>
                    <a:pt x="52075" y="134026"/>
                    <a:pt x="0" y="104023"/>
                    <a:pt x="0" y="67013"/>
                  </a:cubicBezTo>
                  <a:cubicBezTo>
                    <a:pt x="0" y="30003"/>
                    <a:pt x="52075" y="0"/>
                    <a:pt x="116312" y="0"/>
                  </a:cubicBezTo>
                  <a:cubicBezTo>
                    <a:pt x="180550" y="0"/>
                    <a:pt x="232625" y="30003"/>
                    <a:pt x="232625" y="67013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2667422" y="1490358"/>
              <a:ext cx="274409" cy="269191"/>
            </a:xfrm>
            <a:custGeom>
              <a:rect b="b" l="l" r="r" t="t"/>
              <a:pathLst>
                <a:path extrusionOk="0" h="269191" w="274409">
                  <a:moveTo>
                    <a:pt x="274410" y="269192"/>
                  </a:moveTo>
                  <a:lnTo>
                    <a:pt x="0" y="111023"/>
                  </a:lnTo>
                  <a:lnTo>
                    <a:pt x="0" y="0"/>
                  </a:lnTo>
                  <a:lnTo>
                    <a:pt x="274410" y="158264"/>
                  </a:lnTo>
                  <a:lnTo>
                    <a:pt x="274410" y="26919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2667422" y="1454143"/>
              <a:ext cx="337610" cy="194669"/>
            </a:xfrm>
            <a:custGeom>
              <a:rect b="b" l="l" r="r" t="t"/>
              <a:pathLst>
                <a:path extrusionOk="0" h="194669" w="337610">
                  <a:moveTo>
                    <a:pt x="274410" y="194670"/>
                  </a:moveTo>
                  <a:lnTo>
                    <a:pt x="0" y="36501"/>
                  </a:lnTo>
                  <a:lnTo>
                    <a:pt x="63201" y="0"/>
                  </a:lnTo>
                  <a:lnTo>
                    <a:pt x="337611" y="158264"/>
                  </a:lnTo>
                  <a:lnTo>
                    <a:pt x="274410" y="194670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2"/>
            <p:cNvSpPr/>
            <p:nvPr/>
          </p:nvSpPr>
          <p:spPr>
            <a:xfrm rot="-1801764">
              <a:off x="2968958" y="1259916"/>
              <a:ext cx="690027" cy="1193572"/>
            </a:xfrm>
            <a:custGeom>
              <a:rect b="b" l="l" r="r" t="t"/>
              <a:pathLst>
                <a:path extrusionOk="0" h="1194633" w="690640">
                  <a:moveTo>
                    <a:pt x="690640" y="597317"/>
                  </a:moveTo>
                  <a:cubicBezTo>
                    <a:pt x="690640" y="927206"/>
                    <a:pt x="536035" y="1194633"/>
                    <a:pt x="345320" y="1194633"/>
                  </a:cubicBezTo>
                  <a:cubicBezTo>
                    <a:pt x="154605" y="1194633"/>
                    <a:pt x="0" y="927206"/>
                    <a:pt x="0" y="597317"/>
                  </a:cubicBezTo>
                  <a:cubicBezTo>
                    <a:pt x="0" y="267428"/>
                    <a:pt x="154605" y="0"/>
                    <a:pt x="345320" y="0"/>
                  </a:cubicBezTo>
                  <a:cubicBezTo>
                    <a:pt x="536035" y="0"/>
                    <a:pt x="690640" y="267428"/>
                    <a:pt x="690640" y="597317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2858071" y="1161854"/>
              <a:ext cx="1027965" cy="1324206"/>
            </a:xfrm>
            <a:custGeom>
              <a:rect b="b" l="l" r="r" t="t"/>
              <a:pathLst>
                <a:path extrusionOk="0" h="1324206" w="1027965">
                  <a:moveTo>
                    <a:pt x="513983" y="1254422"/>
                  </a:moveTo>
                  <a:cubicBezTo>
                    <a:pt x="230816" y="1091119"/>
                    <a:pt x="0" y="692560"/>
                    <a:pt x="0" y="365955"/>
                  </a:cubicBezTo>
                  <a:cubicBezTo>
                    <a:pt x="0" y="39351"/>
                    <a:pt x="230436" y="-93439"/>
                    <a:pt x="513983" y="69863"/>
                  </a:cubicBezTo>
                  <a:cubicBezTo>
                    <a:pt x="797530" y="233165"/>
                    <a:pt x="1027966" y="631725"/>
                    <a:pt x="1027966" y="958234"/>
                  </a:cubicBezTo>
                  <a:cubicBezTo>
                    <a:pt x="1027966" y="1284744"/>
                    <a:pt x="797245" y="1417629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2800391" y="1195123"/>
              <a:ext cx="1027965" cy="1324248"/>
            </a:xfrm>
            <a:custGeom>
              <a:rect b="b" l="l" r="r" t="t"/>
              <a:pathLst>
                <a:path extrusionOk="0" h="1324248" w="1027965">
                  <a:moveTo>
                    <a:pt x="513983" y="1254422"/>
                  </a:moveTo>
                  <a:cubicBezTo>
                    <a:pt x="230721" y="1091119"/>
                    <a:pt x="0" y="692560"/>
                    <a:pt x="0" y="365955"/>
                  </a:cubicBezTo>
                  <a:cubicBezTo>
                    <a:pt x="0" y="39351"/>
                    <a:pt x="230341" y="-93439"/>
                    <a:pt x="513983" y="69863"/>
                  </a:cubicBezTo>
                  <a:cubicBezTo>
                    <a:pt x="797625" y="233165"/>
                    <a:pt x="1027966" y="631725"/>
                    <a:pt x="1027966" y="958234"/>
                  </a:cubicBezTo>
                  <a:cubicBezTo>
                    <a:pt x="1027966" y="1284744"/>
                    <a:pt x="797149" y="1417724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7" name="Google Shape;407;p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/>
              <a:t>Módulos</a:t>
            </a:r>
            <a:endParaRPr/>
          </a:p>
        </p:txBody>
      </p:sp>
      <p:sp>
        <p:nvSpPr>
          <p:cNvPr id="413" name="Google Shape;413;p3"/>
          <p:cNvSpPr txBox="1"/>
          <p:nvPr/>
        </p:nvSpPr>
        <p:spPr>
          <a:xfrm>
            <a:off x="457199" y="1365504"/>
            <a:ext cx="8783053" cy="3271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1 · Word esencial.</a:t>
            </a:r>
            <a:endParaRPr b="0" i="0" sz="2800" u="none" cap="none" strike="noStrike">
              <a:solidFill>
                <a:srgbClr val="007BB9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2 · Excel </a:t>
            </a: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básico</a:t>
            </a: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3 ·</a:t>
            </a: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 PowerPoint efectivo.</a:t>
            </a:r>
            <a:endParaRPr b="0" i="0" sz="2800" u="none" cap="none" strike="noStrike">
              <a:solidFill>
                <a:srgbClr val="007BB9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4 ·</a:t>
            </a: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 Productividad con Outlook, Teams y OneDrive.</a:t>
            </a:r>
            <a:endParaRPr/>
          </a:p>
        </p:txBody>
      </p:sp>
      <p:grpSp>
        <p:nvGrpSpPr>
          <p:cNvPr id="414" name="Google Shape;414;p3"/>
          <p:cNvGrpSpPr/>
          <p:nvPr/>
        </p:nvGrpSpPr>
        <p:grpSpPr>
          <a:xfrm>
            <a:off x="3090503" y="3370599"/>
            <a:ext cx="2706354" cy="1604434"/>
            <a:chOff x="6986665" y="3298709"/>
            <a:chExt cx="1817809" cy="1077669"/>
          </a:xfrm>
        </p:grpSpPr>
        <p:sp>
          <p:nvSpPr>
            <p:cNvPr id="415" name="Google Shape;415;p3"/>
            <p:cNvSpPr/>
            <p:nvPr/>
          </p:nvSpPr>
          <p:spPr>
            <a:xfrm>
              <a:off x="6986665" y="3342725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7014156" y="3327342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7014156" y="3298709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7976493" y="3396565"/>
              <a:ext cx="664692" cy="383742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7912754" y="3450709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7863331" y="3479190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7813984" y="3507747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7451727" y="3699575"/>
              <a:ext cx="664616" cy="38374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7387988" y="3753643"/>
              <a:ext cx="593293" cy="342595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7338565" y="3782200"/>
              <a:ext cx="582091" cy="33604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7289218" y="3810681"/>
              <a:ext cx="496671" cy="286816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7582329" y="3561435"/>
              <a:ext cx="337413" cy="194766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7800200" y="3687162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8018073" y="3812966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7794459" y="3551002"/>
              <a:ext cx="540846" cy="312343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7824798" y="3491907"/>
              <a:ext cx="470058" cy="181410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7794490" y="3623727"/>
              <a:ext cx="41071" cy="82677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8298847" y="3624184"/>
              <a:ext cx="36118" cy="82219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7842237" y="3535238"/>
              <a:ext cx="450190" cy="25984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7815050" y="3673683"/>
              <a:ext cx="491790" cy="17643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7794490" y="3472184"/>
              <a:ext cx="540791" cy="312391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7752377" y="3752957"/>
              <a:ext cx="148970" cy="86030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7787483" y="3773138"/>
              <a:ext cx="113842" cy="106298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3"/>
            <p:cNvSpPr/>
            <p:nvPr/>
          </p:nvSpPr>
          <p:spPr>
            <a:xfrm>
              <a:off x="7465892" y="3799784"/>
              <a:ext cx="345033" cy="254286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1" name="Google Shape;441;p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4000"/>
              <a:t>Módulo 1 · </a:t>
            </a:r>
            <a:r>
              <a:rPr lang="es-ES" sz="3200">
                <a:solidFill>
                  <a:srgbClr val="007BB9"/>
                </a:solidFill>
              </a:rPr>
              <a:t>Word esencial.</a:t>
            </a:r>
            <a:br>
              <a:rPr lang="es-ES" sz="3200">
                <a:solidFill>
                  <a:srgbClr val="007BB9"/>
                </a:solidFill>
              </a:rPr>
            </a:br>
            <a:endParaRPr sz="4000"/>
          </a:p>
        </p:txBody>
      </p:sp>
      <p:sp>
        <p:nvSpPr>
          <p:cNvPr id="447" name="Google Shape;447;p4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Abrir Word → Archivo → Nuevo → elegir plantilla ‘Informe simple’ de Office.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Iniciar sesión con la cuenta corporativa BlueSky para guardar en OneDrive.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Archivo → Guardar como → OneDrive – BlueSky Financial → ‘Informe_Cliente.docx’.</a:t>
            </a:r>
            <a:endParaRPr/>
          </a:p>
          <a:p>
            <a:pPr indent="0" lvl="0" marL="1143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448" name="Google Shape;448;p4"/>
          <p:cNvGrpSpPr/>
          <p:nvPr/>
        </p:nvGrpSpPr>
        <p:grpSpPr>
          <a:xfrm>
            <a:off x="7062737" y="3522913"/>
            <a:ext cx="1407494" cy="1561150"/>
            <a:chOff x="2152750" y="190500"/>
            <a:chExt cx="4293756" cy="4762499"/>
          </a:xfrm>
        </p:grpSpPr>
        <p:sp>
          <p:nvSpPr>
            <p:cNvPr id="449" name="Google Shape;449;p4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4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4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4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4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4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4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4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4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4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4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4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4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4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4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4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4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4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4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4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4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4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4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4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4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4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4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4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4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4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4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4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4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4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4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4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4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4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4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4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4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4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4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4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4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4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4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4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4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4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4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4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4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4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4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4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4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4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4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4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4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4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4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4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4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4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4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4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4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4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4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4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4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4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3" name="Google Shape;523;p4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524" name="Google Shape;524;p4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4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4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4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4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4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4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4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4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3" name="Google Shape;533;p4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534" name="Google Shape;534;p4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4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4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4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4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39" name="Google Shape;539;p4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4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4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4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4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4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4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4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4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4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4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4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4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4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4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4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4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4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7" name="Google Shape;557;p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Formato de texto y párrafo</a:t>
            </a:r>
            <a:endParaRPr sz="3200"/>
          </a:p>
        </p:txBody>
      </p:sp>
      <p:sp>
        <p:nvSpPr>
          <p:cNvPr id="563" name="Google Shape;563;p5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Aplicar estilos rápidos: ‘Título’, ‘Encabezado 1’, ‘Normal’.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Atajos útiles: Ctrl+B (negrita), Ctrl+I (cursiva), Ctrl+U (subrayado).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Espaciado y alineación: Disposición → Espaciado entre párrafos 6 pt.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Ejemplo: convertir un texto plano en secciones con títulos y subtítulos.</a:t>
            </a:r>
            <a:endParaRPr/>
          </a:p>
          <a:p>
            <a:pPr indent="0" lvl="0" marL="1143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564" name="Google Shape;564;p5"/>
          <p:cNvGrpSpPr/>
          <p:nvPr/>
        </p:nvGrpSpPr>
        <p:grpSpPr>
          <a:xfrm>
            <a:off x="7062737" y="3522913"/>
            <a:ext cx="1407494" cy="1561150"/>
            <a:chOff x="2152750" y="190500"/>
            <a:chExt cx="4293756" cy="4762499"/>
          </a:xfrm>
        </p:grpSpPr>
        <p:sp>
          <p:nvSpPr>
            <p:cNvPr id="565" name="Google Shape;565;p5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5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5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5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5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5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5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5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5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5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5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5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5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5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5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5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5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5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5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5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5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5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5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5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5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5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5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5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5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5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5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5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5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5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5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5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5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5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5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5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5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5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5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5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5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5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5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5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5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5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5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5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5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5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5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5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5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5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5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5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5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5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5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5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5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5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5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5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5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5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5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5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5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5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9" name="Google Shape;639;p5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640" name="Google Shape;640;p5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5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5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5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5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5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5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5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5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" name="Google Shape;649;p5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650" name="Google Shape;650;p5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5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5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5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5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5" name="Google Shape;655;p5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5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5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5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5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5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5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5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5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5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5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5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5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5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5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5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5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5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3" name="Google Shape;673;p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Listas, tablas e imágenes</a:t>
            </a:r>
            <a:endParaRPr sz="3200"/>
          </a:p>
        </p:txBody>
      </p:sp>
      <p:sp>
        <p:nvSpPr>
          <p:cNvPr id="679" name="Google Shape;679;p6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Insertar → Lista con viñetas para pasos o checklists.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Insertar → Tabla (3×4) para un cuadro de requisitos.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Insertar → Imágenes/Íconos → ‘gráfico de pastel’ para ilustrar.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Herramientas de imagen: Ajustar texto → ‘Cuadrado’ para un mejor flujo.</a:t>
            </a:r>
            <a:endParaRPr/>
          </a:p>
          <a:p>
            <a:pPr indent="0" lvl="0" marL="1143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680" name="Google Shape;680;p6"/>
          <p:cNvGrpSpPr/>
          <p:nvPr/>
        </p:nvGrpSpPr>
        <p:grpSpPr>
          <a:xfrm>
            <a:off x="7062737" y="3522913"/>
            <a:ext cx="1407494" cy="1561150"/>
            <a:chOff x="2152750" y="190500"/>
            <a:chExt cx="4293756" cy="4762499"/>
          </a:xfrm>
        </p:grpSpPr>
        <p:sp>
          <p:nvSpPr>
            <p:cNvPr id="681" name="Google Shape;681;p6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6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6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6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6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6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6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6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6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6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6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6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6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6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6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6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6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6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6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6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6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6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6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6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6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6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6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6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6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6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6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6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6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6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6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6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6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6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6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6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6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6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6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6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6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6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6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6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6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6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6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6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6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6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6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6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6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6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6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6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6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6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6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6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6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6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6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6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6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6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6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6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6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6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55" name="Google Shape;755;p6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756" name="Google Shape;756;p6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6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6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6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6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6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6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6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6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5" name="Google Shape;765;p6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766" name="Google Shape;766;p6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6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6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6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6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1" name="Google Shape;771;p6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6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6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6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6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6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6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6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6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6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6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6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6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6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6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6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6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6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9" name="Google Shape;789;p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Revisión y colaboración</a:t>
            </a:r>
            <a:endParaRPr sz="3200"/>
          </a:p>
        </p:txBody>
      </p:sp>
      <p:sp>
        <p:nvSpPr>
          <p:cNvPr id="795" name="Google Shape;795;p7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Revisar → Control de cambios (activar).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Insertar comentarios @menciones a tu instructor o compañero.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Compartir → Enviar enlace desde OneDrive con permisos ‘Puede editar’.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Ejercicio: solicita revisión a un compañero y acepta/rechaza cambios.</a:t>
            </a:r>
            <a:endParaRPr/>
          </a:p>
          <a:p>
            <a:pPr indent="0" lvl="0" marL="1143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796" name="Google Shape;796;p7"/>
          <p:cNvGrpSpPr/>
          <p:nvPr/>
        </p:nvGrpSpPr>
        <p:grpSpPr>
          <a:xfrm>
            <a:off x="7062737" y="3522913"/>
            <a:ext cx="1407494" cy="1561150"/>
            <a:chOff x="2152750" y="190500"/>
            <a:chExt cx="4293756" cy="4762499"/>
          </a:xfrm>
        </p:grpSpPr>
        <p:sp>
          <p:nvSpPr>
            <p:cNvPr id="797" name="Google Shape;797;p7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7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7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7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7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7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7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7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7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7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7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7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7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7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7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7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7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7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7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7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7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7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7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7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7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7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7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7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7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7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7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7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7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7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7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7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7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7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7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7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7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7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7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7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7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7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7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7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7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7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7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7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7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7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7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7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7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7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7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7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7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7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7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7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7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7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7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7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7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7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7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7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7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7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1" name="Google Shape;871;p7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872" name="Google Shape;872;p7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7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7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7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7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7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7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7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0" name="Google Shape;880;p7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1" name="Google Shape;881;p7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882" name="Google Shape;882;p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" name="Google Shape;883;p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5" name="Google Shape;885;p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6" name="Google Shape;886;p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7" name="Google Shape;887;p7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7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7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7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7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7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7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7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7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7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7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7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7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7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7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7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7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7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5" name="Google Shape;905;p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8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Encabezado, pie y numeración</a:t>
            </a:r>
            <a:endParaRPr sz="3200"/>
          </a:p>
        </p:txBody>
      </p:sp>
      <p:sp>
        <p:nvSpPr>
          <p:cNvPr id="911" name="Google Shape;911;p8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Insertar → Encabezado (logo BlueSky) y Pie de página.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Insertar → Número de página → Inferior → Centrado.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Diseño → Saltos de sección para numeración distinta si es necesario.</a:t>
            </a:r>
            <a:endParaRPr/>
          </a:p>
          <a:p>
            <a:pPr indent="0" lvl="0" marL="1143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912" name="Google Shape;912;p8"/>
          <p:cNvGrpSpPr/>
          <p:nvPr/>
        </p:nvGrpSpPr>
        <p:grpSpPr>
          <a:xfrm>
            <a:off x="7062737" y="3522913"/>
            <a:ext cx="1407494" cy="1561150"/>
            <a:chOff x="2152750" y="190500"/>
            <a:chExt cx="4293756" cy="4762499"/>
          </a:xfrm>
        </p:grpSpPr>
        <p:sp>
          <p:nvSpPr>
            <p:cNvPr id="913" name="Google Shape;913;p8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8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8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8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8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8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8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8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8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8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8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8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8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8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8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8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8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8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8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8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8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8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8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8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8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8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8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8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8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8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8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8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8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8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8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8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8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8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8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8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8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8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8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8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8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8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8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8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8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8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8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8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8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8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8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8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8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8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8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8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8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8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8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8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8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8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8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8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8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8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8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8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8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8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7" name="Google Shape;987;p8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988" name="Google Shape;988;p8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" name="Google Shape;989;p8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8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8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8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" name="Google Shape;993;p8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8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8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8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7" name="Google Shape;997;p8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998" name="Google Shape;998;p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03" name="Google Shape;1003;p8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8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8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8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8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8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8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8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8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8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8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8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8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8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8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8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8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8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1" name="Google Shape;1021;p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9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Práctica guiada (Word)</a:t>
            </a:r>
            <a:br>
              <a:rPr lang="es-ES" sz="3200">
                <a:solidFill>
                  <a:srgbClr val="007BB9"/>
                </a:solidFill>
              </a:rPr>
            </a:br>
            <a:endParaRPr sz="3200"/>
          </a:p>
        </p:txBody>
      </p:sp>
      <p:sp>
        <p:nvSpPr>
          <p:cNvPr id="1027" name="Google Shape;1027;p9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Crea un ‘Informe de avance’ con portada, índice, 2 secciones y tabla de tareas.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Aplica estilos, inserta una imagen y activa Control de cambios.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Guarda en OneDrive y comparte con permisos de edición.</a:t>
            </a:r>
            <a:endParaRPr/>
          </a:p>
        </p:txBody>
      </p:sp>
      <p:grpSp>
        <p:nvGrpSpPr>
          <p:cNvPr id="1028" name="Google Shape;1028;p9"/>
          <p:cNvGrpSpPr/>
          <p:nvPr/>
        </p:nvGrpSpPr>
        <p:grpSpPr>
          <a:xfrm>
            <a:off x="7160642" y="3148449"/>
            <a:ext cx="1641693" cy="1754492"/>
            <a:chOff x="1926580" y="602477"/>
            <a:chExt cx="4456273" cy="4762466"/>
          </a:xfrm>
        </p:grpSpPr>
        <p:sp>
          <p:nvSpPr>
            <p:cNvPr id="1029" name="Google Shape;1029;p9"/>
            <p:cNvSpPr/>
            <p:nvPr/>
          </p:nvSpPr>
          <p:spPr>
            <a:xfrm>
              <a:off x="4352367" y="1409287"/>
              <a:ext cx="1407834" cy="1779317"/>
            </a:xfrm>
            <a:custGeom>
              <a:rect b="b" l="l" r="r" t="t"/>
              <a:pathLst>
                <a:path extrusionOk="0" h="1779317" w="1407834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9"/>
            <p:cNvSpPr/>
            <p:nvPr/>
          </p:nvSpPr>
          <p:spPr>
            <a:xfrm>
              <a:off x="4492846" y="1745654"/>
              <a:ext cx="1118701" cy="793785"/>
            </a:xfrm>
            <a:custGeom>
              <a:rect b="b" l="l" r="r" t="t"/>
              <a:pathLst>
                <a:path extrusionOk="0" h="793785" w="1118701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9"/>
            <p:cNvSpPr/>
            <p:nvPr/>
          </p:nvSpPr>
          <p:spPr>
            <a:xfrm>
              <a:off x="3766118" y="879295"/>
              <a:ext cx="2497551" cy="3394041"/>
            </a:xfrm>
            <a:custGeom>
              <a:rect b="b" l="l" r="r" t="t"/>
              <a:pathLst>
                <a:path extrusionOk="0" h="3394041" w="2497551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9"/>
            <p:cNvSpPr/>
            <p:nvPr/>
          </p:nvSpPr>
          <p:spPr>
            <a:xfrm>
              <a:off x="3744257" y="892344"/>
              <a:ext cx="2498022" cy="3393845"/>
            </a:xfrm>
            <a:custGeom>
              <a:rect b="b" l="l" r="r" t="t"/>
              <a:pathLst>
                <a:path extrusionOk="0" h="3393845" w="2498022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9"/>
            <p:cNvSpPr/>
            <p:nvPr/>
          </p:nvSpPr>
          <p:spPr>
            <a:xfrm>
              <a:off x="3740075" y="894303"/>
              <a:ext cx="2498022" cy="3394082"/>
            </a:xfrm>
            <a:custGeom>
              <a:rect b="b" l="l" r="r" t="t"/>
              <a:pathLst>
                <a:path extrusionOk="0" h="3394082" w="2498022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9"/>
            <p:cNvSpPr/>
            <p:nvPr/>
          </p:nvSpPr>
          <p:spPr>
            <a:xfrm>
              <a:off x="3770110" y="934160"/>
              <a:ext cx="2435672" cy="3234830"/>
            </a:xfrm>
            <a:custGeom>
              <a:rect b="b" l="l" r="r" t="t"/>
              <a:pathLst>
                <a:path extrusionOk="0" h="3234830" w="2435672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9"/>
            <p:cNvSpPr/>
            <p:nvPr/>
          </p:nvSpPr>
          <p:spPr>
            <a:xfrm>
              <a:off x="3770110" y="934160"/>
              <a:ext cx="2435006" cy="3234925"/>
            </a:xfrm>
            <a:custGeom>
              <a:rect b="b" l="l" r="r" t="t"/>
              <a:pathLst>
                <a:path extrusionOk="0" h="3234925" w="2435006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9"/>
            <p:cNvSpPr/>
            <p:nvPr/>
          </p:nvSpPr>
          <p:spPr>
            <a:xfrm>
              <a:off x="6215951" y="4191660"/>
              <a:ext cx="26328" cy="93440"/>
            </a:xfrm>
            <a:custGeom>
              <a:rect b="b" l="l" r="r" t="t"/>
              <a:pathLst>
                <a:path extrusionOk="0" h="93440" w="26328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9"/>
            <p:cNvSpPr/>
            <p:nvPr/>
          </p:nvSpPr>
          <p:spPr>
            <a:xfrm>
              <a:off x="3761840" y="882675"/>
              <a:ext cx="63206" cy="27150"/>
            </a:xfrm>
            <a:custGeom>
              <a:rect b="b" l="l" r="r" t="t"/>
              <a:pathLst>
                <a:path extrusionOk="0" h="27150" w="63206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9"/>
            <p:cNvSpPr/>
            <p:nvPr/>
          </p:nvSpPr>
          <p:spPr>
            <a:xfrm>
              <a:off x="1985051" y="2961416"/>
              <a:ext cx="4154298" cy="2403527"/>
            </a:xfrm>
            <a:custGeom>
              <a:rect b="b" l="l" r="r" t="t"/>
              <a:pathLst>
                <a:path extrusionOk="0" h="2403527" w="4154298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9"/>
            <p:cNvSpPr/>
            <p:nvPr/>
          </p:nvSpPr>
          <p:spPr>
            <a:xfrm>
              <a:off x="2036757" y="2930659"/>
              <a:ext cx="4154369" cy="2403042"/>
            </a:xfrm>
            <a:custGeom>
              <a:rect b="b" l="l" r="r" t="t"/>
              <a:pathLst>
                <a:path extrusionOk="0" h="2403042" w="4154369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9"/>
            <p:cNvSpPr/>
            <p:nvPr/>
          </p:nvSpPr>
          <p:spPr>
            <a:xfrm>
              <a:off x="2036929" y="3869239"/>
              <a:ext cx="50374" cy="44958"/>
            </a:xfrm>
            <a:custGeom>
              <a:rect b="b" l="l" r="r" t="t"/>
              <a:pathLst>
                <a:path extrusionOk="0" h="44958" w="50374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9"/>
            <p:cNvSpPr/>
            <p:nvPr/>
          </p:nvSpPr>
          <p:spPr>
            <a:xfrm>
              <a:off x="6153886" y="4308341"/>
              <a:ext cx="37258" cy="49244"/>
            </a:xfrm>
            <a:custGeom>
              <a:rect b="b" l="l" r="r" t="t"/>
              <a:pathLst>
                <a:path extrusionOk="0" h="49244" w="37258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9"/>
            <p:cNvSpPr/>
            <p:nvPr/>
          </p:nvSpPr>
          <p:spPr>
            <a:xfrm>
              <a:off x="2036757" y="2892519"/>
              <a:ext cx="4154369" cy="2403360"/>
            </a:xfrm>
            <a:custGeom>
              <a:rect b="b" l="l" r="r" t="t"/>
              <a:pathLst>
                <a:path extrusionOk="0" h="2403360" w="4154369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9"/>
            <p:cNvSpPr/>
            <p:nvPr/>
          </p:nvSpPr>
          <p:spPr>
            <a:xfrm>
              <a:off x="2036757" y="2886502"/>
              <a:ext cx="4154369" cy="2403527"/>
            </a:xfrm>
            <a:custGeom>
              <a:rect b="b" l="l" r="r" t="t"/>
              <a:pathLst>
                <a:path extrusionOk="0" h="2403527" w="4154369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9"/>
            <p:cNvSpPr/>
            <p:nvPr/>
          </p:nvSpPr>
          <p:spPr>
            <a:xfrm>
              <a:off x="3500252" y="306524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9"/>
            <p:cNvSpPr/>
            <p:nvPr/>
          </p:nvSpPr>
          <p:spPr>
            <a:xfrm>
              <a:off x="3657092" y="3155925"/>
              <a:ext cx="266442" cy="153985"/>
            </a:xfrm>
            <a:custGeom>
              <a:rect b="b" l="l" r="r" t="t"/>
              <a:pathLst>
                <a:path extrusionOk="0" h="153985" w="266442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9"/>
            <p:cNvSpPr/>
            <p:nvPr/>
          </p:nvSpPr>
          <p:spPr>
            <a:xfrm>
              <a:off x="3815428" y="3247563"/>
              <a:ext cx="266636" cy="153995"/>
            </a:xfrm>
            <a:custGeom>
              <a:rect b="b" l="l" r="r" t="t"/>
              <a:pathLst>
                <a:path extrusionOk="0" h="153995" w="266636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9"/>
            <p:cNvSpPr/>
            <p:nvPr/>
          </p:nvSpPr>
          <p:spPr>
            <a:xfrm>
              <a:off x="3970462" y="3337185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9"/>
            <p:cNvSpPr/>
            <p:nvPr/>
          </p:nvSpPr>
          <p:spPr>
            <a:xfrm>
              <a:off x="4127000" y="3427863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9"/>
            <p:cNvSpPr/>
            <p:nvPr/>
          </p:nvSpPr>
          <p:spPr>
            <a:xfrm>
              <a:off x="4283886" y="3519017"/>
              <a:ext cx="266280" cy="153993"/>
            </a:xfrm>
            <a:custGeom>
              <a:rect b="b" l="l" r="r" t="t"/>
              <a:pathLst>
                <a:path extrusionOk="0" h="153993" w="26628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9"/>
            <p:cNvSpPr/>
            <p:nvPr/>
          </p:nvSpPr>
          <p:spPr>
            <a:xfrm>
              <a:off x="4440564" y="3609219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9"/>
            <p:cNvSpPr/>
            <p:nvPr/>
          </p:nvSpPr>
          <p:spPr>
            <a:xfrm>
              <a:off x="4597287" y="3699905"/>
              <a:ext cx="266442" cy="153983"/>
            </a:xfrm>
            <a:custGeom>
              <a:rect b="b" l="l" r="r" t="t"/>
              <a:pathLst>
                <a:path extrusionOk="0" h="153983" w="266442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9"/>
            <p:cNvSpPr/>
            <p:nvPr/>
          </p:nvSpPr>
          <p:spPr>
            <a:xfrm>
              <a:off x="4753934" y="3790488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9"/>
            <p:cNvSpPr/>
            <p:nvPr/>
          </p:nvSpPr>
          <p:spPr>
            <a:xfrm>
              <a:off x="4910657" y="3881158"/>
              <a:ext cx="266058" cy="153915"/>
            </a:xfrm>
            <a:custGeom>
              <a:rect b="b" l="l" r="r" t="t"/>
              <a:pathLst>
                <a:path extrusionOk="0" h="153915" w="266058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9"/>
            <p:cNvSpPr/>
            <p:nvPr/>
          </p:nvSpPr>
          <p:spPr>
            <a:xfrm>
              <a:off x="5067303" y="3971836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9"/>
            <p:cNvSpPr/>
            <p:nvPr/>
          </p:nvSpPr>
          <p:spPr>
            <a:xfrm>
              <a:off x="5224035" y="4062514"/>
              <a:ext cx="266528" cy="154092"/>
            </a:xfrm>
            <a:custGeom>
              <a:rect b="b" l="l" r="r" t="t"/>
              <a:pathLst>
                <a:path extrusionOk="0" h="154092" w="26652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9"/>
            <p:cNvSpPr/>
            <p:nvPr/>
          </p:nvSpPr>
          <p:spPr>
            <a:xfrm>
              <a:off x="5380534" y="4153137"/>
              <a:ext cx="266473" cy="154041"/>
            </a:xfrm>
            <a:custGeom>
              <a:rect b="b" l="l" r="r" t="t"/>
              <a:pathLst>
                <a:path extrusionOk="0" h="154041" w="266473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9"/>
            <p:cNvSpPr/>
            <p:nvPr/>
          </p:nvSpPr>
          <p:spPr>
            <a:xfrm>
              <a:off x="5537405" y="4243783"/>
              <a:ext cx="341715" cy="197836"/>
            </a:xfrm>
            <a:custGeom>
              <a:rect b="b" l="l" r="r" t="t"/>
              <a:pathLst>
                <a:path extrusionOk="0" h="197836" w="341715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9"/>
            <p:cNvSpPr/>
            <p:nvPr/>
          </p:nvSpPr>
          <p:spPr>
            <a:xfrm>
              <a:off x="3580766" y="3287750"/>
              <a:ext cx="266442" cy="153846"/>
            </a:xfrm>
            <a:custGeom>
              <a:rect b="b" l="l" r="r" t="t"/>
              <a:pathLst>
                <a:path extrusionOk="0" h="153846" w="266442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9"/>
            <p:cNvSpPr/>
            <p:nvPr/>
          </p:nvSpPr>
          <p:spPr>
            <a:xfrm>
              <a:off x="3737968" y="3378809"/>
              <a:ext cx="266343" cy="153636"/>
            </a:xfrm>
            <a:custGeom>
              <a:rect b="b" l="l" r="r" t="t"/>
              <a:pathLst>
                <a:path extrusionOk="0" h="153636" w="266343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9"/>
            <p:cNvSpPr/>
            <p:nvPr/>
          </p:nvSpPr>
          <p:spPr>
            <a:xfrm>
              <a:off x="3894706" y="346920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9"/>
            <p:cNvSpPr/>
            <p:nvPr/>
          </p:nvSpPr>
          <p:spPr>
            <a:xfrm>
              <a:off x="4051822" y="3559729"/>
              <a:ext cx="266144" cy="154280"/>
            </a:xfrm>
            <a:custGeom>
              <a:rect b="b" l="l" r="r" t="t"/>
              <a:pathLst>
                <a:path extrusionOk="0" h="154280" w="266144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9"/>
            <p:cNvSpPr/>
            <p:nvPr/>
          </p:nvSpPr>
          <p:spPr>
            <a:xfrm>
              <a:off x="4207595" y="3649708"/>
              <a:ext cx="266442" cy="154372"/>
            </a:xfrm>
            <a:custGeom>
              <a:rect b="b" l="l" r="r" t="t"/>
              <a:pathLst>
                <a:path extrusionOk="0" h="154372" w="266442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9"/>
            <p:cNvSpPr/>
            <p:nvPr/>
          </p:nvSpPr>
          <p:spPr>
            <a:xfrm>
              <a:off x="4364526" y="3740759"/>
              <a:ext cx="266248" cy="154101"/>
            </a:xfrm>
            <a:custGeom>
              <a:rect b="b" l="l" r="r" t="t"/>
              <a:pathLst>
                <a:path extrusionOk="0" h="154101" w="266248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9"/>
            <p:cNvSpPr/>
            <p:nvPr/>
          </p:nvSpPr>
          <p:spPr>
            <a:xfrm>
              <a:off x="4521449" y="3831731"/>
              <a:ext cx="266334" cy="153985"/>
            </a:xfrm>
            <a:custGeom>
              <a:rect b="b" l="l" r="r" t="t"/>
              <a:pathLst>
                <a:path extrusionOk="0" h="153985" w="266334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9"/>
            <p:cNvSpPr/>
            <p:nvPr/>
          </p:nvSpPr>
          <p:spPr>
            <a:xfrm>
              <a:off x="4678466" y="3922592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9"/>
            <p:cNvSpPr/>
            <p:nvPr/>
          </p:nvSpPr>
          <p:spPr>
            <a:xfrm>
              <a:off x="4835195" y="4013365"/>
              <a:ext cx="266474" cy="153993"/>
            </a:xfrm>
            <a:custGeom>
              <a:rect b="b" l="l" r="r" t="t"/>
              <a:pathLst>
                <a:path extrusionOk="0" h="153993" w="266474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9"/>
            <p:cNvSpPr/>
            <p:nvPr/>
          </p:nvSpPr>
          <p:spPr>
            <a:xfrm>
              <a:off x="4992397" y="4104213"/>
              <a:ext cx="266533" cy="154079"/>
            </a:xfrm>
            <a:custGeom>
              <a:rect b="b" l="l" r="r" t="t"/>
              <a:pathLst>
                <a:path extrusionOk="0" h="154079" w="266533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9"/>
            <p:cNvSpPr/>
            <p:nvPr/>
          </p:nvSpPr>
          <p:spPr>
            <a:xfrm>
              <a:off x="5149329" y="4195292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9"/>
            <p:cNvSpPr/>
            <p:nvPr/>
          </p:nvSpPr>
          <p:spPr>
            <a:xfrm>
              <a:off x="5306305" y="4285820"/>
              <a:ext cx="266280" cy="154040"/>
            </a:xfrm>
            <a:custGeom>
              <a:rect b="b" l="l" r="r" t="t"/>
              <a:pathLst>
                <a:path extrusionOk="0" h="154040" w="26628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9"/>
            <p:cNvSpPr/>
            <p:nvPr/>
          </p:nvSpPr>
          <p:spPr>
            <a:xfrm>
              <a:off x="3348561" y="3153075"/>
              <a:ext cx="342095" cy="197622"/>
            </a:xfrm>
            <a:custGeom>
              <a:rect b="b" l="l" r="r" t="t"/>
              <a:pathLst>
                <a:path extrusionOk="0" h="197622" w="342095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9"/>
            <p:cNvSpPr/>
            <p:nvPr/>
          </p:nvSpPr>
          <p:spPr>
            <a:xfrm>
              <a:off x="5350264" y="4375807"/>
              <a:ext cx="378572" cy="242223"/>
            </a:xfrm>
            <a:custGeom>
              <a:rect b="b" l="l" r="r" t="t"/>
              <a:pathLst>
                <a:path extrusionOk="0" h="242223" w="378572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9"/>
            <p:cNvSpPr/>
            <p:nvPr/>
          </p:nvSpPr>
          <p:spPr>
            <a:xfrm>
              <a:off x="2893378" y="3416909"/>
              <a:ext cx="266442" cy="154101"/>
            </a:xfrm>
            <a:custGeom>
              <a:rect b="b" l="l" r="r" t="t"/>
              <a:pathLst>
                <a:path extrusionOk="0" h="154101" w="266442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9"/>
            <p:cNvSpPr/>
            <p:nvPr/>
          </p:nvSpPr>
          <p:spPr>
            <a:xfrm>
              <a:off x="3049635" y="350749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9"/>
            <p:cNvSpPr/>
            <p:nvPr/>
          </p:nvSpPr>
          <p:spPr>
            <a:xfrm>
              <a:off x="3205860" y="3597884"/>
              <a:ext cx="266188" cy="153922"/>
            </a:xfrm>
            <a:custGeom>
              <a:rect b="b" l="l" r="r" t="t"/>
              <a:pathLst>
                <a:path extrusionOk="0" h="153922" w="266188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9"/>
            <p:cNvSpPr/>
            <p:nvPr/>
          </p:nvSpPr>
          <p:spPr>
            <a:xfrm>
              <a:off x="4536462" y="4367735"/>
              <a:ext cx="266437" cy="154256"/>
            </a:xfrm>
            <a:custGeom>
              <a:rect b="b" l="l" r="r" t="t"/>
              <a:pathLst>
                <a:path extrusionOk="0" h="154256" w="266437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9"/>
            <p:cNvSpPr/>
            <p:nvPr/>
          </p:nvSpPr>
          <p:spPr>
            <a:xfrm>
              <a:off x="4692711" y="4458183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9"/>
            <p:cNvSpPr/>
            <p:nvPr/>
          </p:nvSpPr>
          <p:spPr>
            <a:xfrm>
              <a:off x="4849162" y="4548575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9"/>
            <p:cNvSpPr/>
            <p:nvPr/>
          </p:nvSpPr>
          <p:spPr>
            <a:xfrm>
              <a:off x="5005419" y="4638967"/>
              <a:ext cx="266537" cy="154092"/>
            </a:xfrm>
            <a:custGeom>
              <a:rect b="b" l="l" r="r" t="t"/>
              <a:pathLst>
                <a:path extrusionOk="0" h="154092" w="266537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9"/>
            <p:cNvSpPr/>
            <p:nvPr/>
          </p:nvSpPr>
          <p:spPr>
            <a:xfrm>
              <a:off x="3362257" y="3688277"/>
              <a:ext cx="306733" cy="177321"/>
            </a:xfrm>
            <a:custGeom>
              <a:rect b="b" l="l" r="r" t="t"/>
              <a:pathLst>
                <a:path extrusionOk="0" h="177321" w="306733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9"/>
            <p:cNvSpPr/>
            <p:nvPr/>
          </p:nvSpPr>
          <p:spPr>
            <a:xfrm>
              <a:off x="4339992" y="4254062"/>
              <a:ext cx="306655" cy="177321"/>
            </a:xfrm>
            <a:custGeom>
              <a:rect b="b" l="l" r="r" t="t"/>
              <a:pathLst>
                <a:path extrusionOk="0" h="177321" w="306655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9"/>
            <p:cNvSpPr/>
            <p:nvPr/>
          </p:nvSpPr>
          <p:spPr>
            <a:xfrm>
              <a:off x="3558805" y="3802100"/>
              <a:ext cx="891371" cy="515693"/>
            </a:xfrm>
            <a:custGeom>
              <a:rect b="b" l="l" r="r" t="t"/>
              <a:pathLst>
                <a:path extrusionOk="0" h="515693" w="891371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9"/>
            <p:cNvSpPr/>
            <p:nvPr/>
          </p:nvSpPr>
          <p:spPr>
            <a:xfrm>
              <a:off x="3471751" y="3400145"/>
              <a:ext cx="266623" cy="154042"/>
            </a:xfrm>
            <a:custGeom>
              <a:rect b="b" l="l" r="r" t="t"/>
              <a:pathLst>
                <a:path extrusionOk="0" h="154042" w="266623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9"/>
            <p:cNvSpPr/>
            <p:nvPr/>
          </p:nvSpPr>
          <p:spPr>
            <a:xfrm>
              <a:off x="3628284" y="3490390"/>
              <a:ext cx="266442" cy="154037"/>
            </a:xfrm>
            <a:custGeom>
              <a:rect b="b" l="l" r="r" t="t"/>
              <a:pathLst>
                <a:path extrusionOk="0" h="154037" w="266442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9"/>
            <p:cNvSpPr/>
            <p:nvPr/>
          </p:nvSpPr>
          <p:spPr>
            <a:xfrm>
              <a:off x="3784546" y="3581216"/>
              <a:ext cx="266667" cy="153993"/>
            </a:xfrm>
            <a:custGeom>
              <a:rect b="b" l="l" r="r" t="t"/>
              <a:pathLst>
                <a:path extrusionOk="0" h="153993" w="266667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9"/>
            <p:cNvSpPr/>
            <p:nvPr/>
          </p:nvSpPr>
          <p:spPr>
            <a:xfrm>
              <a:off x="3941088" y="3671799"/>
              <a:ext cx="266351" cy="153784"/>
            </a:xfrm>
            <a:custGeom>
              <a:rect b="b" l="l" r="r" t="t"/>
              <a:pathLst>
                <a:path extrusionOk="0" h="153784" w="266351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9"/>
            <p:cNvSpPr/>
            <p:nvPr/>
          </p:nvSpPr>
          <p:spPr>
            <a:xfrm>
              <a:off x="4097622" y="3762381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9"/>
            <p:cNvSpPr/>
            <p:nvPr/>
          </p:nvSpPr>
          <p:spPr>
            <a:xfrm>
              <a:off x="4254133" y="3852876"/>
              <a:ext cx="266854" cy="154172"/>
            </a:xfrm>
            <a:custGeom>
              <a:rect b="b" l="l" r="r" t="t"/>
              <a:pathLst>
                <a:path extrusionOk="0" h="154172" w="266854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9"/>
            <p:cNvSpPr/>
            <p:nvPr/>
          </p:nvSpPr>
          <p:spPr>
            <a:xfrm>
              <a:off x="4410814" y="394345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9"/>
            <p:cNvSpPr/>
            <p:nvPr/>
          </p:nvSpPr>
          <p:spPr>
            <a:xfrm>
              <a:off x="4567356" y="4034034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9"/>
            <p:cNvSpPr/>
            <p:nvPr/>
          </p:nvSpPr>
          <p:spPr>
            <a:xfrm>
              <a:off x="4723985" y="4124617"/>
              <a:ext cx="266248" cy="154017"/>
            </a:xfrm>
            <a:custGeom>
              <a:rect b="b" l="l" r="r" t="t"/>
              <a:pathLst>
                <a:path extrusionOk="0" h="154017" w="266248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9"/>
            <p:cNvSpPr/>
            <p:nvPr/>
          </p:nvSpPr>
          <p:spPr>
            <a:xfrm>
              <a:off x="4880346" y="4215112"/>
              <a:ext cx="266334" cy="154040"/>
            </a:xfrm>
            <a:custGeom>
              <a:rect b="b" l="l" r="r" t="t"/>
              <a:pathLst>
                <a:path extrusionOk="0" h="154040" w="266334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9"/>
            <p:cNvSpPr/>
            <p:nvPr/>
          </p:nvSpPr>
          <p:spPr>
            <a:xfrm>
              <a:off x="5036888" y="430568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9"/>
            <p:cNvSpPr/>
            <p:nvPr/>
          </p:nvSpPr>
          <p:spPr>
            <a:xfrm>
              <a:off x="5193145" y="4396270"/>
              <a:ext cx="266239" cy="154284"/>
            </a:xfrm>
            <a:custGeom>
              <a:rect b="b" l="l" r="r" t="t"/>
              <a:pathLst>
                <a:path extrusionOk="0" h="154284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9"/>
            <p:cNvSpPr/>
            <p:nvPr/>
          </p:nvSpPr>
          <p:spPr>
            <a:xfrm>
              <a:off x="3196776" y="3241078"/>
              <a:ext cx="384874" cy="222382"/>
            </a:xfrm>
            <a:custGeom>
              <a:rect b="b" l="l" r="r" t="t"/>
              <a:pathLst>
                <a:path extrusionOk="0" h="222382" w="384874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9"/>
            <p:cNvSpPr/>
            <p:nvPr/>
          </p:nvSpPr>
          <p:spPr>
            <a:xfrm>
              <a:off x="3242171" y="3443016"/>
              <a:ext cx="266280" cy="153882"/>
            </a:xfrm>
            <a:custGeom>
              <a:rect b="b" l="l" r="r" t="t"/>
              <a:pathLst>
                <a:path extrusionOk="0" h="153882" w="26628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9"/>
            <p:cNvSpPr/>
            <p:nvPr/>
          </p:nvSpPr>
          <p:spPr>
            <a:xfrm>
              <a:off x="3398660" y="353359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9"/>
            <p:cNvSpPr/>
            <p:nvPr/>
          </p:nvSpPr>
          <p:spPr>
            <a:xfrm>
              <a:off x="3554723" y="3624118"/>
              <a:ext cx="266722" cy="153784"/>
            </a:xfrm>
            <a:custGeom>
              <a:rect b="b" l="l" r="r" t="t"/>
              <a:pathLst>
                <a:path extrusionOk="0" h="153784" w="266722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9"/>
            <p:cNvSpPr/>
            <p:nvPr/>
          </p:nvSpPr>
          <p:spPr>
            <a:xfrm>
              <a:off x="3711455" y="3714661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9"/>
            <p:cNvSpPr/>
            <p:nvPr/>
          </p:nvSpPr>
          <p:spPr>
            <a:xfrm>
              <a:off x="3868572" y="3805244"/>
              <a:ext cx="266280" cy="154106"/>
            </a:xfrm>
            <a:custGeom>
              <a:rect b="b" l="l" r="r" t="t"/>
              <a:pathLst>
                <a:path extrusionOk="0" h="154106" w="26628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9"/>
            <p:cNvSpPr/>
            <p:nvPr/>
          </p:nvSpPr>
          <p:spPr>
            <a:xfrm>
              <a:off x="4024630" y="3895731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9"/>
            <p:cNvSpPr/>
            <p:nvPr/>
          </p:nvSpPr>
          <p:spPr>
            <a:xfrm>
              <a:off x="4181086" y="398631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9"/>
            <p:cNvSpPr/>
            <p:nvPr/>
          </p:nvSpPr>
          <p:spPr>
            <a:xfrm>
              <a:off x="4337714" y="4076809"/>
              <a:ext cx="266248" cy="154040"/>
            </a:xfrm>
            <a:custGeom>
              <a:rect b="b" l="l" r="r" t="t"/>
              <a:pathLst>
                <a:path extrusionOk="0" h="154040" w="266248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9"/>
            <p:cNvSpPr/>
            <p:nvPr/>
          </p:nvSpPr>
          <p:spPr>
            <a:xfrm>
              <a:off x="4494075" y="416738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9"/>
            <p:cNvSpPr/>
            <p:nvPr/>
          </p:nvSpPr>
          <p:spPr>
            <a:xfrm>
              <a:off x="4650609" y="4257915"/>
              <a:ext cx="266153" cy="154012"/>
            </a:xfrm>
            <a:custGeom>
              <a:rect b="b" l="l" r="r" t="t"/>
              <a:pathLst>
                <a:path extrusionOk="0" h="154012" w="266153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9"/>
            <p:cNvSpPr/>
            <p:nvPr/>
          </p:nvSpPr>
          <p:spPr>
            <a:xfrm>
              <a:off x="4807065" y="434845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9"/>
            <p:cNvSpPr/>
            <p:nvPr/>
          </p:nvSpPr>
          <p:spPr>
            <a:xfrm>
              <a:off x="4963756" y="4439037"/>
              <a:ext cx="459701" cy="266038"/>
            </a:xfrm>
            <a:custGeom>
              <a:rect b="b" l="l" r="r" t="t"/>
              <a:pathLst>
                <a:path extrusionOk="0" h="266038" w="459701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9"/>
            <p:cNvSpPr/>
            <p:nvPr/>
          </p:nvSpPr>
          <p:spPr>
            <a:xfrm>
              <a:off x="3045263" y="3329192"/>
              <a:ext cx="306655" cy="177371"/>
            </a:xfrm>
            <a:custGeom>
              <a:rect b="b" l="l" r="r" t="t"/>
              <a:pathLst>
                <a:path extrusionOk="0" h="177371" w="306655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9"/>
            <p:cNvSpPr/>
            <p:nvPr/>
          </p:nvSpPr>
          <p:spPr>
            <a:xfrm>
              <a:off x="3658039" y="3005282"/>
              <a:ext cx="2325529" cy="1345328"/>
            </a:xfrm>
            <a:custGeom>
              <a:rect b="b" l="l" r="r" t="t"/>
              <a:pathLst>
                <a:path extrusionOk="0" h="1345328" w="2325529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9"/>
            <p:cNvSpPr/>
            <p:nvPr/>
          </p:nvSpPr>
          <p:spPr>
            <a:xfrm>
              <a:off x="2758377" y="3858961"/>
              <a:ext cx="1752611" cy="1013632"/>
            </a:xfrm>
            <a:custGeom>
              <a:rect b="b" l="l" r="r" t="t"/>
              <a:pathLst>
                <a:path extrusionOk="0" h="1013632" w="1752611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9"/>
            <p:cNvSpPr/>
            <p:nvPr/>
          </p:nvSpPr>
          <p:spPr>
            <a:xfrm>
              <a:off x="2759571" y="3871207"/>
              <a:ext cx="1750478" cy="1001386"/>
            </a:xfrm>
            <a:custGeom>
              <a:rect b="b" l="l" r="r" t="t"/>
              <a:pathLst>
                <a:path extrusionOk="0" h="1001386" w="1750478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9"/>
            <p:cNvSpPr/>
            <p:nvPr/>
          </p:nvSpPr>
          <p:spPr>
            <a:xfrm>
              <a:off x="3817633" y="2891711"/>
              <a:ext cx="2255273" cy="1359741"/>
            </a:xfrm>
            <a:custGeom>
              <a:rect b="b" l="l" r="r" t="t"/>
              <a:pathLst>
                <a:path extrusionOk="0" h="1359741" w="2255273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9"/>
            <p:cNvSpPr/>
            <p:nvPr/>
          </p:nvSpPr>
          <p:spPr>
            <a:xfrm>
              <a:off x="3899944" y="2334804"/>
              <a:ext cx="319167" cy="507819"/>
            </a:xfrm>
            <a:custGeom>
              <a:rect b="b" l="l" r="r" t="t"/>
              <a:pathLst>
                <a:path extrusionOk="0" h="507819" w="319167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9"/>
            <p:cNvSpPr/>
            <p:nvPr/>
          </p:nvSpPr>
          <p:spPr>
            <a:xfrm>
              <a:off x="3899468" y="1737396"/>
              <a:ext cx="318787" cy="562544"/>
            </a:xfrm>
            <a:custGeom>
              <a:rect b="b" l="l" r="r" t="t"/>
              <a:pathLst>
                <a:path extrusionOk="0" h="562544" w="318787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9"/>
            <p:cNvSpPr/>
            <p:nvPr/>
          </p:nvSpPr>
          <p:spPr>
            <a:xfrm>
              <a:off x="3979213" y="1913870"/>
              <a:ext cx="161864" cy="209418"/>
            </a:xfrm>
            <a:custGeom>
              <a:rect b="b" l="l" r="r" t="t"/>
              <a:pathLst>
                <a:path extrusionOk="0" h="209418" w="161864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9"/>
            <p:cNvSpPr/>
            <p:nvPr/>
          </p:nvSpPr>
          <p:spPr>
            <a:xfrm>
              <a:off x="4045651" y="1966906"/>
              <a:ext cx="50374" cy="107156"/>
            </a:xfrm>
            <a:custGeom>
              <a:rect b="b" l="l" r="r" t="t"/>
              <a:pathLst>
                <a:path extrusionOk="0" h="107156" w="50374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9"/>
            <p:cNvSpPr/>
            <p:nvPr/>
          </p:nvSpPr>
          <p:spPr>
            <a:xfrm>
              <a:off x="3899183" y="1178204"/>
              <a:ext cx="318787" cy="538687"/>
            </a:xfrm>
            <a:custGeom>
              <a:rect b="b" l="l" r="r" t="t"/>
              <a:pathLst>
                <a:path extrusionOk="0" h="538687" w="318787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9"/>
            <p:cNvSpPr/>
            <p:nvPr/>
          </p:nvSpPr>
          <p:spPr>
            <a:xfrm>
              <a:off x="3979213" y="1338206"/>
              <a:ext cx="159393" cy="203465"/>
            </a:xfrm>
            <a:custGeom>
              <a:rect b="b" l="l" r="r" t="t"/>
              <a:pathLst>
                <a:path extrusionOk="0" h="203465" w="159393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9"/>
            <p:cNvSpPr/>
            <p:nvPr/>
          </p:nvSpPr>
          <p:spPr>
            <a:xfrm>
              <a:off x="3993280" y="2480040"/>
              <a:ext cx="134491" cy="224767"/>
            </a:xfrm>
            <a:custGeom>
              <a:rect b="b" l="l" r="r" t="t"/>
              <a:pathLst>
                <a:path extrusionOk="0" h="224767" w="134491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9"/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rect b="b" l="l" r="r" t="t"/>
              <a:pathLst>
                <a:path extrusionOk="0" h="124586" w="71855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9"/>
            <p:cNvSpPr/>
            <p:nvPr/>
          </p:nvSpPr>
          <p:spPr>
            <a:xfrm>
              <a:off x="4492846" y="2048739"/>
              <a:ext cx="559351" cy="469824"/>
            </a:xfrm>
            <a:custGeom>
              <a:rect b="b" l="l" r="r" t="t"/>
              <a:pathLst>
                <a:path extrusionOk="0" h="469824" w="559351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9"/>
            <p:cNvSpPr/>
            <p:nvPr/>
          </p:nvSpPr>
          <p:spPr>
            <a:xfrm>
              <a:off x="4353888" y="2645824"/>
              <a:ext cx="1638988" cy="1231605"/>
            </a:xfrm>
            <a:custGeom>
              <a:rect b="b" l="l" r="r" t="t"/>
              <a:pathLst>
                <a:path extrusionOk="0" h="123160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9"/>
            <p:cNvSpPr/>
            <p:nvPr/>
          </p:nvSpPr>
          <p:spPr>
            <a:xfrm>
              <a:off x="4353888" y="2645824"/>
              <a:ext cx="1638988" cy="746475"/>
            </a:xfrm>
            <a:custGeom>
              <a:rect b="b" l="l" r="r" t="t"/>
              <a:pathLst>
                <a:path extrusionOk="0" h="74647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cap="flat" cmpd="sng" w="10075">
              <a:solidFill>
                <a:srgbClr val="CCCE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9"/>
            <p:cNvSpPr/>
            <p:nvPr/>
          </p:nvSpPr>
          <p:spPr>
            <a:xfrm>
              <a:off x="4257005" y="773645"/>
              <a:ext cx="165344" cy="325643"/>
            </a:xfrm>
            <a:custGeom>
              <a:rect b="b" l="l" r="r" t="t"/>
              <a:pathLst>
                <a:path extrusionOk="0" h="325643" w="165344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9"/>
            <p:cNvSpPr/>
            <p:nvPr/>
          </p:nvSpPr>
          <p:spPr>
            <a:xfrm>
              <a:off x="4272441" y="1538278"/>
              <a:ext cx="113451" cy="88273"/>
            </a:xfrm>
            <a:custGeom>
              <a:rect b="b" l="l" r="r" t="t"/>
              <a:pathLst>
                <a:path extrusionOk="0" h="88273" w="113451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9"/>
            <p:cNvSpPr/>
            <p:nvPr/>
          </p:nvSpPr>
          <p:spPr>
            <a:xfrm>
              <a:off x="4272622" y="1567332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9"/>
            <p:cNvSpPr/>
            <p:nvPr/>
          </p:nvSpPr>
          <p:spPr>
            <a:xfrm>
              <a:off x="4135669" y="1458312"/>
              <a:ext cx="113522" cy="85076"/>
            </a:xfrm>
            <a:custGeom>
              <a:rect b="b" l="l" r="r" t="t"/>
              <a:pathLst>
                <a:path extrusionOk="0" h="85076" w="113522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9"/>
            <p:cNvSpPr/>
            <p:nvPr/>
          </p:nvSpPr>
          <p:spPr>
            <a:xfrm>
              <a:off x="4135660" y="1485798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9"/>
            <p:cNvSpPr/>
            <p:nvPr/>
          </p:nvSpPr>
          <p:spPr>
            <a:xfrm>
              <a:off x="4163850" y="1066881"/>
              <a:ext cx="398264" cy="482949"/>
            </a:xfrm>
            <a:custGeom>
              <a:rect b="b" l="l" r="r" t="t"/>
              <a:pathLst>
                <a:path extrusionOk="0" h="482949" w="398264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9"/>
            <p:cNvSpPr/>
            <p:nvPr/>
          </p:nvSpPr>
          <p:spPr>
            <a:xfrm>
              <a:off x="4403391" y="743705"/>
              <a:ext cx="125692" cy="122150"/>
            </a:xfrm>
            <a:custGeom>
              <a:rect b="b" l="l" r="r" t="t"/>
              <a:pathLst>
                <a:path extrusionOk="0" h="122150" w="125692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9"/>
            <p:cNvSpPr/>
            <p:nvPr/>
          </p:nvSpPr>
          <p:spPr>
            <a:xfrm>
              <a:off x="4358991" y="760843"/>
              <a:ext cx="203859" cy="398340"/>
            </a:xfrm>
            <a:custGeom>
              <a:rect b="b" l="l" r="r" t="t"/>
              <a:pathLst>
                <a:path extrusionOk="0" h="398340" w="203859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9"/>
            <p:cNvSpPr/>
            <p:nvPr/>
          </p:nvSpPr>
          <p:spPr>
            <a:xfrm>
              <a:off x="4398650" y="616917"/>
              <a:ext cx="135166" cy="164844"/>
            </a:xfrm>
            <a:custGeom>
              <a:rect b="b" l="l" r="r" t="t"/>
              <a:pathLst>
                <a:path extrusionOk="0" h="164844" w="135166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9"/>
            <p:cNvSpPr/>
            <p:nvPr/>
          </p:nvSpPr>
          <p:spPr>
            <a:xfrm>
              <a:off x="4403852" y="602477"/>
              <a:ext cx="142520" cy="141227"/>
            </a:xfrm>
            <a:custGeom>
              <a:rect b="b" l="l" r="r" t="t"/>
              <a:pathLst>
                <a:path extrusionOk="0" h="141227" w="14252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9"/>
            <p:cNvSpPr/>
            <p:nvPr/>
          </p:nvSpPr>
          <p:spPr>
            <a:xfrm>
              <a:off x="4338015" y="761231"/>
              <a:ext cx="65677" cy="95630"/>
            </a:xfrm>
            <a:custGeom>
              <a:rect b="b" l="l" r="r" t="t"/>
              <a:pathLst>
                <a:path extrusionOk="0" h="95630" w="65677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9"/>
            <p:cNvSpPr/>
            <p:nvPr/>
          </p:nvSpPr>
          <p:spPr>
            <a:xfrm>
              <a:off x="5408528" y="1603174"/>
              <a:ext cx="974325" cy="1973896"/>
            </a:xfrm>
            <a:custGeom>
              <a:rect b="b" l="l" r="r" t="t"/>
              <a:pathLst>
                <a:path extrusionOk="0" h="1973896" w="974325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9"/>
            <p:cNvSpPr/>
            <p:nvPr/>
          </p:nvSpPr>
          <p:spPr>
            <a:xfrm>
              <a:off x="6324400" y="3534911"/>
              <a:ext cx="27183" cy="49530"/>
            </a:xfrm>
            <a:custGeom>
              <a:rect b="b" l="l" r="r" t="t"/>
              <a:pathLst>
                <a:path extrusionOk="0" h="49530" w="27183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9"/>
            <p:cNvSpPr/>
            <p:nvPr/>
          </p:nvSpPr>
          <p:spPr>
            <a:xfrm>
              <a:off x="5423355" y="1605432"/>
              <a:ext cx="45242" cy="39909"/>
            </a:xfrm>
            <a:custGeom>
              <a:rect b="b" l="l" r="r" t="t"/>
              <a:pathLst>
                <a:path extrusionOk="0" h="39909" w="45242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9"/>
            <p:cNvSpPr/>
            <p:nvPr/>
          </p:nvSpPr>
          <p:spPr>
            <a:xfrm>
              <a:off x="5387713" y="1613611"/>
              <a:ext cx="974325" cy="1973876"/>
            </a:xfrm>
            <a:custGeom>
              <a:rect b="b" l="l" r="r" t="t"/>
              <a:pathLst>
                <a:path extrusionOk="0" h="1973876" w="974325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9"/>
            <p:cNvSpPr/>
            <p:nvPr/>
          </p:nvSpPr>
          <p:spPr>
            <a:xfrm>
              <a:off x="5477912" y="174973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9"/>
            <p:cNvSpPr/>
            <p:nvPr/>
          </p:nvSpPr>
          <p:spPr>
            <a:xfrm>
              <a:off x="5649377" y="1848986"/>
              <a:ext cx="613432" cy="407098"/>
            </a:xfrm>
            <a:custGeom>
              <a:rect b="b" l="l" r="r" t="t"/>
              <a:pathLst>
                <a:path extrusionOk="0" h="407098" w="613432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9"/>
            <p:cNvSpPr/>
            <p:nvPr/>
          </p:nvSpPr>
          <p:spPr>
            <a:xfrm>
              <a:off x="5477912" y="191680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9"/>
            <p:cNvSpPr/>
            <p:nvPr/>
          </p:nvSpPr>
          <p:spPr>
            <a:xfrm>
              <a:off x="5649377" y="2015959"/>
              <a:ext cx="405945" cy="287083"/>
            </a:xfrm>
            <a:custGeom>
              <a:rect b="b" l="l" r="r" t="t"/>
              <a:pathLst>
                <a:path extrusionOk="0" h="287083" w="405945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9"/>
            <p:cNvSpPr/>
            <p:nvPr/>
          </p:nvSpPr>
          <p:spPr>
            <a:xfrm>
              <a:off x="5477912" y="2000338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9"/>
            <p:cNvSpPr/>
            <p:nvPr/>
          </p:nvSpPr>
          <p:spPr>
            <a:xfrm>
              <a:off x="5649377" y="2099494"/>
              <a:ext cx="505174" cy="344519"/>
            </a:xfrm>
            <a:custGeom>
              <a:rect b="b" l="l" r="r" t="t"/>
              <a:pathLst>
                <a:path extrusionOk="0" h="344519" w="505174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9"/>
            <p:cNvSpPr/>
            <p:nvPr/>
          </p:nvSpPr>
          <p:spPr>
            <a:xfrm>
              <a:off x="5477912" y="208377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9"/>
            <p:cNvSpPr/>
            <p:nvPr/>
          </p:nvSpPr>
          <p:spPr>
            <a:xfrm>
              <a:off x="5649377" y="2183028"/>
              <a:ext cx="351863" cy="255746"/>
            </a:xfrm>
            <a:custGeom>
              <a:rect b="b" l="l" r="r" t="t"/>
              <a:pathLst>
                <a:path extrusionOk="0" h="255746" w="351863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9"/>
            <p:cNvSpPr/>
            <p:nvPr/>
          </p:nvSpPr>
          <p:spPr>
            <a:xfrm>
              <a:off x="5477912" y="1833270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9"/>
            <p:cNvSpPr/>
            <p:nvPr/>
          </p:nvSpPr>
          <p:spPr>
            <a:xfrm>
              <a:off x="5649377" y="1932425"/>
              <a:ext cx="306716" cy="229742"/>
            </a:xfrm>
            <a:custGeom>
              <a:rect b="b" l="l" r="r" t="t"/>
              <a:pathLst>
                <a:path extrusionOk="0" h="229742" w="306716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9"/>
            <p:cNvSpPr/>
            <p:nvPr/>
          </p:nvSpPr>
          <p:spPr>
            <a:xfrm>
              <a:off x="5477912" y="216731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9"/>
            <p:cNvSpPr/>
            <p:nvPr/>
          </p:nvSpPr>
          <p:spPr>
            <a:xfrm>
              <a:off x="5649377" y="2266467"/>
              <a:ext cx="180399" cy="156591"/>
            </a:xfrm>
            <a:custGeom>
              <a:rect b="b" l="l" r="r" t="t"/>
              <a:pathLst>
                <a:path extrusionOk="0" h="156591" w="180399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9"/>
            <p:cNvSpPr/>
            <p:nvPr/>
          </p:nvSpPr>
          <p:spPr>
            <a:xfrm>
              <a:off x="5477912" y="2334380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9"/>
            <p:cNvSpPr/>
            <p:nvPr/>
          </p:nvSpPr>
          <p:spPr>
            <a:xfrm>
              <a:off x="5649377" y="2433536"/>
              <a:ext cx="568380" cy="381000"/>
            </a:xfrm>
            <a:custGeom>
              <a:rect b="b" l="l" r="r" t="t"/>
              <a:pathLst>
                <a:path extrusionOk="0" h="381000" w="56838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9"/>
            <p:cNvSpPr/>
            <p:nvPr/>
          </p:nvSpPr>
          <p:spPr>
            <a:xfrm>
              <a:off x="5477912" y="241781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9"/>
            <p:cNvSpPr/>
            <p:nvPr/>
          </p:nvSpPr>
          <p:spPr>
            <a:xfrm>
              <a:off x="5649377" y="2517070"/>
              <a:ext cx="171369" cy="151352"/>
            </a:xfrm>
            <a:custGeom>
              <a:rect b="b" l="l" r="r" t="t"/>
              <a:pathLst>
                <a:path extrusionOk="0" h="151352" w="171369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9"/>
            <p:cNvSpPr/>
            <p:nvPr/>
          </p:nvSpPr>
          <p:spPr>
            <a:xfrm>
              <a:off x="5477912" y="250135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9"/>
            <p:cNvSpPr/>
            <p:nvPr/>
          </p:nvSpPr>
          <p:spPr>
            <a:xfrm>
              <a:off x="5649377" y="2600604"/>
              <a:ext cx="505174" cy="344424"/>
            </a:xfrm>
            <a:custGeom>
              <a:rect b="b" l="l" r="r" t="t"/>
              <a:pathLst>
                <a:path extrusionOk="0" h="344424" w="505174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9"/>
            <p:cNvSpPr/>
            <p:nvPr/>
          </p:nvSpPr>
          <p:spPr>
            <a:xfrm>
              <a:off x="5477912" y="225084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9"/>
            <p:cNvSpPr/>
            <p:nvPr/>
          </p:nvSpPr>
          <p:spPr>
            <a:xfrm>
              <a:off x="5649377" y="2350001"/>
              <a:ext cx="478085" cy="328898"/>
            </a:xfrm>
            <a:custGeom>
              <a:rect b="b" l="l" r="r" t="t"/>
              <a:pathLst>
                <a:path extrusionOk="0" h="328898" w="478085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9"/>
            <p:cNvSpPr/>
            <p:nvPr/>
          </p:nvSpPr>
          <p:spPr>
            <a:xfrm>
              <a:off x="5477912" y="258488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9"/>
            <p:cNvSpPr/>
            <p:nvPr/>
          </p:nvSpPr>
          <p:spPr>
            <a:xfrm>
              <a:off x="5649377" y="2684043"/>
              <a:ext cx="63110" cy="88773"/>
            </a:xfrm>
            <a:custGeom>
              <a:rect b="b" l="l" r="r" t="t"/>
              <a:pathLst>
                <a:path extrusionOk="0" h="88773" w="6311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9"/>
            <p:cNvSpPr/>
            <p:nvPr/>
          </p:nvSpPr>
          <p:spPr>
            <a:xfrm>
              <a:off x="5477912" y="2751956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9"/>
            <p:cNvSpPr/>
            <p:nvPr/>
          </p:nvSpPr>
          <p:spPr>
            <a:xfrm>
              <a:off x="5649377" y="2851112"/>
              <a:ext cx="117287" cy="120014"/>
            </a:xfrm>
            <a:custGeom>
              <a:rect b="b" l="l" r="r" t="t"/>
              <a:pathLst>
                <a:path extrusionOk="0" h="120014" w="117287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9"/>
            <p:cNvSpPr/>
            <p:nvPr/>
          </p:nvSpPr>
          <p:spPr>
            <a:xfrm>
              <a:off x="5477912" y="2835395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9"/>
            <p:cNvSpPr/>
            <p:nvPr/>
          </p:nvSpPr>
          <p:spPr>
            <a:xfrm>
              <a:off x="5649377" y="2934646"/>
              <a:ext cx="306716" cy="229647"/>
            </a:xfrm>
            <a:custGeom>
              <a:rect b="b" l="l" r="r" t="t"/>
              <a:pathLst>
                <a:path extrusionOk="0" h="229647" w="306716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9"/>
            <p:cNvSpPr/>
            <p:nvPr/>
          </p:nvSpPr>
          <p:spPr>
            <a:xfrm>
              <a:off x="5477912" y="291892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9"/>
            <p:cNvSpPr/>
            <p:nvPr/>
          </p:nvSpPr>
          <p:spPr>
            <a:xfrm>
              <a:off x="5649377" y="3018085"/>
              <a:ext cx="487115" cy="334137"/>
            </a:xfrm>
            <a:custGeom>
              <a:rect b="b" l="l" r="r" t="t"/>
              <a:pathLst>
                <a:path extrusionOk="0" h="334137" w="487115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9"/>
            <p:cNvSpPr/>
            <p:nvPr/>
          </p:nvSpPr>
          <p:spPr>
            <a:xfrm>
              <a:off x="5477912" y="266842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9"/>
            <p:cNvSpPr/>
            <p:nvPr/>
          </p:nvSpPr>
          <p:spPr>
            <a:xfrm>
              <a:off x="5649377" y="2767577"/>
              <a:ext cx="613432" cy="407193"/>
            </a:xfrm>
            <a:custGeom>
              <a:rect b="b" l="l" r="r" t="t"/>
              <a:pathLst>
                <a:path extrusionOk="0" h="407193" w="613432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9"/>
            <p:cNvSpPr/>
            <p:nvPr/>
          </p:nvSpPr>
          <p:spPr>
            <a:xfrm>
              <a:off x="1926580" y="1674106"/>
              <a:ext cx="1230952" cy="1017480"/>
            </a:xfrm>
            <a:custGeom>
              <a:rect b="b" l="l" r="r" t="t"/>
              <a:pathLst>
                <a:path extrusionOk="0" h="1017480" w="1230952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9"/>
            <p:cNvSpPr/>
            <p:nvPr/>
          </p:nvSpPr>
          <p:spPr>
            <a:xfrm>
              <a:off x="3112195" y="1676584"/>
              <a:ext cx="59119" cy="52197"/>
            </a:xfrm>
            <a:custGeom>
              <a:rect b="b" l="l" r="r" t="t"/>
              <a:pathLst>
                <a:path extrusionOk="0" h="52197" w="59119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9"/>
            <p:cNvSpPr/>
            <p:nvPr/>
          </p:nvSpPr>
          <p:spPr>
            <a:xfrm>
              <a:off x="2269509" y="2593746"/>
              <a:ext cx="43151" cy="44767"/>
            </a:xfrm>
            <a:custGeom>
              <a:rect b="b" l="l" r="r" t="t"/>
              <a:pathLst>
                <a:path extrusionOk="0" h="44767" w="43151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9"/>
            <p:cNvSpPr/>
            <p:nvPr/>
          </p:nvSpPr>
          <p:spPr>
            <a:xfrm>
              <a:off x="1950116" y="2650325"/>
              <a:ext cx="58584" cy="57547"/>
            </a:xfrm>
            <a:custGeom>
              <a:rect b="b" l="l" r="r" t="t"/>
              <a:pathLst>
                <a:path extrusionOk="0" h="57547" w="58584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9"/>
            <p:cNvSpPr/>
            <p:nvPr/>
          </p:nvSpPr>
          <p:spPr>
            <a:xfrm>
              <a:off x="1969256" y="1691533"/>
              <a:ext cx="1231332" cy="1017436"/>
            </a:xfrm>
            <a:custGeom>
              <a:rect b="b" l="l" r="r" t="t"/>
              <a:pathLst>
                <a:path extrusionOk="0" h="1017436" w="1231332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9"/>
            <p:cNvSpPr/>
            <p:nvPr/>
          </p:nvSpPr>
          <p:spPr>
            <a:xfrm>
              <a:off x="2066299" y="1805171"/>
              <a:ext cx="1037246" cy="669226"/>
            </a:xfrm>
            <a:custGeom>
              <a:rect b="b" l="l" r="r" t="t"/>
              <a:pathLst>
                <a:path extrusionOk="0" h="669226" w="1037246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9"/>
            <p:cNvSpPr/>
            <p:nvPr/>
          </p:nvSpPr>
          <p:spPr>
            <a:xfrm>
              <a:off x="2066299" y="2133308"/>
              <a:ext cx="679110" cy="462057"/>
            </a:xfrm>
            <a:custGeom>
              <a:rect b="b" l="l" r="r" t="t"/>
              <a:pathLst>
                <a:path extrusionOk="0" h="462057" w="67911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75" name="Google Shape;1175;p9"/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1176" name="Google Shape;1176;p9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7" name="Google Shape;1177;p9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8" name="Google Shape;1178;p9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9" name="Google Shape;1179;p9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0" name="Google Shape;1180;p9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81" name="Google Shape;1181;p9"/>
            <p:cNvSpPr/>
            <p:nvPr/>
          </p:nvSpPr>
          <p:spPr>
            <a:xfrm>
              <a:off x="4444588" y="826743"/>
              <a:ext cx="153590" cy="431871"/>
            </a:xfrm>
            <a:custGeom>
              <a:rect b="b" l="l" r="r" t="t"/>
              <a:pathLst>
                <a:path extrusionOk="0" h="431871" w="15359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9"/>
            <p:cNvSpPr/>
            <p:nvPr/>
          </p:nvSpPr>
          <p:spPr>
            <a:xfrm>
              <a:off x="4515562" y="822838"/>
              <a:ext cx="88583" cy="120566"/>
            </a:xfrm>
            <a:custGeom>
              <a:rect b="b" l="l" r="r" t="t"/>
              <a:pathLst>
                <a:path extrusionOk="0" h="120566" w="88583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3" name="Google Shape;1183;p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0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Módulo 2 · </a:t>
            </a:r>
            <a:r>
              <a:rPr lang="es-ES" sz="3200">
                <a:solidFill>
                  <a:srgbClr val="007BB9"/>
                </a:solidFill>
              </a:rPr>
              <a:t>Excel básico.</a:t>
            </a:r>
            <a:br>
              <a:rPr lang="es-ES" sz="3200">
                <a:solidFill>
                  <a:srgbClr val="007BB9"/>
                </a:solidFill>
              </a:rPr>
            </a:br>
            <a:endParaRPr sz="3200"/>
          </a:p>
        </p:txBody>
      </p:sp>
      <p:sp>
        <p:nvSpPr>
          <p:cNvPr id="1189" name="Google Shape;1189;p10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De datos a decisiones con funciones y visualizaciones</a:t>
            </a:r>
            <a:endParaRPr/>
          </a:p>
        </p:txBody>
      </p:sp>
      <p:grpSp>
        <p:nvGrpSpPr>
          <p:cNvPr id="1190" name="Google Shape;1190;p10"/>
          <p:cNvGrpSpPr/>
          <p:nvPr/>
        </p:nvGrpSpPr>
        <p:grpSpPr>
          <a:xfrm>
            <a:off x="7160642" y="3148449"/>
            <a:ext cx="1641693" cy="1754492"/>
            <a:chOff x="1926580" y="602477"/>
            <a:chExt cx="4456273" cy="4762466"/>
          </a:xfrm>
        </p:grpSpPr>
        <p:sp>
          <p:nvSpPr>
            <p:cNvPr id="1191" name="Google Shape;1191;p10"/>
            <p:cNvSpPr/>
            <p:nvPr/>
          </p:nvSpPr>
          <p:spPr>
            <a:xfrm>
              <a:off x="4352367" y="1409287"/>
              <a:ext cx="1407834" cy="1779317"/>
            </a:xfrm>
            <a:custGeom>
              <a:rect b="b" l="l" r="r" t="t"/>
              <a:pathLst>
                <a:path extrusionOk="0" h="1779317" w="1407834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10"/>
            <p:cNvSpPr/>
            <p:nvPr/>
          </p:nvSpPr>
          <p:spPr>
            <a:xfrm>
              <a:off x="4492846" y="1745654"/>
              <a:ext cx="1118701" cy="793785"/>
            </a:xfrm>
            <a:custGeom>
              <a:rect b="b" l="l" r="r" t="t"/>
              <a:pathLst>
                <a:path extrusionOk="0" h="793785" w="1118701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10"/>
            <p:cNvSpPr/>
            <p:nvPr/>
          </p:nvSpPr>
          <p:spPr>
            <a:xfrm>
              <a:off x="3766118" y="879295"/>
              <a:ext cx="2497551" cy="3394041"/>
            </a:xfrm>
            <a:custGeom>
              <a:rect b="b" l="l" r="r" t="t"/>
              <a:pathLst>
                <a:path extrusionOk="0" h="3394041" w="2497551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10"/>
            <p:cNvSpPr/>
            <p:nvPr/>
          </p:nvSpPr>
          <p:spPr>
            <a:xfrm>
              <a:off x="3744257" y="892344"/>
              <a:ext cx="2498022" cy="3393845"/>
            </a:xfrm>
            <a:custGeom>
              <a:rect b="b" l="l" r="r" t="t"/>
              <a:pathLst>
                <a:path extrusionOk="0" h="3393845" w="2498022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10"/>
            <p:cNvSpPr/>
            <p:nvPr/>
          </p:nvSpPr>
          <p:spPr>
            <a:xfrm>
              <a:off x="3740075" y="894303"/>
              <a:ext cx="2498022" cy="3394082"/>
            </a:xfrm>
            <a:custGeom>
              <a:rect b="b" l="l" r="r" t="t"/>
              <a:pathLst>
                <a:path extrusionOk="0" h="3394082" w="2498022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10"/>
            <p:cNvSpPr/>
            <p:nvPr/>
          </p:nvSpPr>
          <p:spPr>
            <a:xfrm>
              <a:off x="3770110" y="934160"/>
              <a:ext cx="2435672" cy="3234830"/>
            </a:xfrm>
            <a:custGeom>
              <a:rect b="b" l="l" r="r" t="t"/>
              <a:pathLst>
                <a:path extrusionOk="0" h="3234830" w="2435672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10"/>
            <p:cNvSpPr/>
            <p:nvPr/>
          </p:nvSpPr>
          <p:spPr>
            <a:xfrm>
              <a:off x="3770110" y="934160"/>
              <a:ext cx="2435006" cy="3234925"/>
            </a:xfrm>
            <a:custGeom>
              <a:rect b="b" l="l" r="r" t="t"/>
              <a:pathLst>
                <a:path extrusionOk="0" h="3234925" w="2435006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10"/>
            <p:cNvSpPr/>
            <p:nvPr/>
          </p:nvSpPr>
          <p:spPr>
            <a:xfrm>
              <a:off x="6215951" y="4191660"/>
              <a:ext cx="26328" cy="93440"/>
            </a:xfrm>
            <a:custGeom>
              <a:rect b="b" l="l" r="r" t="t"/>
              <a:pathLst>
                <a:path extrusionOk="0" h="93440" w="26328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10"/>
            <p:cNvSpPr/>
            <p:nvPr/>
          </p:nvSpPr>
          <p:spPr>
            <a:xfrm>
              <a:off x="3761840" y="882675"/>
              <a:ext cx="63206" cy="27150"/>
            </a:xfrm>
            <a:custGeom>
              <a:rect b="b" l="l" r="r" t="t"/>
              <a:pathLst>
                <a:path extrusionOk="0" h="27150" w="63206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10"/>
            <p:cNvSpPr/>
            <p:nvPr/>
          </p:nvSpPr>
          <p:spPr>
            <a:xfrm>
              <a:off x="1985051" y="2961416"/>
              <a:ext cx="4154298" cy="2403527"/>
            </a:xfrm>
            <a:custGeom>
              <a:rect b="b" l="l" r="r" t="t"/>
              <a:pathLst>
                <a:path extrusionOk="0" h="2403527" w="4154298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10"/>
            <p:cNvSpPr/>
            <p:nvPr/>
          </p:nvSpPr>
          <p:spPr>
            <a:xfrm>
              <a:off x="2036757" y="2930659"/>
              <a:ext cx="4154369" cy="2403042"/>
            </a:xfrm>
            <a:custGeom>
              <a:rect b="b" l="l" r="r" t="t"/>
              <a:pathLst>
                <a:path extrusionOk="0" h="2403042" w="4154369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10"/>
            <p:cNvSpPr/>
            <p:nvPr/>
          </p:nvSpPr>
          <p:spPr>
            <a:xfrm>
              <a:off x="2036929" y="3869239"/>
              <a:ext cx="50374" cy="44958"/>
            </a:xfrm>
            <a:custGeom>
              <a:rect b="b" l="l" r="r" t="t"/>
              <a:pathLst>
                <a:path extrusionOk="0" h="44958" w="50374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10"/>
            <p:cNvSpPr/>
            <p:nvPr/>
          </p:nvSpPr>
          <p:spPr>
            <a:xfrm>
              <a:off x="6153886" y="4308341"/>
              <a:ext cx="37258" cy="49244"/>
            </a:xfrm>
            <a:custGeom>
              <a:rect b="b" l="l" r="r" t="t"/>
              <a:pathLst>
                <a:path extrusionOk="0" h="49244" w="37258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10"/>
            <p:cNvSpPr/>
            <p:nvPr/>
          </p:nvSpPr>
          <p:spPr>
            <a:xfrm>
              <a:off x="2036757" y="2892519"/>
              <a:ext cx="4154369" cy="2403360"/>
            </a:xfrm>
            <a:custGeom>
              <a:rect b="b" l="l" r="r" t="t"/>
              <a:pathLst>
                <a:path extrusionOk="0" h="2403360" w="4154369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10"/>
            <p:cNvSpPr/>
            <p:nvPr/>
          </p:nvSpPr>
          <p:spPr>
            <a:xfrm>
              <a:off x="2036757" y="2886502"/>
              <a:ext cx="4154369" cy="2403527"/>
            </a:xfrm>
            <a:custGeom>
              <a:rect b="b" l="l" r="r" t="t"/>
              <a:pathLst>
                <a:path extrusionOk="0" h="2403527" w="4154369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10"/>
            <p:cNvSpPr/>
            <p:nvPr/>
          </p:nvSpPr>
          <p:spPr>
            <a:xfrm>
              <a:off x="3500252" y="306524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10"/>
            <p:cNvSpPr/>
            <p:nvPr/>
          </p:nvSpPr>
          <p:spPr>
            <a:xfrm>
              <a:off x="3657092" y="3155925"/>
              <a:ext cx="266442" cy="153985"/>
            </a:xfrm>
            <a:custGeom>
              <a:rect b="b" l="l" r="r" t="t"/>
              <a:pathLst>
                <a:path extrusionOk="0" h="153985" w="266442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10"/>
            <p:cNvSpPr/>
            <p:nvPr/>
          </p:nvSpPr>
          <p:spPr>
            <a:xfrm>
              <a:off x="3815428" y="3247563"/>
              <a:ext cx="266636" cy="153995"/>
            </a:xfrm>
            <a:custGeom>
              <a:rect b="b" l="l" r="r" t="t"/>
              <a:pathLst>
                <a:path extrusionOk="0" h="153995" w="266636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10"/>
            <p:cNvSpPr/>
            <p:nvPr/>
          </p:nvSpPr>
          <p:spPr>
            <a:xfrm>
              <a:off x="3970462" y="3337185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10"/>
            <p:cNvSpPr/>
            <p:nvPr/>
          </p:nvSpPr>
          <p:spPr>
            <a:xfrm>
              <a:off x="4127000" y="3427863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10"/>
            <p:cNvSpPr/>
            <p:nvPr/>
          </p:nvSpPr>
          <p:spPr>
            <a:xfrm>
              <a:off x="4283886" y="3519017"/>
              <a:ext cx="266280" cy="153993"/>
            </a:xfrm>
            <a:custGeom>
              <a:rect b="b" l="l" r="r" t="t"/>
              <a:pathLst>
                <a:path extrusionOk="0" h="153993" w="26628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10"/>
            <p:cNvSpPr/>
            <p:nvPr/>
          </p:nvSpPr>
          <p:spPr>
            <a:xfrm>
              <a:off x="4440564" y="3609219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10"/>
            <p:cNvSpPr/>
            <p:nvPr/>
          </p:nvSpPr>
          <p:spPr>
            <a:xfrm>
              <a:off x="4597287" y="3699905"/>
              <a:ext cx="266442" cy="153983"/>
            </a:xfrm>
            <a:custGeom>
              <a:rect b="b" l="l" r="r" t="t"/>
              <a:pathLst>
                <a:path extrusionOk="0" h="153983" w="266442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10"/>
            <p:cNvSpPr/>
            <p:nvPr/>
          </p:nvSpPr>
          <p:spPr>
            <a:xfrm>
              <a:off x="4753934" y="3790488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10"/>
            <p:cNvSpPr/>
            <p:nvPr/>
          </p:nvSpPr>
          <p:spPr>
            <a:xfrm>
              <a:off x="4910657" y="3881158"/>
              <a:ext cx="266058" cy="153915"/>
            </a:xfrm>
            <a:custGeom>
              <a:rect b="b" l="l" r="r" t="t"/>
              <a:pathLst>
                <a:path extrusionOk="0" h="153915" w="266058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10"/>
            <p:cNvSpPr/>
            <p:nvPr/>
          </p:nvSpPr>
          <p:spPr>
            <a:xfrm>
              <a:off x="5067303" y="3971836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10"/>
            <p:cNvSpPr/>
            <p:nvPr/>
          </p:nvSpPr>
          <p:spPr>
            <a:xfrm>
              <a:off x="5224035" y="4062514"/>
              <a:ext cx="266528" cy="154092"/>
            </a:xfrm>
            <a:custGeom>
              <a:rect b="b" l="l" r="r" t="t"/>
              <a:pathLst>
                <a:path extrusionOk="0" h="154092" w="26652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10"/>
            <p:cNvSpPr/>
            <p:nvPr/>
          </p:nvSpPr>
          <p:spPr>
            <a:xfrm>
              <a:off x="5380534" y="4153137"/>
              <a:ext cx="266473" cy="154041"/>
            </a:xfrm>
            <a:custGeom>
              <a:rect b="b" l="l" r="r" t="t"/>
              <a:pathLst>
                <a:path extrusionOk="0" h="154041" w="266473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10"/>
            <p:cNvSpPr/>
            <p:nvPr/>
          </p:nvSpPr>
          <p:spPr>
            <a:xfrm>
              <a:off x="5537405" y="4243783"/>
              <a:ext cx="341715" cy="197836"/>
            </a:xfrm>
            <a:custGeom>
              <a:rect b="b" l="l" r="r" t="t"/>
              <a:pathLst>
                <a:path extrusionOk="0" h="197836" w="341715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10"/>
            <p:cNvSpPr/>
            <p:nvPr/>
          </p:nvSpPr>
          <p:spPr>
            <a:xfrm>
              <a:off x="3580766" y="3287750"/>
              <a:ext cx="266442" cy="153846"/>
            </a:xfrm>
            <a:custGeom>
              <a:rect b="b" l="l" r="r" t="t"/>
              <a:pathLst>
                <a:path extrusionOk="0" h="153846" w="266442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10"/>
            <p:cNvSpPr/>
            <p:nvPr/>
          </p:nvSpPr>
          <p:spPr>
            <a:xfrm>
              <a:off x="3737968" y="3378809"/>
              <a:ext cx="266343" cy="153636"/>
            </a:xfrm>
            <a:custGeom>
              <a:rect b="b" l="l" r="r" t="t"/>
              <a:pathLst>
                <a:path extrusionOk="0" h="153636" w="266343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10"/>
            <p:cNvSpPr/>
            <p:nvPr/>
          </p:nvSpPr>
          <p:spPr>
            <a:xfrm>
              <a:off x="3894706" y="346920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10"/>
            <p:cNvSpPr/>
            <p:nvPr/>
          </p:nvSpPr>
          <p:spPr>
            <a:xfrm>
              <a:off x="4051822" y="3559729"/>
              <a:ext cx="266144" cy="154280"/>
            </a:xfrm>
            <a:custGeom>
              <a:rect b="b" l="l" r="r" t="t"/>
              <a:pathLst>
                <a:path extrusionOk="0" h="154280" w="266144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10"/>
            <p:cNvSpPr/>
            <p:nvPr/>
          </p:nvSpPr>
          <p:spPr>
            <a:xfrm>
              <a:off x="4207595" y="3649708"/>
              <a:ext cx="266442" cy="154372"/>
            </a:xfrm>
            <a:custGeom>
              <a:rect b="b" l="l" r="r" t="t"/>
              <a:pathLst>
                <a:path extrusionOk="0" h="154372" w="266442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10"/>
            <p:cNvSpPr/>
            <p:nvPr/>
          </p:nvSpPr>
          <p:spPr>
            <a:xfrm>
              <a:off x="4364526" y="3740759"/>
              <a:ext cx="266248" cy="154101"/>
            </a:xfrm>
            <a:custGeom>
              <a:rect b="b" l="l" r="r" t="t"/>
              <a:pathLst>
                <a:path extrusionOk="0" h="154101" w="266248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10"/>
            <p:cNvSpPr/>
            <p:nvPr/>
          </p:nvSpPr>
          <p:spPr>
            <a:xfrm>
              <a:off x="4521449" y="3831731"/>
              <a:ext cx="266334" cy="153985"/>
            </a:xfrm>
            <a:custGeom>
              <a:rect b="b" l="l" r="r" t="t"/>
              <a:pathLst>
                <a:path extrusionOk="0" h="153985" w="266334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10"/>
            <p:cNvSpPr/>
            <p:nvPr/>
          </p:nvSpPr>
          <p:spPr>
            <a:xfrm>
              <a:off x="4678466" y="3922592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10"/>
            <p:cNvSpPr/>
            <p:nvPr/>
          </p:nvSpPr>
          <p:spPr>
            <a:xfrm>
              <a:off x="4835195" y="4013365"/>
              <a:ext cx="266474" cy="153993"/>
            </a:xfrm>
            <a:custGeom>
              <a:rect b="b" l="l" r="r" t="t"/>
              <a:pathLst>
                <a:path extrusionOk="0" h="153993" w="266474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10"/>
            <p:cNvSpPr/>
            <p:nvPr/>
          </p:nvSpPr>
          <p:spPr>
            <a:xfrm>
              <a:off x="4992397" y="4104213"/>
              <a:ext cx="266533" cy="154079"/>
            </a:xfrm>
            <a:custGeom>
              <a:rect b="b" l="l" r="r" t="t"/>
              <a:pathLst>
                <a:path extrusionOk="0" h="154079" w="266533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10"/>
            <p:cNvSpPr/>
            <p:nvPr/>
          </p:nvSpPr>
          <p:spPr>
            <a:xfrm>
              <a:off x="5149329" y="4195292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10"/>
            <p:cNvSpPr/>
            <p:nvPr/>
          </p:nvSpPr>
          <p:spPr>
            <a:xfrm>
              <a:off x="5306305" y="4285820"/>
              <a:ext cx="266280" cy="154040"/>
            </a:xfrm>
            <a:custGeom>
              <a:rect b="b" l="l" r="r" t="t"/>
              <a:pathLst>
                <a:path extrusionOk="0" h="154040" w="26628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10"/>
            <p:cNvSpPr/>
            <p:nvPr/>
          </p:nvSpPr>
          <p:spPr>
            <a:xfrm>
              <a:off x="3348561" y="3153075"/>
              <a:ext cx="342095" cy="197622"/>
            </a:xfrm>
            <a:custGeom>
              <a:rect b="b" l="l" r="r" t="t"/>
              <a:pathLst>
                <a:path extrusionOk="0" h="197622" w="342095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10"/>
            <p:cNvSpPr/>
            <p:nvPr/>
          </p:nvSpPr>
          <p:spPr>
            <a:xfrm>
              <a:off x="5350264" y="4375807"/>
              <a:ext cx="378572" cy="242223"/>
            </a:xfrm>
            <a:custGeom>
              <a:rect b="b" l="l" r="r" t="t"/>
              <a:pathLst>
                <a:path extrusionOk="0" h="242223" w="378572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10"/>
            <p:cNvSpPr/>
            <p:nvPr/>
          </p:nvSpPr>
          <p:spPr>
            <a:xfrm>
              <a:off x="2893378" y="3416909"/>
              <a:ext cx="266442" cy="154101"/>
            </a:xfrm>
            <a:custGeom>
              <a:rect b="b" l="l" r="r" t="t"/>
              <a:pathLst>
                <a:path extrusionOk="0" h="154101" w="266442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10"/>
            <p:cNvSpPr/>
            <p:nvPr/>
          </p:nvSpPr>
          <p:spPr>
            <a:xfrm>
              <a:off x="3049635" y="350749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10"/>
            <p:cNvSpPr/>
            <p:nvPr/>
          </p:nvSpPr>
          <p:spPr>
            <a:xfrm>
              <a:off x="3205860" y="3597884"/>
              <a:ext cx="266188" cy="153922"/>
            </a:xfrm>
            <a:custGeom>
              <a:rect b="b" l="l" r="r" t="t"/>
              <a:pathLst>
                <a:path extrusionOk="0" h="153922" w="266188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10"/>
            <p:cNvSpPr/>
            <p:nvPr/>
          </p:nvSpPr>
          <p:spPr>
            <a:xfrm>
              <a:off x="4536462" y="4367735"/>
              <a:ext cx="266437" cy="154256"/>
            </a:xfrm>
            <a:custGeom>
              <a:rect b="b" l="l" r="r" t="t"/>
              <a:pathLst>
                <a:path extrusionOk="0" h="154256" w="266437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10"/>
            <p:cNvSpPr/>
            <p:nvPr/>
          </p:nvSpPr>
          <p:spPr>
            <a:xfrm>
              <a:off x="4692711" y="4458183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10"/>
            <p:cNvSpPr/>
            <p:nvPr/>
          </p:nvSpPr>
          <p:spPr>
            <a:xfrm>
              <a:off x="4849162" y="4548575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10"/>
            <p:cNvSpPr/>
            <p:nvPr/>
          </p:nvSpPr>
          <p:spPr>
            <a:xfrm>
              <a:off x="5005419" y="4638967"/>
              <a:ext cx="266537" cy="154092"/>
            </a:xfrm>
            <a:custGeom>
              <a:rect b="b" l="l" r="r" t="t"/>
              <a:pathLst>
                <a:path extrusionOk="0" h="154092" w="266537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10"/>
            <p:cNvSpPr/>
            <p:nvPr/>
          </p:nvSpPr>
          <p:spPr>
            <a:xfrm>
              <a:off x="3362257" y="3688277"/>
              <a:ext cx="306733" cy="177321"/>
            </a:xfrm>
            <a:custGeom>
              <a:rect b="b" l="l" r="r" t="t"/>
              <a:pathLst>
                <a:path extrusionOk="0" h="177321" w="306733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10"/>
            <p:cNvSpPr/>
            <p:nvPr/>
          </p:nvSpPr>
          <p:spPr>
            <a:xfrm>
              <a:off x="4339992" y="4254062"/>
              <a:ext cx="306655" cy="177321"/>
            </a:xfrm>
            <a:custGeom>
              <a:rect b="b" l="l" r="r" t="t"/>
              <a:pathLst>
                <a:path extrusionOk="0" h="177321" w="306655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10"/>
            <p:cNvSpPr/>
            <p:nvPr/>
          </p:nvSpPr>
          <p:spPr>
            <a:xfrm>
              <a:off x="3558805" y="3802100"/>
              <a:ext cx="891371" cy="515693"/>
            </a:xfrm>
            <a:custGeom>
              <a:rect b="b" l="l" r="r" t="t"/>
              <a:pathLst>
                <a:path extrusionOk="0" h="515693" w="891371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10"/>
            <p:cNvSpPr/>
            <p:nvPr/>
          </p:nvSpPr>
          <p:spPr>
            <a:xfrm>
              <a:off x="3471751" y="3400145"/>
              <a:ext cx="266623" cy="154042"/>
            </a:xfrm>
            <a:custGeom>
              <a:rect b="b" l="l" r="r" t="t"/>
              <a:pathLst>
                <a:path extrusionOk="0" h="154042" w="266623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10"/>
            <p:cNvSpPr/>
            <p:nvPr/>
          </p:nvSpPr>
          <p:spPr>
            <a:xfrm>
              <a:off x="3628284" y="3490390"/>
              <a:ext cx="266442" cy="154037"/>
            </a:xfrm>
            <a:custGeom>
              <a:rect b="b" l="l" r="r" t="t"/>
              <a:pathLst>
                <a:path extrusionOk="0" h="154037" w="266442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10"/>
            <p:cNvSpPr/>
            <p:nvPr/>
          </p:nvSpPr>
          <p:spPr>
            <a:xfrm>
              <a:off x="3784546" y="3581216"/>
              <a:ext cx="266667" cy="153993"/>
            </a:xfrm>
            <a:custGeom>
              <a:rect b="b" l="l" r="r" t="t"/>
              <a:pathLst>
                <a:path extrusionOk="0" h="153993" w="266667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10"/>
            <p:cNvSpPr/>
            <p:nvPr/>
          </p:nvSpPr>
          <p:spPr>
            <a:xfrm>
              <a:off x="3941088" y="3671799"/>
              <a:ext cx="266351" cy="153784"/>
            </a:xfrm>
            <a:custGeom>
              <a:rect b="b" l="l" r="r" t="t"/>
              <a:pathLst>
                <a:path extrusionOk="0" h="153784" w="266351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10"/>
            <p:cNvSpPr/>
            <p:nvPr/>
          </p:nvSpPr>
          <p:spPr>
            <a:xfrm>
              <a:off x="4097622" y="3762381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10"/>
            <p:cNvSpPr/>
            <p:nvPr/>
          </p:nvSpPr>
          <p:spPr>
            <a:xfrm>
              <a:off x="4254133" y="3852876"/>
              <a:ext cx="266854" cy="154172"/>
            </a:xfrm>
            <a:custGeom>
              <a:rect b="b" l="l" r="r" t="t"/>
              <a:pathLst>
                <a:path extrusionOk="0" h="154172" w="266854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10"/>
            <p:cNvSpPr/>
            <p:nvPr/>
          </p:nvSpPr>
          <p:spPr>
            <a:xfrm>
              <a:off x="4410814" y="394345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10"/>
            <p:cNvSpPr/>
            <p:nvPr/>
          </p:nvSpPr>
          <p:spPr>
            <a:xfrm>
              <a:off x="4567356" y="4034034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10"/>
            <p:cNvSpPr/>
            <p:nvPr/>
          </p:nvSpPr>
          <p:spPr>
            <a:xfrm>
              <a:off x="4723985" y="4124617"/>
              <a:ext cx="266248" cy="154017"/>
            </a:xfrm>
            <a:custGeom>
              <a:rect b="b" l="l" r="r" t="t"/>
              <a:pathLst>
                <a:path extrusionOk="0" h="154017" w="266248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10"/>
            <p:cNvSpPr/>
            <p:nvPr/>
          </p:nvSpPr>
          <p:spPr>
            <a:xfrm>
              <a:off x="4880346" y="4215112"/>
              <a:ext cx="266334" cy="154040"/>
            </a:xfrm>
            <a:custGeom>
              <a:rect b="b" l="l" r="r" t="t"/>
              <a:pathLst>
                <a:path extrusionOk="0" h="154040" w="266334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10"/>
            <p:cNvSpPr/>
            <p:nvPr/>
          </p:nvSpPr>
          <p:spPr>
            <a:xfrm>
              <a:off x="5036888" y="430568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10"/>
            <p:cNvSpPr/>
            <p:nvPr/>
          </p:nvSpPr>
          <p:spPr>
            <a:xfrm>
              <a:off x="5193145" y="4396270"/>
              <a:ext cx="266239" cy="154284"/>
            </a:xfrm>
            <a:custGeom>
              <a:rect b="b" l="l" r="r" t="t"/>
              <a:pathLst>
                <a:path extrusionOk="0" h="154284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10"/>
            <p:cNvSpPr/>
            <p:nvPr/>
          </p:nvSpPr>
          <p:spPr>
            <a:xfrm>
              <a:off x="3196776" y="3241078"/>
              <a:ext cx="384874" cy="222382"/>
            </a:xfrm>
            <a:custGeom>
              <a:rect b="b" l="l" r="r" t="t"/>
              <a:pathLst>
                <a:path extrusionOk="0" h="222382" w="384874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10"/>
            <p:cNvSpPr/>
            <p:nvPr/>
          </p:nvSpPr>
          <p:spPr>
            <a:xfrm>
              <a:off x="3242171" y="3443016"/>
              <a:ext cx="266280" cy="153882"/>
            </a:xfrm>
            <a:custGeom>
              <a:rect b="b" l="l" r="r" t="t"/>
              <a:pathLst>
                <a:path extrusionOk="0" h="153882" w="26628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10"/>
            <p:cNvSpPr/>
            <p:nvPr/>
          </p:nvSpPr>
          <p:spPr>
            <a:xfrm>
              <a:off x="3398660" y="353359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10"/>
            <p:cNvSpPr/>
            <p:nvPr/>
          </p:nvSpPr>
          <p:spPr>
            <a:xfrm>
              <a:off x="3554723" y="3624118"/>
              <a:ext cx="266722" cy="153784"/>
            </a:xfrm>
            <a:custGeom>
              <a:rect b="b" l="l" r="r" t="t"/>
              <a:pathLst>
                <a:path extrusionOk="0" h="153784" w="266722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10"/>
            <p:cNvSpPr/>
            <p:nvPr/>
          </p:nvSpPr>
          <p:spPr>
            <a:xfrm>
              <a:off x="3711455" y="3714661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10"/>
            <p:cNvSpPr/>
            <p:nvPr/>
          </p:nvSpPr>
          <p:spPr>
            <a:xfrm>
              <a:off x="3868572" y="3805244"/>
              <a:ext cx="266280" cy="154106"/>
            </a:xfrm>
            <a:custGeom>
              <a:rect b="b" l="l" r="r" t="t"/>
              <a:pathLst>
                <a:path extrusionOk="0" h="154106" w="26628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10"/>
            <p:cNvSpPr/>
            <p:nvPr/>
          </p:nvSpPr>
          <p:spPr>
            <a:xfrm>
              <a:off x="4024630" y="3895731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10"/>
            <p:cNvSpPr/>
            <p:nvPr/>
          </p:nvSpPr>
          <p:spPr>
            <a:xfrm>
              <a:off x="4181086" y="398631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10"/>
            <p:cNvSpPr/>
            <p:nvPr/>
          </p:nvSpPr>
          <p:spPr>
            <a:xfrm>
              <a:off x="4337714" y="4076809"/>
              <a:ext cx="266248" cy="154040"/>
            </a:xfrm>
            <a:custGeom>
              <a:rect b="b" l="l" r="r" t="t"/>
              <a:pathLst>
                <a:path extrusionOk="0" h="154040" w="266248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10"/>
            <p:cNvSpPr/>
            <p:nvPr/>
          </p:nvSpPr>
          <p:spPr>
            <a:xfrm>
              <a:off x="4494075" y="416738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10"/>
            <p:cNvSpPr/>
            <p:nvPr/>
          </p:nvSpPr>
          <p:spPr>
            <a:xfrm>
              <a:off x="4650609" y="4257915"/>
              <a:ext cx="266153" cy="154012"/>
            </a:xfrm>
            <a:custGeom>
              <a:rect b="b" l="l" r="r" t="t"/>
              <a:pathLst>
                <a:path extrusionOk="0" h="154012" w="266153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10"/>
            <p:cNvSpPr/>
            <p:nvPr/>
          </p:nvSpPr>
          <p:spPr>
            <a:xfrm>
              <a:off x="4807065" y="434845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10"/>
            <p:cNvSpPr/>
            <p:nvPr/>
          </p:nvSpPr>
          <p:spPr>
            <a:xfrm>
              <a:off x="4963756" y="4439037"/>
              <a:ext cx="459701" cy="266038"/>
            </a:xfrm>
            <a:custGeom>
              <a:rect b="b" l="l" r="r" t="t"/>
              <a:pathLst>
                <a:path extrusionOk="0" h="266038" w="459701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10"/>
            <p:cNvSpPr/>
            <p:nvPr/>
          </p:nvSpPr>
          <p:spPr>
            <a:xfrm>
              <a:off x="3045263" y="3329192"/>
              <a:ext cx="306655" cy="177371"/>
            </a:xfrm>
            <a:custGeom>
              <a:rect b="b" l="l" r="r" t="t"/>
              <a:pathLst>
                <a:path extrusionOk="0" h="177371" w="306655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10"/>
            <p:cNvSpPr/>
            <p:nvPr/>
          </p:nvSpPr>
          <p:spPr>
            <a:xfrm>
              <a:off x="3658039" y="3005282"/>
              <a:ext cx="2325529" cy="1345328"/>
            </a:xfrm>
            <a:custGeom>
              <a:rect b="b" l="l" r="r" t="t"/>
              <a:pathLst>
                <a:path extrusionOk="0" h="1345328" w="2325529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10"/>
            <p:cNvSpPr/>
            <p:nvPr/>
          </p:nvSpPr>
          <p:spPr>
            <a:xfrm>
              <a:off x="2758377" y="3858961"/>
              <a:ext cx="1752611" cy="1013632"/>
            </a:xfrm>
            <a:custGeom>
              <a:rect b="b" l="l" r="r" t="t"/>
              <a:pathLst>
                <a:path extrusionOk="0" h="1013632" w="1752611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10"/>
            <p:cNvSpPr/>
            <p:nvPr/>
          </p:nvSpPr>
          <p:spPr>
            <a:xfrm>
              <a:off x="2759571" y="3871207"/>
              <a:ext cx="1750478" cy="1001386"/>
            </a:xfrm>
            <a:custGeom>
              <a:rect b="b" l="l" r="r" t="t"/>
              <a:pathLst>
                <a:path extrusionOk="0" h="1001386" w="1750478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10"/>
            <p:cNvSpPr/>
            <p:nvPr/>
          </p:nvSpPr>
          <p:spPr>
            <a:xfrm>
              <a:off x="3817633" y="2891711"/>
              <a:ext cx="2255273" cy="1359741"/>
            </a:xfrm>
            <a:custGeom>
              <a:rect b="b" l="l" r="r" t="t"/>
              <a:pathLst>
                <a:path extrusionOk="0" h="1359741" w="2255273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10"/>
            <p:cNvSpPr/>
            <p:nvPr/>
          </p:nvSpPr>
          <p:spPr>
            <a:xfrm>
              <a:off x="3899944" y="2334804"/>
              <a:ext cx="319167" cy="507819"/>
            </a:xfrm>
            <a:custGeom>
              <a:rect b="b" l="l" r="r" t="t"/>
              <a:pathLst>
                <a:path extrusionOk="0" h="507819" w="319167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10"/>
            <p:cNvSpPr/>
            <p:nvPr/>
          </p:nvSpPr>
          <p:spPr>
            <a:xfrm>
              <a:off x="3899468" y="1737396"/>
              <a:ext cx="318787" cy="562544"/>
            </a:xfrm>
            <a:custGeom>
              <a:rect b="b" l="l" r="r" t="t"/>
              <a:pathLst>
                <a:path extrusionOk="0" h="562544" w="318787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10"/>
            <p:cNvSpPr/>
            <p:nvPr/>
          </p:nvSpPr>
          <p:spPr>
            <a:xfrm>
              <a:off x="3979213" y="1913870"/>
              <a:ext cx="161864" cy="209418"/>
            </a:xfrm>
            <a:custGeom>
              <a:rect b="b" l="l" r="r" t="t"/>
              <a:pathLst>
                <a:path extrusionOk="0" h="209418" w="161864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10"/>
            <p:cNvSpPr/>
            <p:nvPr/>
          </p:nvSpPr>
          <p:spPr>
            <a:xfrm>
              <a:off x="4045651" y="1966906"/>
              <a:ext cx="50374" cy="107156"/>
            </a:xfrm>
            <a:custGeom>
              <a:rect b="b" l="l" r="r" t="t"/>
              <a:pathLst>
                <a:path extrusionOk="0" h="107156" w="50374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10"/>
            <p:cNvSpPr/>
            <p:nvPr/>
          </p:nvSpPr>
          <p:spPr>
            <a:xfrm>
              <a:off x="3899183" y="1178204"/>
              <a:ext cx="318787" cy="538687"/>
            </a:xfrm>
            <a:custGeom>
              <a:rect b="b" l="l" r="r" t="t"/>
              <a:pathLst>
                <a:path extrusionOk="0" h="538687" w="318787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10"/>
            <p:cNvSpPr/>
            <p:nvPr/>
          </p:nvSpPr>
          <p:spPr>
            <a:xfrm>
              <a:off x="3979213" y="1338206"/>
              <a:ext cx="159393" cy="203465"/>
            </a:xfrm>
            <a:custGeom>
              <a:rect b="b" l="l" r="r" t="t"/>
              <a:pathLst>
                <a:path extrusionOk="0" h="203465" w="159393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10"/>
            <p:cNvSpPr/>
            <p:nvPr/>
          </p:nvSpPr>
          <p:spPr>
            <a:xfrm>
              <a:off x="3993280" y="2480040"/>
              <a:ext cx="134491" cy="224767"/>
            </a:xfrm>
            <a:custGeom>
              <a:rect b="b" l="l" r="r" t="t"/>
              <a:pathLst>
                <a:path extrusionOk="0" h="224767" w="134491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10"/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rect b="b" l="l" r="r" t="t"/>
              <a:pathLst>
                <a:path extrusionOk="0" h="124586" w="71855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10"/>
            <p:cNvSpPr/>
            <p:nvPr/>
          </p:nvSpPr>
          <p:spPr>
            <a:xfrm>
              <a:off x="4492846" y="2048739"/>
              <a:ext cx="559351" cy="469824"/>
            </a:xfrm>
            <a:custGeom>
              <a:rect b="b" l="l" r="r" t="t"/>
              <a:pathLst>
                <a:path extrusionOk="0" h="469824" w="559351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10"/>
            <p:cNvSpPr/>
            <p:nvPr/>
          </p:nvSpPr>
          <p:spPr>
            <a:xfrm>
              <a:off x="4353888" y="2645824"/>
              <a:ext cx="1638988" cy="1231605"/>
            </a:xfrm>
            <a:custGeom>
              <a:rect b="b" l="l" r="r" t="t"/>
              <a:pathLst>
                <a:path extrusionOk="0" h="123160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10"/>
            <p:cNvSpPr/>
            <p:nvPr/>
          </p:nvSpPr>
          <p:spPr>
            <a:xfrm>
              <a:off x="4353888" y="2645824"/>
              <a:ext cx="1638988" cy="746475"/>
            </a:xfrm>
            <a:custGeom>
              <a:rect b="b" l="l" r="r" t="t"/>
              <a:pathLst>
                <a:path extrusionOk="0" h="74647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cap="flat" cmpd="sng" w="10075">
              <a:solidFill>
                <a:srgbClr val="CCCE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10"/>
            <p:cNvSpPr/>
            <p:nvPr/>
          </p:nvSpPr>
          <p:spPr>
            <a:xfrm>
              <a:off x="4257005" y="773645"/>
              <a:ext cx="165344" cy="325643"/>
            </a:xfrm>
            <a:custGeom>
              <a:rect b="b" l="l" r="r" t="t"/>
              <a:pathLst>
                <a:path extrusionOk="0" h="325643" w="165344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10"/>
            <p:cNvSpPr/>
            <p:nvPr/>
          </p:nvSpPr>
          <p:spPr>
            <a:xfrm>
              <a:off x="4272441" y="1538278"/>
              <a:ext cx="113451" cy="88273"/>
            </a:xfrm>
            <a:custGeom>
              <a:rect b="b" l="l" r="r" t="t"/>
              <a:pathLst>
                <a:path extrusionOk="0" h="88273" w="113451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10"/>
            <p:cNvSpPr/>
            <p:nvPr/>
          </p:nvSpPr>
          <p:spPr>
            <a:xfrm>
              <a:off x="4272622" y="1567332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10"/>
            <p:cNvSpPr/>
            <p:nvPr/>
          </p:nvSpPr>
          <p:spPr>
            <a:xfrm>
              <a:off x="4135669" y="1458312"/>
              <a:ext cx="113522" cy="85076"/>
            </a:xfrm>
            <a:custGeom>
              <a:rect b="b" l="l" r="r" t="t"/>
              <a:pathLst>
                <a:path extrusionOk="0" h="85076" w="113522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10"/>
            <p:cNvSpPr/>
            <p:nvPr/>
          </p:nvSpPr>
          <p:spPr>
            <a:xfrm>
              <a:off x="4135660" y="1485798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10"/>
            <p:cNvSpPr/>
            <p:nvPr/>
          </p:nvSpPr>
          <p:spPr>
            <a:xfrm>
              <a:off x="4163850" y="1066881"/>
              <a:ext cx="398264" cy="482949"/>
            </a:xfrm>
            <a:custGeom>
              <a:rect b="b" l="l" r="r" t="t"/>
              <a:pathLst>
                <a:path extrusionOk="0" h="482949" w="398264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10"/>
            <p:cNvSpPr/>
            <p:nvPr/>
          </p:nvSpPr>
          <p:spPr>
            <a:xfrm>
              <a:off x="4403391" y="743705"/>
              <a:ext cx="125692" cy="122150"/>
            </a:xfrm>
            <a:custGeom>
              <a:rect b="b" l="l" r="r" t="t"/>
              <a:pathLst>
                <a:path extrusionOk="0" h="122150" w="125692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10"/>
            <p:cNvSpPr/>
            <p:nvPr/>
          </p:nvSpPr>
          <p:spPr>
            <a:xfrm>
              <a:off x="4358991" y="760843"/>
              <a:ext cx="203859" cy="398340"/>
            </a:xfrm>
            <a:custGeom>
              <a:rect b="b" l="l" r="r" t="t"/>
              <a:pathLst>
                <a:path extrusionOk="0" h="398340" w="203859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10"/>
            <p:cNvSpPr/>
            <p:nvPr/>
          </p:nvSpPr>
          <p:spPr>
            <a:xfrm>
              <a:off x="4398650" y="616917"/>
              <a:ext cx="135166" cy="164844"/>
            </a:xfrm>
            <a:custGeom>
              <a:rect b="b" l="l" r="r" t="t"/>
              <a:pathLst>
                <a:path extrusionOk="0" h="164844" w="135166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10"/>
            <p:cNvSpPr/>
            <p:nvPr/>
          </p:nvSpPr>
          <p:spPr>
            <a:xfrm>
              <a:off x="4403852" y="602477"/>
              <a:ext cx="142520" cy="141227"/>
            </a:xfrm>
            <a:custGeom>
              <a:rect b="b" l="l" r="r" t="t"/>
              <a:pathLst>
                <a:path extrusionOk="0" h="141227" w="14252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10"/>
            <p:cNvSpPr/>
            <p:nvPr/>
          </p:nvSpPr>
          <p:spPr>
            <a:xfrm>
              <a:off x="4338015" y="761231"/>
              <a:ext cx="65677" cy="95630"/>
            </a:xfrm>
            <a:custGeom>
              <a:rect b="b" l="l" r="r" t="t"/>
              <a:pathLst>
                <a:path extrusionOk="0" h="95630" w="65677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10"/>
            <p:cNvSpPr/>
            <p:nvPr/>
          </p:nvSpPr>
          <p:spPr>
            <a:xfrm>
              <a:off x="5408528" y="1603174"/>
              <a:ext cx="974325" cy="1973896"/>
            </a:xfrm>
            <a:custGeom>
              <a:rect b="b" l="l" r="r" t="t"/>
              <a:pathLst>
                <a:path extrusionOk="0" h="1973896" w="974325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10"/>
            <p:cNvSpPr/>
            <p:nvPr/>
          </p:nvSpPr>
          <p:spPr>
            <a:xfrm>
              <a:off x="6324400" y="3534911"/>
              <a:ext cx="27183" cy="49530"/>
            </a:xfrm>
            <a:custGeom>
              <a:rect b="b" l="l" r="r" t="t"/>
              <a:pathLst>
                <a:path extrusionOk="0" h="49530" w="27183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10"/>
            <p:cNvSpPr/>
            <p:nvPr/>
          </p:nvSpPr>
          <p:spPr>
            <a:xfrm>
              <a:off x="5423355" y="1605432"/>
              <a:ext cx="45242" cy="39909"/>
            </a:xfrm>
            <a:custGeom>
              <a:rect b="b" l="l" r="r" t="t"/>
              <a:pathLst>
                <a:path extrusionOk="0" h="39909" w="45242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10"/>
            <p:cNvSpPr/>
            <p:nvPr/>
          </p:nvSpPr>
          <p:spPr>
            <a:xfrm>
              <a:off x="5387713" y="1613611"/>
              <a:ext cx="974325" cy="1973876"/>
            </a:xfrm>
            <a:custGeom>
              <a:rect b="b" l="l" r="r" t="t"/>
              <a:pathLst>
                <a:path extrusionOk="0" h="1973876" w="974325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10"/>
            <p:cNvSpPr/>
            <p:nvPr/>
          </p:nvSpPr>
          <p:spPr>
            <a:xfrm>
              <a:off x="5477912" y="174973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10"/>
            <p:cNvSpPr/>
            <p:nvPr/>
          </p:nvSpPr>
          <p:spPr>
            <a:xfrm>
              <a:off x="5649377" y="1848986"/>
              <a:ext cx="613432" cy="407098"/>
            </a:xfrm>
            <a:custGeom>
              <a:rect b="b" l="l" r="r" t="t"/>
              <a:pathLst>
                <a:path extrusionOk="0" h="407098" w="613432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10"/>
            <p:cNvSpPr/>
            <p:nvPr/>
          </p:nvSpPr>
          <p:spPr>
            <a:xfrm>
              <a:off x="5477912" y="191680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10"/>
            <p:cNvSpPr/>
            <p:nvPr/>
          </p:nvSpPr>
          <p:spPr>
            <a:xfrm>
              <a:off x="5649377" y="2015959"/>
              <a:ext cx="405945" cy="287083"/>
            </a:xfrm>
            <a:custGeom>
              <a:rect b="b" l="l" r="r" t="t"/>
              <a:pathLst>
                <a:path extrusionOk="0" h="287083" w="405945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10"/>
            <p:cNvSpPr/>
            <p:nvPr/>
          </p:nvSpPr>
          <p:spPr>
            <a:xfrm>
              <a:off x="5477912" y="2000338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10"/>
            <p:cNvSpPr/>
            <p:nvPr/>
          </p:nvSpPr>
          <p:spPr>
            <a:xfrm>
              <a:off x="5649377" y="2099494"/>
              <a:ext cx="505174" cy="344519"/>
            </a:xfrm>
            <a:custGeom>
              <a:rect b="b" l="l" r="r" t="t"/>
              <a:pathLst>
                <a:path extrusionOk="0" h="344519" w="505174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10"/>
            <p:cNvSpPr/>
            <p:nvPr/>
          </p:nvSpPr>
          <p:spPr>
            <a:xfrm>
              <a:off x="5477912" y="208377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10"/>
            <p:cNvSpPr/>
            <p:nvPr/>
          </p:nvSpPr>
          <p:spPr>
            <a:xfrm>
              <a:off x="5649377" y="2183028"/>
              <a:ext cx="351863" cy="255746"/>
            </a:xfrm>
            <a:custGeom>
              <a:rect b="b" l="l" r="r" t="t"/>
              <a:pathLst>
                <a:path extrusionOk="0" h="255746" w="351863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8" name="Google Shape;1308;p10"/>
            <p:cNvSpPr/>
            <p:nvPr/>
          </p:nvSpPr>
          <p:spPr>
            <a:xfrm>
              <a:off x="5477912" y="1833270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309;p10"/>
            <p:cNvSpPr/>
            <p:nvPr/>
          </p:nvSpPr>
          <p:spPr>
            <a:xfrm>
              <a:off x="5649377" y="1932425"/>
              <a:ext cx="306716" cy="229742"/>
            </a:xfrm>
            <a:custGeom>
              <a:rect b="b" l="l" r="r" t="t"/>
              <a:pathLst>
                <a:path extrusionOk="0" h="229742" w="306716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10"/>
            <p:cNvSpPr/>
            <p:nvPr/>
          </p:nvSpPr>
          <p:spPr>
            <a:xfrm>
              <a:off x="5477912" y="216731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10"/>
            <p:cNvSpPr/>
            <p:nvPr/>
          </p:nvSpPr>
          <p:spPr>
            <a:xfrm>
              <a:off x="5649377" y="2266467"/>
              <a:ext cx="180399" cy="156591"/>
            </a:xfrm>
            <a:custGeom>
              <a:rect b="b" l="l" r="r" t="t"/>
              <a:pathLst>
                <a:path extrusionOk="0" h="156591" w="180399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10"/>
            <p:cNvSpPr/>
            <p:nvPr/>
          </p:nvSpPr>
          <p:spPr>
            <a:xfrm>
              <a:off x="5477912" y="2334380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10"/>
            <p:cNvSpPr/>
            <p:nvPr/>
          </p:nvSpPr>
          <p:spPr>
            <a:xfrm>
              <a:off x="5649377" y="2433536"/>
              <a:ext cx="568380" cy="381000"/>
            </a:xfrm>
            <a:custGeom>
              <a:rect b="b" l="l" r="r" t="t"/>
              <a:pathLst>
                <a:path extrusionOk="0" h="381000" w="56838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10"/>
            <p:cNvSpPr/>
            <p:nvPr/>
          </p:nvSpPr>
          <p:spPr>
            <a:xfrm>
              <a:off x="5477912" y="241781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10"/>
            <p:cNvSpPr/>
            <p:nvPr/>
          </p:nvSpPr>
          <p:spPr>
            <a:xfrm>
              <a:off x="5649377" y="2517070"/>
              <a:ext cx="171369" cy="151352"/>
            </a:xfrm>
            <a:custGeom>
              <a:rect b="b" l="l" r="r" t="t"/>
              <a:pathLst>
                <a:path extrusionOk="0" h="151352" w="171369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10"/>
            <p:cNvSpPr/>
            <p:nvPr/>
          </p:nvSpPr>
          <p:spPr>
            <a:xfrm>
              <a:off x="5477912" y="250135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7" name="Google Shape;1317;p10"/>
            <p:cNvSpPr/>
            <p:nvPr/>
          </p:nvSpPr>
          <p:spPr>
            <a:xfrm>
              <a:off x="5649377" y="2600604"/>
              <a:ext cx="505174" cy="344424"/>
            </a:xfrm>
            <a:custGeom>
              <a:rect b="b" l="l" r="r" t="t"/>
              <a:pathLst>
                <a:path extrusionOk="0" h="344424" w="505174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10"/>
            <p:cNvSpPr/>
            <p:nvPr/>
          </p:nvSpPr>
          <p:spPr>
            <a:xfrm>
              <a:off x="5477912" y="225084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10"/>
            <p:cNvSpPr/>
            <p:nvPr/>
          </p:nvSpPr>
          <p:spPr>
            <a:xfrm>
              <a:off x="5649377" y="2350001"/>
              <a:ext cx="478085" cy="328898"/>
            </a:xfrm>
            <a:custGeom>
              <a:rect b="b" l="l" r="r" t="t"/>
              <a:pathLst>
                <a:path extrusionOk="0" h="328898" w="478085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10"/>
            <p:cNvSpPr/>
            <p:nvPr/>
          </p:nvSpPr>
          <p:spPr>
            <a:xfrm>
              <a:off x="5477912" y="258488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10"/>
            <p:cNvSpPr/>
            <p:nvPr/>
          </p:nvSpPr>
          <p:spPr>
            <a:xfrm>
              <a:off x="5649377" y="2684043"/>
              <a:ext cx="63110" cy="88773"/>
            </a:xfrm>
            <a:custGeom>
              <a:rect b="b" l="l" r="r" t="t"/>
              <a:pathLst>
                <a:path extrusionOk="0" h="88773" w="6311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10"/>
            <p:cNvSpPr/>
            <p:nvPr/>
          </p:nvSpPr>
          <p:spPr>
            <a:xfrm>
              <a:off x="5477912" y="2751956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10"/>
            <p:cNvSpPr/>
            <p:nvPr/>
          </p:nvSpPr>
          <p:spPr>
            <a:xfrm>
              <a:off x="5649377" y="2851112"/>
              <a:ext cx="117287" cy="120014"/>
            </a:xfrm>
            <a:custGeom>
              <a:rect b="b" l="l" r="r" t="t"/>
              <a:pathLst>
                <a:path extrusionOk="0" h="120014" w="117287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10"/>
            <p:cNvSpPr/>
            <p:nvPr/>
          </p:nvSpPr>
          <p:spPr>
            <a:xfrm>
              <a:off x="5477912" y="2835395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10"/>
            <p:cNvSpPr/>
            <p:nvPr/>
          </p:nvSpPr>
          <p:spPr>
            <a:xfrm>
              <a:off x="5649377" y="2934646"/>
              <a:ext cx="306716" cy="229647"/>
            </a:xfrm>
            <a:custGeom>
              <a:rect b="b" l="l" r="r" t="t"/>
              <a:pathLst>
                <a:path extrusionOk="0" h="229647" w="306716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10"/>
            <p:cNvSpPr/>
            <p:nvPr/>
          </p:nvSpPr>
          <p:spPr>
            <a:xfrm>
              <a:off x="5477912" y="291892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1327;p10"/>
            <p:cNvSpPr/>
            <p:nvPr/>
          </p:nvSpPr>
          <p:spPr>
            <a:xfrm>
              <a:off x="5649377" y="3018085"/>
              <a:ext cx="487115" cy="334137"/>
            </a:xfrm>
            <a:custGeom>
              <a:rect b="b" l="l" r="r" t="t"/>
              <a:pathLst>
                <a:path extrusionOk="0" h="334137" w="487115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8" name="Google Shape;1328;p10"/>
            <p:cNvSpPr/>
            <p:nvPr/>
          </p:nvSpPr>
          <p:spPr>
            <a:xfrm>
              <a:off x="5477912" y="266842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10"/>
            <p:cNvSpPr/>
            <p:nvPr/>
          </p:nvSpPr>
          <p:spPr>
            <a:xfrm>
              <a:off x="5649377" y="2767577"/>
              <a:ext cx="613432" cy="407193"/>
            </a:xfrm>
            <a:custGeom>
              <a:rect b="b" l="l" r="r" t="t"/>
              <a:pathLst>
                <a:path extrusionOk="0" h="407193" w="613432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10"/>
            <p:cNvSpPr/>
            <p:nvPr/>
          </p:nvSpPr>
          <p:spPr>
            <a:xfrm>
              <a:off x="1926580" y="1674106"/>
              <a:ext cx="1230952" cy="1017480"/>
            </a:xfrm>
            <a:custGeom>
              <a:rect b="b" l="l" r="r" t="t"/>
              <a:pathLst>
                <a:path extrusionOk="0" h="1017480" w="1230952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10"/>
            <p:cNvSpPr/>
            <p:nvPr/>
          </p:nvSpPr>
          <p:spPr>
            <a:xfrm>
              <a:off x="3112195" y="1676584"/>
              <a:ext cx="59119" cy="52197"/>
            </a:xfrm>
            <a:custGeom>
              <a:rect b="b" l="l" r="r" t="t"/>
              <a:pathLst>
                <a:path extrusionOk="0" h="52197" w="59119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1332;p10"/>
            <p:cNvSpPr/>
            <p:nvPr/>
          </p:nvSpPr>
          <p:spPr>
            <a:xfrm>
              <a:off x="2269509" y="2593746"/>
              <a:ext cx="43151" cy="44767"/>
            </a:xfrm>
            <a:custGeom>
              <a:rect b="b" l="l" r="r" t="t"/>
              <a:pathLst>
                <a:path extrusionOk="0" h="44767" w="43151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10"/>
            <p:cNvSpPr/>
            <p:nvPr/>
          </p:nvSpPr>
          <p:spPr>
            <a:xfrm>
              <a:off x="1950116" y="2650325"/>
              <a:ext cx="58584" cy="57547"/>
            </a:xfrm>
            <a:custGeom>
              <a:rect b="b" l="l" r="r" t="t"/>
              <a:pathLst>
                <a:path extrusionOk="0" h="57547" w="58584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10"/>
            <p:cNvSpPr/>
            <p:nvPr/>
          </p:nvSpPr>
          <p:spPr>
            <a:xfrm>
              <a:off x="1969256" y="1691533"/>
              <a:ext cx="1231332" cy="1017436"/>
            </a:xfrm>
            <a:custGeom>
              <a:rect b="b" l="l" r="r" t="t"/>
              <a:pathLst>
                <a:path extrusionOk="0" h="1017436" w="1231332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1335;p10"/>
            <p:cNvSpPr/>
            <p:nvPr/>
          </p:nvSpPr>
          <p:spPr>
            <a:xfrm>
              <a:off x="2066299" y="1805171"/>
              <a:ext cx="1037246" cy="669226"/>
            </a:xfrm>
            <a:custGeom>
              <a:rect b="b" l="l" r="r" t="t"/>
              <a:pathLst>
                <a:path extrusionOk="0" h="669226" w="1037246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6" name="Google Shape;1336;p10"/>
            <p:cNvSpPr/>
            <p:nvPr/>
          </p:nvSpPr>
          <p:spPr>
            <a:xfrm>
              <a:off x="2066299" y="2133308"/>
              <a:ext cx="679110" cy="462057"/>
            </a:xfrm>
            <a:custGeom>
              <a:rect b="b" l="l" r="r" t="t"/>
              <a:pathLst>
                <a:path extrusionOk="0" h="462057" w="67911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37" name="Google Shape;1337;p10"/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1338" name="Google Shape;1338;p10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10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10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10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10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3" name="Google Shape;1343;p10"/>
            <p:cNvSpPr/>
            <p:nvPr/>
          </p:nvSpPr>
          <p:spPr>
            <a:xfrm>
              <a:off x="4444588" y="826743"/>
              <a:ext cx="153590" cy="431871"/>
            </a:xfrm>
            <a:custGeom>
              <a:rect b="b" l="l" r="r" t="t"/>
              <a:pathLst>
                <a:path extrusionOk="0" h="431871" w="15359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1344;p10"/>
            <p:cNvSpPr/>
            <p:nvPr/>
          </p:nvSpPr>
          <p:spPr>
            <a:xfrm>
              <a:off x="4515562" y="822838"/>
              <a:ext cx="88583" cy="120566"/>
            </a:xfrm>
            <a:custGeom>
              <a:rect b="b" l="l" r="r" t="t"/>
              <a:pathLst>
                <a:path extrusionOk="0" h="120566" w="88583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5" name="Google Shape;1345;p1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1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Referencias y funciones clave</a:t>
            </a:r>
            <a:br>
              <a:rPr lang="es-ES" sz="3200">
                <a:solidFill>
                  <a:srgbClr val="007BB9"/>
                </a:solidFill>
              </a:rPr>
            </a:br>
            <a:endParaRPr sz="3200"/>
          </a:p>
        </p:txBody>
      </p:sp>
      <p:sp>
        <p:nvSpPr>
          <p:cNvPr id="1351" name="Google Shape;1351;p11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400"/>
              <a:t>Tipos de referencia: A1 (relativa), $A$1 (absoluta), A$1/$A1 (mixta).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400"/>
              <a:t>Funciones esenciales:</a:t>
            </a:r>
            <a:endParaRPr/>
          </a:p>
          <a:p>
            <a:pPr indent="-3429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</a:pPr>
            <a:r>
              <a:rPr lang="es-ES" sz="2400"/>
              <a:t>=SUMA(C2:C10)</a:t>
            </a:r>
            <a:endParaRPr/>
          </a:p>
          <a:p>
            <a:pPr indent="-3429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</a:pPr>
            <a:r>
              <a:rPr lang="es-ES" sz="2400"/>
              <a:t>=PROMEDIO(C2:C10)</a:t>
            </a:r>
            <a:endParaRPr/>
          </a:p>
          <a:p>
            <a:pPr indent="-3429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</a:pPr>
            <a:r>
              <a:rPr lang="es-ES" sz="2400"/>
              <a:t>=CONTAR.SI(B2:B100, "Aprobado")</a:t>
            </a:r>
            <a:endParaRPr/>
          </a:p>
          <a:p>
            <a:pPr indent="-3429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</a:pPr>
            <a:r>
              <a:rPr lang="es-ES" sz="2400"/>
              <a:t>=SI(D2&gt;=70, "OK", "Revisar")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400"/>
              <a:t>Ejemplo BlueSky: cálculo de promedio de notas de onboarding.</a:t>
            </a:r>
            <a:endParaRPr/>
          </a:p>
        </p:txBody>
      </p:sp>
      <p:grpSp>
        <p:nvGrpSpPr>
          <p:cNvPr id="1352" name="Google Shape;1352;p11"/>
          <p:cNvGrpSpPr/>
          <p:nvPr/>
        </p:nvGrpSpPr>
        <p:grpSpPr>
          <a:xfrm>
            <a:off x="7432816" y="3202237"/>
            <a:ext cx="1641693" cy="1754492"/>
            <a:chOff x="1926580" y="602477"/>
            <a:chExt cx="4456273" cy="4762466"/>
          </a:xfrm>
        </p:grpSpPr>
        <p:sp>
          <p:nvSpPr>
            <p:cNvPr id="1353" name="Google Shape;1353;p11"/>
            <p:cNvSpPr/>
            <p:nvPr/>
          </p:nvSpPr>
          <p:spPr>
            <a:xfrm>
              <a:off x="4352367" y="1409287"/>
              <a:ext cx="1407834" cy="1779317"/>
            </a:xfrm>
            <a:custGeom>
              <a:rect b="b" l="l" r="r" t="t"/>
              <a:pathLst>
                <a:path extrusionOk="0" h="1779317" w="1407834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4" name="Google Shape;1354;p11"/>
            <p:cNvSpPr/>
            <p:nvPr/>
          </p:nvSpPr>
          <p:spPr>
            <a:xfrm>
              <a:off x="4492846" y="1745654"/>
              <a:ext cx="1118701" cy="793785"/>
            </a:xfrm>
            <a:custGeom>
              <a:rect b="b" l="l" r="r" t="t"/>
              <a:pathLst>
                <a:path extrusionOk="0" h="793785" w="1118701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11"/>
            <p:cNvSpPr/>
            <p:nvPr/>
          </p:nvSpPr>
          <p:spPr>
            <a:xfrm>
              <a:off x="3766118" y="879295"/>
              <a:ext cx="2497551" cy="3394041"/>
            </a:xfrm>
            <a:custGeom>
              <a:rect b="b" l="l" r="r" t="t"/>
              <a:pathLst>
                <a:path extrusionOk="0" h="3394041" w="2497551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11"/>
            <p:cNvSpPr/>
            <p:nvPr/>
          </p:nvSpPr>
          <p:spPr>
            <a:xfrm>
              <a:off x="3744257" y="892344"/>
              <a:ext cx="2498022" cy="3393845"/>
            </a:xfrm>
            <a:custGeom>
              <a:rect b="b" l="l" r="r" t="t"/>
              <a:pathLst>
                <a:path extrusionOk="0" h="3393845" w="2498022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11"/>
            <p:cNvSpPr/>
            <p:nvPr/>
          </p:nvSpPr>
          <p:spPr>
            <a:xfrm>
              <a:off x="3740075" y="894303"/>
              <a:ext cx="2498022" cy="3394082"/>
            </a:xfrm>
            <a:custGeom>
              <a:rect b="b" l="l" r="r" t="t"/>
              <a:pathLst>
                <a:path extrusionOk="0" h="3394082" w="2498022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11"/>
            <p:cNvSpPr/>
            <p:nvPr/>
          </p:nvSpPr>
          <p:spPr>
            <a:xfrm>
              <a:off x="3770110" y="934160"/>
              <a:ext cx="2435672" cy="3234830"/>
            </a:xfrm>
            <a:custGeom>
              <a:rect b="b" l="l" r="r" t="t"/>
              <a:pathLst>
                <a:path extrusionOk="0" h="3234830" w="2435672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11"/>
            <p:cNvSpPr/>
            <p:nvPr/>
          </p:nvSpPr>
          <p:spPr>
            <a:xfrm>
              <a:off x="3770110" y="934160"/>
              <a:ext cx="2435006" cy="3234925"/>
            </a:xfrm>
            <a:custGeom>
              <a:rect b="b" l="l" r="r" t="t"/>
              <a:pathLst>
                <a:path extrusionOk="0" h="3234925" w="2435006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11"/>
            <p:cNvSpPr/>
            <p:nvPr/>
          </p:nvSpPr>
          <p:spPr>
            <a:xfrm>
              <a:off x="6215951" y="4191660"/>
              <a:ext cx="26328" cy="93440"/>
            </a:xfrm>
            <a:custGeom>
              <a:rect b="b" l="l" r="r" t="t"/>
              <a:pathLst>
                <a:path extrusionOk="0" h="93440" w="26328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11"/>
            <p:cNvSpPr/>
            <p:nvPr/>
          </p:nvSpPr>
          <p:spPr>
            <a:xfrm>
              <a:off x="3761840" y="882675"/>
              <a:ext cx="63206" cy="27150"/>
            </a:xfrm>
            <a:custGeom>
              <a:rect b="b" l="l" r="r" t="t"/>
              <a:pathLst>
                <a:path extrusionOk="0" h="27150" w="63206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11"/>
            <p:cNvSpPr/>
            <p:nvPr/>
          </p:nvSpPr>
          <p:spPr>
            <a:xfrm>
              <a:off x="1985051" y="2961416"/>
              <a:ext cx="4154298" cy="2403527"/>
            </a:xfrm>
            <a:custGeom>
              <a:rect b="b" l="l" r="r" t="t"/>
              <a:pathLst>
                <a:path extrusionOk="0" h="2403527" w="4154298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11"/>
            <p:cNvSpPr/>
            <p:nvPr/>
          </p:nvSpPr>
          <p:spPr>
            <a:xfrm>
              <a:off x="2036757" y="2930659"/>
              <a:ext cx="4154369" cy="2403042"/>
            </a:xfrm>
            <a:custGeom>
              <a:rect b="b" l="l" r="r" t="t"/>
              <a:pathLst>
                <a:path extrusionOk="0" h="2403042" w="4154369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4" name="Google Shape;1364;p11"/>
            <p:cNvSpPr/>
            <p:nvPr/>
          </p:nvSpPr>
          <p:spPr>
            <a:xfrm>
              <a:off x="2036929" y="3869239"/>
              <a:ext cx="50374" cy="44958"/>
            </a:xfrm>
            <a:custGeom>
              <a:rect b="b" l="l" r="r" t="t"/>
              <a:pathLst>
                <a:path extrusionOk="0" h="44958" w="50374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11"/>
            <p:cNvSpPr/>
            <p:nvPr/>
          </p:nvSpPr>
          <p:spPr>
            <a:xfrm>
              <a:off x="6153886" y="4308341"/>
              <a:ext cx="37258" cy="49244"/>
            </a:xfrm>
            <a:custGeom>
              <a:rect b="b" l="l" r="r" t="t"/>
              <a:pathLst>
                <a:path extrusionOk="0" h="49244" w="37258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11"/>
            <p:cNvSpPr/>
            <p:nvPr/>
          </p:nvSpPr>
          <p:spPr>
            <a:xfrm>
              <a:off x="2036757" y="2892519"/>
              <a:ext cx="4154369" cy="2403360"/>
            </a:xfrm>
            <a:custGeom>
              <a:rect b="b" l="l" r="r" t="t"/>
              <a:pathLst>
                <a:path extrusionOk="0" h="2403360" w="4154369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7" name="Google Shape;1367;p11"/>
            <p:cNvSpPr/>
            <p:nvPr/>
          </p:nvSpPr>
          <p:spPr>
            <a:xfrm>
              <a:off x="2036757" y="2886502"/>
              <a:ext cx="4154369" cy="2403527"/>
            </a:xfrm>
            <a:custGeom>
              <a:rect b="b" l="l" r="r" t="t"/>
              <a:pathLst>
                <a:path extrusionOk="0" h="2403527" w="4154369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8" name="Google Shape;1368;p11"/>
            <p:cNvSpPr/>
            <p:nvPr/>
          </p:nvSpPr>
          <p:spPr>
            <a:xfrm>
              <a:off x="3500252" y="306524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11"/>
            <p:cNvSpPr/>
            <p:nvPr/>
          </p:nvSpPr>
          <p:spPr>
            <a:xfrm>
              <a:off x="3657092" y="3155925"/>
              <a:ext cx="266442" cy="153985"/>
            </a:xfrm>
            <a:custGeom>
              <a:rect b="b" l="l" r="r" t="t"/>
              <a:pathLst>
                <a:path extrusionOk="0" h="153985" w="266442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0" name="Google Shape;1370;p11"/>
            <p:cNvSpPr/>
            <p:nvPr/>
          </p:nvSpPr>
          <p:spPr>
            <a:xfrm>
              <a:off x="3815428" y="3247563"/>
              <a:ext cx="266636" cy="153995"/>
            </a:xfrm>
            <a:custGeom>
              <a:rect b="b" l="l" r="r" t="t"/>
              <a:pathLst>
                <a:path extrusionOk="0" h="153995" w="266636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1" name="Google Shape;1371;p11"/>
            <p:cNvSpPr/>
            <p:nvPr/>
          </p:nvSpPr>
          <p:spPr>
            <a:xfrm>
              <a:off x="3970462" y="3337185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2" name="Google Shape;1372;p11"/>
            <p:cNvSpPr/>
            <p:nvPr/>
          </p:nvSpPr>
          <p:spPr>
            <a:xfrm>
              <a:off x="4127000" y="3427863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1373;p11"/>
            <p:cNvSpPr/>
            <p:nvPr/>
          </p:nvSpPr>
          <p:spPr>
            <a:xfrm>
              <a:off x="4283886" y="3519017"/>
              <a:ext cx="266280" cy="153993"/>
            </a:xfrm>
            <a:custGeom>
              <a:rect b="b" l="l" r="r" t="t"/>
              <a:pathLst>
                <a:path extrusionOk="0" h="153993" w="26628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11"/>
            <p:cNvSpPr/>
            <p:nvPr/>
          </p:nvSpPr>
          <p:spPr>
            <a:xfrm>
              <a:off x="4440564" y="3609219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1375;p11"/>
            <p:cNvSpPr/>
            <p:nvPr/>
          </p:nvSpPr>
          <p:spPr>
            <a:xfrm>
              <a:off x="4597287" y="3699905"/>
              <a:ext cx="266442" cy="153983"/>
            </a:xfrm>
            <a:custGeom>
              <a:rect b="b" l="l" r="r" t="t"/>
              <a:pathLst>
                <a:path extrusionOk="0" h="153983" w="266442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6" name="Google Shape;1376;p11"/>
            <p:cNvSpPr/>
            <p:nvPr/>
          </p:nvSpPr>
          <p:spPr>
            <a:xfrm>
              <a:off x="4753934" y="3790488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7" name="Google Shape;1377;p11"/>
            <p:cNvSpPr/>
            <p:nvPr/>
          </p:nvSpPr>
          <p:spPr>
            <a:xfrm>
              <a:off x="4910657" y="3881158"/>
              <a:ext cx="266058" cy="153915"/>
            </a:xfrm>
            <a:custGeom>
              <a:rect b="b" l="l" r="r" t="t"/>
              <a:pathLst>
                <a:path extrusionOk="0" h="153915" w="266058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11"/>
            <p:cNvSpPr/>
            <p:nvPr/>
          </p:nvSpPr>
          <p:spPr>
            <a:xfrm>
              <a:off x="5067303" y="3971836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1379;p11"/>
            <p:cNvSpPr/>
            <p:nvPr/>
          </p:nvSpPr>
          <p:spPr>
            <a:xfrm>
              <a:off x="5224035" y="4062514"/>
              <a:ext cx="266528" cy="154092"/>
            </a:xfrm>
            <a:custGeom>
              <a:rect b="b" l="l" r="r" t="t"/>
              <a:pathLst>
                <a:path extrusionOk="0" h="154092" w="26652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0" name="Google Shape;1380;p11"/>
            <p:cNvSpPr/>
            <p:nvPr/>
          </p:nvSpPr>
          <p:spPr>
            <a:xfrm>
              <a:off x="5380534" y="4153137"/>
              <a:ext cx="266473" cy="154041"/>
            </a:xfrm>
            <a:custGeom>
              <a:rect b="b" l="l" r="r" t="t"/>
              <a:pathLst>
                <a:path extrusionOk="0" h="154041" w="266473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1381;p11"/>
            <p:cNvSpPr/>
            <p:nvPr/>
          </p:nvSpPr>
          <p:spPr>
            <a:xfrm>
              <a:off x="5537405" y="4243783"/>
              <a:ext cx="341715" cy="197836"/>
            </a:xfrm>
            <a:custGeom>
              <a:rect b="b" l="l" r="r" t="t"/>
              <a:pathLst>
                <a:path extrusionOk="0" h="197836" w="341715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2" name="Google Shape;1382;p11"/>
            <p:cNvSpPr/>
            <p:nvPr/>
          </p:nvSpPr>
          <p:spPr>
            <a:xfrm>
              <a:off x="3580766" y="3287750"/>
              <a:ext cx="266442" cy="153846"/>
            </a:xfrm>
            <a:custGeom>
              <a:rect b="b" l="l" r="r" t="t"/>
              <a:pathLst>
                <a:path extrusionOk="0" h="153846" w="266442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11"/>
            <p:cNvSpPr/>
            <p:nvPr/>
          </p:nvSpPr>
          <p:spPr>
            <a:xfrm>
              <a:off x="3737968" y="3378809"/>
              <a:ext cx="266343" cy="153636"/>
            </a:xfrm>
            <a:custGeom>
              <a:rect b="b" l="l" r="r" t="t"/>
              <a:pathLst>
                <a:path extrusionOk="0" h="153636" w="266343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1384;p11"/>
            <p:cNvSpPr/>
            <p:nvPr/>
          </p:nvSpPr>
          <p:spPr>
            <a:xfrm>
              <a:off x="3894706" y="346920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5" name="Google Shape;1385;p11"/>
            <p:cNvSpPr/>
            <p:nvPr/>
          </p:nvSpPr>
          <p:spPr>
            <a:xfrm>
              <a:off x="4051822" y="3559729"/>
              <a:ext cx="266144" cy="154280"/>
            </a:xfrm>
            <a:custGeom>
              <a:rect b="b" l="l" r="r" t="t"/>
              <a:pathLst>
                <a:path extrusionOk="0" h="154280" w="266144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1386;p11"/>
            <p:cNvSpPr/>
            <p:nvPr/>
          </p:nvSpPr>
          <p:spPr>
            <a:xfrm>
              <a:off x="4207595" y="3649708"/>
              <a:ext cx="266442" cy="154372"/>
            </a:xfrm>
            <a:custGeom>
              <a:rect b="b" l="l" r="r" t="t"/>
              <a:pathLst>
                <a:path extrusionOk="0" h="154372" w="266442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7" name="Google Shape;1387;p11"/>
            <p:cNvSpPr/>
            <p:nvPr/>
          </p:nvSpPr>
          <p:spPr>
            <a:xfrm>
              <a:off x="4364526" y="3740759"/>
              <a:ext cx="266248" cy="154101"/>
            </a:xfrm>
            <a:custGeom>
              <a:rect b="b" l="l" r="r" t="t"/>
              <a:pathLst>
                <a:path extrusionOk="0" h="154101" w="266248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11"/>
            <p:cNvSpPr/>
            <p:nvPr/>
          </p:nvSpPr>
          <p:spPr>
            <a:xfrm>
              <a:off x="4521449" y="3831731"/>
              <a:ext cx="266334" cy="153985"/>
            </a:xfrm>
            <a:custGeom>
              <a:rect b="b" l="l" r="r" t="t"/>
              <a:pathLst>
                <a:path extrusionOk="0" h="153985" w="266334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p11"/>
            <p:cNvSpPr/>
            <p:nvPr/>
          </p:nvSpPr>
          <p:spPr>
            <a:xfrm>
              <a:off x="4678466" y="3922592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11"/>
            <p:cNvSpPr/>
            <p:nvPr/>
          </p:nvSpPr>
          <p:spPr>
            <a:xfrm>
              <a:off x="4835195" y="4013365"/>
              <a:ext cx="266474" cy="153993"/>
            </a:xfrm>
            <a:custGeom>
              <a:rect b="b" l="l" r="r" t="t"/>
              <a:pathLst>
                <a:path extrusionOk="0" h="153993" w="266474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1391;p11"/>
            <p:cNvSpPr/>
            <p:nvPr/>
          </p:nvSpPr>
          <p:spPr>
            <a:xfrm>
              <a:off x="4992397" y="4104213"/>
              <a:ext cx="266533" cy="154079"/>
            </a:xfrm>
            <a:custGeom>
              <a:rect b="b" l="l" r="r" t="t"/>
              <a:pathLst>
                <a:path extrusionOk="0" h="154079" w="266533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11"/>
            <p:cNvSpPr/>
            <p:nvPr/>
          </p:nvSpPr>
          <p:spPr>
            <a:xfrm>
              <a:off x="5149329" y="4195292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11"/>
            <p:cNvSpPr/>
            <p:nvPr/>
          </p:nvSpPr>
          <p:spPr>
            <a:xfrm>
              <a:off x="5306305" y="4285820"/>
              <a:ext cx="266280" cy="154040"/>
            </a:xfrm>
            <a:custGeom>
              <a:rect b="b" l="l" r="r" t="t"/>
              <a:pathLst>
                <a:path extrusionOk="0" h="154040" w="26628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11"/>
            <p:cNvSpPr/>
            <p:nvPr/>
          </p:nvSpPr>
          <p:spPr>
            <a:xfrm>
              <a:off x="3348561" y="3153075"/>
              <a:ext cx="342095" cy="197622"/>
            </a:xfrm>
            <a:custGeom>
              <a:rect b="b" l="l" r="r" t="t"/>
              <a:pathLst>
                <a:path extrusionOk="0" h="197622" w="342095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11"/>
            <p:cNvSpPr/>
            <p:nvPr/>
          </p:nvSpPr>
          <p:spPr>
            <a:xfrm>
              <a:off x="5350264" y="4375807"/>
              <a:ext cx="378572" cy="242223"/>
            </a:xfrm>
            <a:custGeom>
              <a:rect b="b" l="l" r="r" t="t"/>
              <a:pathLst>
                <a:path extrusionOk="0" h="242223" w="378572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11"/>
            <p:cNvSpPr/>
            <p:nvPr/>
          </p:nvSpPr>
          <p:spPr>
            <a:xfrm>
              <a:off x="2893378" y="3416909"/>
              <a:ext cx="266442" cy="154101"/>
            </a:xfrm>
            <a:custGeom>
              <a:rect b="b" l="l" r="r" t="t"/>
              <a:pathLst>
                <a:path extrusionOk="0" h="154101" w="266442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11"/>
            <p:cNvSpPr/>
            <p:nvPr/>
          </p:nvSpPr>
          <p:spPr>
            <a:xfrm>
              <a:off x="3049635" y="350749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8" name="Google Shape;1398;p11"/>
            <p:cNvSpPr/>
            <p:nvPr/>
          </p:nvSpPr>
          <p:spPr>
            <a:xfrm>
              <a:off x="3205860" y="3597884"/>
              <a:ext cx="266188" cy="153922"/>
            </a:xfrm>
            <a:custGeom>
              <a:rect b="b" l="l" r="r" t="t"/>
              <a:pathLst>
                <a:path extrusionOk="0" h="153922" w="266188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1399;p11"/>
            <p:cNvSpPr/>
            <p:nvPr/>
          </p:nvSpPr>
          <p:spPr>
            <a:xfrm>
              <a:off x="4536462" y="4367735"/>
              <a:ext cx="266437" cy="154256"/>
            </a:xfrm>
            <a:custGeom>
              <a:rect b="b" l="l" r="r" t="t"/>
              <a:pathLst>
                <a:path extrusionOk="0" h="154256" w="266437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11"/>
            <p:cNvSpPr/>
            <p:nvPr/>
          </p:nvSpPr>
          <p:spPr>
            <a:xfrm>
              <a:off x="4692711" y="4458183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1401;p11"/>
            <p:cNvSpPr/>
            <p:nvPr/>
          </p:nvSpPr>
          <p:spPr>
            <a:xfrm>
              <a:off x="4849162" y="4548575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11"/>
            <p:cNvSpPr/>
            <p:nvPr/>
          </p:nvSpPr>
          <p:spPr>
            <a:xfrm>
              <a:off x="5005419" y="4638967"/>
              <a:ext cx="266537" cy="154092"/>
            </a:xfrm>
            <a:custGeom>
              <a:rect b="b" l="l" r="r" t="t"/>
              <a:pathLst>
                <a:path extrusionOk="0" h="154092" w="266537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11"/>
            <p:cNvSpPr/>
            <p:nvPr/>
          </p:nvSpPr>
          <p:spPr>
            <a:xfrm>
              <a:off x="3362257" y="3688277"/>
              <a:ext cx="306733" cy="177321"/>
            </a:xfrm>
            <a:custGeom>
              <a:rect b="b" l="l" r="r" t="t"/>
              <a:pathLst>
                <a:path extrusionOk="0" h="177321" w="306733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11"/>
            <p:cNvSpPr/>
            <p:nvPr/>
          </p:nvSpPr>
          <p:spPr>
            <a:xfrm>
              <a:off x="4339992" y="4254062"/>
              <a:ext cx="306655" cy="177321"/>
            </a:xfrm>
            <a:custGeom>
              <a:rect b="b" l="l" r="r" t="t"/>
              <a:pathLst>
                <a:path extrusionOk="0" h="177321" w="306655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11"/>
            <p:cNvSpPr/>
            <p:nvPr/>
          </p:nvSpPr>
          <p:spPr>
            <a:xfrm>
              <a:off x="3558805" y="3802100"/>
              <a:ext cx="891371" cy="515693"/>
            </a:xfrm>
            <a:custGeom>
              <a:rect b="b" l="l" r="r" t="t"/>
              <a:pathLst>
                <a:path extrusionOk="0" h="515693" w="891371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11"/>
            <p:cNvSpPr/>
            <p:nvPr/>
          </p:nvSpPr>
          <p:spPr>
            <a:xfrm>
              <a:off x="3471751" y="3400145"/>
              <a:ext cx="266623" cy="154042"/>
            </a:xfrm>
            <a:custGeom>
              <a:rect b="b" l="l" r="r" t="t"/>
              <a:pathLst>
                <a:path extrusionOk="0" h="154042" w="266623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11"/>
            <p:cNvSpPr/>
            <p:nvPr/>
          </p:nvSpPr>
          <p:spPr>
            <a:xfrm>
              <a:off x="3628284" y="3490390"/>
              <a:ext cx="266442" cy="154037"/>
            </a:xfrm>
            <a:custGeom>
              <a:rect b="b" l="l" r="r" t="t"/>
              <a:pathLst>
                <a:path extrusionOk="0" h="154037" w="266442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11"/>
            <p:cNvSpPr/>
            <p:nvPr/>
          </p:nvSpPr>
          <p:spPr>
            <a:xfrm>
              <a:off x="3784546" y="3581216"/>
              <a:ext cx="266667" cy="153993"/>
            </a:xfrm>
            <a:custGeom>
              <a:rect b="b" l="l" r="r" t="t"/>
              <a:pathLst>
                <a:path extrusionOk="0" h="153993" w="266667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11"/>
            <p:cNvSpPr/>
            <p:nvPr/>
          </p:nvSpPr>
          <p:spPr>
            <a:xfrm>
              <a:off x="3941088" y="3671799"/>
              <a:ext cx="266351" cy="153784"/>
            </a:xfrm>
            <a:custGeom>
              <a:rect b="b" l="l" r="r" t="t"/>
              <a:pathLst>
                <a:path extrusionOk="0" h="153784" w="266351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11"/>
            <p:cNvSpPr/>
            <p:nvPr/>
          </p:nvSpPr>
          <p:spPr>
            <a:xfrm>
              <a:off x="4097622" y="3762381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11"/>
            <p:cNvSpPr/>
            <p:nvPr/>
          </p:nvSpPr>
          <p:spPr>
            <a:xfrm>
              <a:off x="4254133" y="3852876"/>
              <a:ext cx="266854" cy="154172"/>
            </a:xfrm>
            <a:custGeom>
              <a:rect b="b" l="l" r="r" t="t"/>
              <a:pathLst>
                <a:path extrusionOk="0" h="154172" w="266854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11"/>
            <p:cNvSpPr/>
            <p:nvPr/>
          </p:nvSpPr>
          <p:spPr>
            <a:xfrm>
              <a:off x="4410814" y="394345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11"/>
            <p:cNvSpPr/>
            <p:nvPr/>
          </p:nvSpPr>
          <p:spPr>
            <a:xfrm>
              <a:off x="4567356" y="4034034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11"/>
            <p:cNvSpPr/>
            <p:nvPr/>
          </p:nvSpPr>
          <p:spPr>
            <a:xfrm>
              <a:off x="4723985" y="4124617"/>
              <a:ext cx="266248" cy="154017"/>
            </a:xfrm>
            <a:custGeom>
              <a:rect b="b" l="l" r="r" t="t"/>
              <a:pathLst>
                <a:path extrusionOk="0" h="154017" w="266248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11"/>
            <p:cNvSpPr/>
            <p:nvPr/>
          </p:nvSpPr>
          <p:spPr>
            <a:xfrm>
              <a:off x="4880346" y="4215112"/>
              <a:ext cx="266334" cy="154040"/>
            </a:xfrm>
            <a:custGeom>
              <a:rect b="b" l="l" r="r" t="t"/>
              <a:pathLst>
                <a:path extrusionOk="0" h="154040" w="266334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11"/>
            <p:cNvSpPr/>
            <p:nvPr/>
          </p:nvSpPr>
          <p:spPr>
            <a:xfrm>
              <a:off x="5036888" y="430568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11"/>
            <p:cNvSpPr/>
            <p:nvPr/>
          </p:nvSpPr>
          <p:spPr>
            <a:xfrm>
              <a:off x="5193145" y="4396270"/>
              <a:ext cx="266239" cy="154284"/>
            </a:xfrm>
            <a:custGeom>
              <a:rect b="b" l="l" r="r" t="t"/>
              <a:pathLst>
                <a:path extrusionOk="0" h="154284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1418;p11"/>
            <p:cNvSpPr/>
            <p:nvPr/>
          </p:nvSpPr>
          <p:spPr>
            <a:xfrm>
              <a:off x="3196776" y="3241078"/>
              <a:ext cx="384874" cy="222382"/>
            </a:xfrm>
            <a:custGeom>
              <a:rect b="b" l="l" r="r" t="t"/>
              <a:pathLst>
                <a:path extrusionOk="0" h="222382" w="384874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11"/>
            <p:cNvSpPr/>
            <p:nvPr/>
          </p:nvSpPr>
          <p:spPr>
            <a:xfrm>
              <a:off x="3242171" y="3443016"/>
              <a:ext cx="266280" cy="153882"/>
            </a:xfrm>
            <a:custGeom>
              <a:rect b="b" l="l" r="r" t="t"/>
              <a:pathLst>
                <a:path extrusionOk="0" h="153882" w="26628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11"/>
            <p:cNvSpPr/>
            <p:nvPr/>
          </p:nvSpPr>
          <p:spPr>
            <a:xfrm>
              <a:off x="3398660" y="353359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1421;p11"/>
            <p:cNvSpPr/>
            <p:nvPr/>
          </p:nvSpPr>
          <p:spPr>
            <a:xfrm>
              <a:off x="3554723" y="3624118"/>
              <a:ext cx="266722" cy="153784"/>
            </a:xfrm>
            <a:custGeom>
              <a:rect b="b" l="l" r="r" t="t"/>
              <a:pathLst>
                <a:path extrusionOk="0" h="153784" w="266722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11"/>
            <p:cNvSpPr/>
            <p:nvPr/>
          </p:nvSpPr>
          <p:spPr>
            <a:xfrm>
              <a:off x="3711455" y="3714661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1423;p11"/>
            <p:cNvSpPr/>
            <p:nvPr/>
          </p:nvSpPr>
          <p:spPr>
            <a:xfrm>
              <a:off x="3868572" y="3805244"/>
              <a:ext cx="266280" cy="154106"/>
            </a:xfrm>
            <a:custGeom>
              <a:rect b="b" l="l" r="r" t="t"/>
              <a:pathLst>
                <a:path extrusionOk="0" h="154106" w="26628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11"/>
            <p:cNvSpPr/>
            <p:nvPr/>
          </p:nvSpPr>
          <p:spPr>
            <a:xfrm>
              <a:off x="4024630" y="3895731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11"/>
            <p:cNvSpPr/>
            <p:nvPr/>
          </p:nvSpPr>
          <p:spPr>
            <a:xfrm>
              <a:off x="4181086" y="398631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11"/>
            <p:cNvSpPr/>
            <p:nvPr/>
          </p:nvSpPr>
          <p:spPr>
            <a:xfrm>
              <a:off x="4337714" y="4076809"/>
              <a:ext cx="266248" cy="154040"/>
            </a:xfrm>
            <a:custGeom>
              <a:rect b="b" l="l" r="r" t="t"/>
              <a:pathLst>
                <a:path extrusionOk="0" h="154040" w="266248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11"/>
            <p:cNvSpPr/>
            <p:nvPr/>
          </p:nvSpPr>
          <p:spPr>
            <a:xfrm>
              <a:off x="4494075" y="416738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11"/>
            <p:cNvSpPr/>
            <p:nvPr/>
          </p:nvSpPr>
          <p:spPr>
            <a:xfrm>
              <a:off x="4650609" y="4257915"/>
              <a:ext cx="266153" cy="154012"/>
            </a:xfrm>
            <a:custGeom>
              <a:rect b="b" l="l" r="r" t="t"/>
              <a:pathLst>
                <a:path extrusionOk="0" h="154012" w="266153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11"/>
            <p:cNvSpPr/>
            <p:nvPr/>
          </p:nvSpPr>
          <p:spPr>
            <a:xfrm>
              <a:off x="4807065" y="434845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11"/>
            <p:cNvSpPr/>
            <p:nvPr/>
          </p:nvSpPr>
          <p:spPr>
            <a:xfrm>
              <a:off x="4963756" y="4439037"/>
              <a:ext cx="459701" cy="266038"/>
            </a:xfrm>
            <a:custGeom>
              <a:rect b="b" l="l" r="r" t="t"/>
              <a:pathLst>
                <a:path extrusionOk="0" h="266038" w="459701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11"/>
            <p:cNvSpPr/>
            <p:nvPr/>
          </p:nvSpPr>
          <p:spPr>
            <a:xfrm>
              <a:off x="3045263" y="3329192"/>
              <a:ext cx="306655" cy="177371"/>
            </a:xfrm>
            <a:custGeom>
              <a:rect b="b" l="l" r="r" t="t"/>
              <a:pathLst>
                <a:path extrusionOk="0" h="177371" w="306655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2" name="Google Shape;1432;p11"/>
            <p:cNvSpPr/>
            <p:nvPr/>
          </p:nvSpPr>
          <p:spPr>
            <a:xfrm>
              <a:off x="3658039" y="3005282"/>
              <a:ext cx="2325529" cy="1345328"/>
            </a:xfrm>
            <a:custGeom>
              <a:rect b="b" l="l" r="r" t="t"/>
              <a:pathLst>
                <a:path extrusionOk="0" h="1345328" w="2325529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11"/>
            <p:cNvSpPr/>
            <p:nvPr/>
          </p:nvSpPr>
          <p:spPr>
            <a:xfrm>
              <a:off x="2758377" y="3858961"/>
              <a:ext cx="1752611" cy="1013632"/>
            </a:xfrm>
            <a:custGeom>
              <a:rect b="b" l="l" r="r" t="t"/>
              <a:pathLst>
                <a:path extrusionOk="0" h="1013632" w="1752611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4" name="Google Shape;1434;p11"/>
            <p:cNvSpPr/>
            <p:nvPr/>
          </p:nvSpPr>
          <p:spPr>
            <a:xfrm>
              <a:off x="2759571" y="3871207"/>
              <a:ext cx="1750478" cy="1001386"/>
            </a:xfrm>
            <a:custGeom>
              <a:rect b="b" l="l" r="r" t="t"/>
              <a:pathLst>
                <a:path extrusionOk="0" h="1001386" w="1750478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11"/>
            <p:cNvSpPr/>
            <p:nvPr/>
          </p:nvSpPr>
          <p:spPr>
            <a:xfrm>
              <a:off x="3817633" y="2891711"/>
              <a:ext cx="2255273" cy="1359741"/>
            </a:xfrm>
            <a:custGeom>
              <a:rect b="b" l="l" r="r" t="t"/>
              <a:pathLst>
                <a:path extrusionOk="0" h="1359741" w="2255273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11"/>
            <p:cNvSpPr/>
            <p:nvPr/>
          </p:nvSpPr>
          <p:spPr>
            <a:xfrm>
              <a:off x="3899944" y="2334804"/>
              <a:ext cx="319167" cy="507819"/>
            </a:xfrm>
            <a:custGeom>
              <a:rect b="b" l="l" r="r" t="t"/>
              <a:pathLst>
                <a:path extrusionOk="0" h="507819" w="319167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11"/>
            <p:cNvSpPr/>
            <p:nvPr/>
          </p:nvSpPr>
          <p:spPr>
            <a:xfrm>
              <a:off x="3899468" y="1737396"/>
              <a:ext cx="318787" cy="562544"/>
            </a:xfrm>
            <a:custGeom>
              <a:rect b="b" l="l" r="r" t="t"/>
              <a:pathLst>
                <a:path extrusionOk="0" h="562544" w="318787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11"/>
            <p:cNvSpPr/>
            <p:nvPr/>
          </p:nvSpPr>
          <p:spPr>
            <a:xfrm>
              <a:off x="3979213" y="1913870"/>
              <a:ext cx="161864" cy="209418"/>
            </a:xfrm>
            <a:custGeom>
              <a:rect b="b" l="l" r="r" t="t"/>
              <a:pathLst>
                <a:path extrusionOk="0" h="209418" w="161864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11"/>
            <p:cNvSpPr/>
            <p:nvPr/>
          </p:nvSpPr>
          <p:spPr>
            <a:xfrm>
              <a:off x="4045651" y="1966906"/>
              <a:ext cx="50374" cy="107156"/>
            </a:xfrm>
            <a:custGeom>
              <a:rect b="b" l="l" r="r" t="t"/>
              <a:pathLst>
                <a:path extrusionOk="0" h="107156" w="50374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11"/>
            <p:cNvSpPr/>
            <p:nvPr/>
          </p:nvSpPr>
          <p:spPr>
            <a:xfrm>
              <a:off x="3899183" y="1178204"/>
              <a:ext cx="318787" cy="538687"/>
            </a:xfrm>
            <a:custGeom>
              <a:rect b="b" l="l" r="r" t="t"/>
              <a:pathLst>
                <a:path extrusionOk="0" h="538687" w="318787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11"/>
            <p:cNvSpPr/>
            <p:nvPr/>
          </p:nvSpPr>
          <p:spPr>
            <a:xfrm>
              <a:off x="3979213" y="1338206"/>
              <a:ext cx="159393" cy="203465"/>
            </a:xfrm>
            <a:custGeom>
              <a:rect b="b" l="l" r="r" t="t"/>
              <a:pathLst>
                <a:path extrusionOk="0" h="203465" w="159393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11"/>
            <p:cNvSpPr/>
            <p:nvPr/>
          </p:nvSpPr>
          <p:spPr>
            <a:xfrm>
              <a:off x="3993280" y="2480040"/>
              <a:ext cx="134491" cy="224767"/>
            </a:xfrm>
            <a:custGeom>
              <a:rect b="b" l="l" r="r" t="t"/>
              <a:pathLst>
                <a:path extrusionOk="0" h="224767" w="134491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11"/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rect b="b" l="l" r="r" t="t"/>
              <a:pathLst>
                <a:path extrusionOk="0" h="124586" w="71855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11"/>
            <p:cNvSpPr/>
            <p:nvPr/>
          </p:nvSpPr>
          <p:spPr>
            <a:xfrm>
              <a:off x="4492846" y="2048739"/>
              <a:ext cx="559351" cy="469824"/>
            </a:xfrm>
            <a:custGeom>
              <a:rect b="b" l="l" r="r" t="t"/>
              <a:pathLst>
                <a:path extrusionOk="0" h="469824" w="559351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11"/>
            <p:cNvSpPr/>
            <p:nvPr/>
          </p:nvSpPr>
          <p:spPr>
            <a:xfrm>
              <a:off x="4353888" y="2645824"/>
              <a:ext cx="1638988" cy="1231605"/>
            </a:xfrm>
            <a:custGeom>
              <a:rect b="b" l="l" r="r" t="t"/>
              <a:pathLst>
                <a:path extrusionOk="0" h="123160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11"/>
            <p:cNvSpPr/>
            <p:nvPr/>
          </p:nvSpPr>
          <p:spPr>
            <a:xfrm>
              <a:off x="4353888" y="2645824"/>
              <a:ext cx="1638988" cy="746475"/>
            </a:xfrm>
            <a:custGeom>
              <a:rect b="b" l="l" r="r" t="t"/>
              <a:pathLst>
                <a:path extrusionOk="0" h="74647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cap="flat" cmpd="sng" w="10075">
              <a:solidFill>
                <a:srgbClr val="CCCE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11"/>
            <p:cNvSpPr/>
            <p:nvPr/>
          </p:nvSpPr>
          <p:spPr>
            <a:xfrm>
              <a:off x="4257005" y="773645"/>
              <a:ext cx="165344" cy="325643"/>
            </a:xfrm>
            <a:custGeom>
              <a:rect b="b" l="l" r="r" t="t"/>
              <a:pathLst>
                <a:path extrusionOk="0" h="325643" w="165344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11"/>
            <p:cNvSpPr/>
            <p:nvPr/>
          </p:nvSpPr>
          <p:spPr>
            <a:xfrm>
              <a:off x="4272441" y="1538278"/>
              <a:ext cx="113451" cy="88273"/>
            </a:xfrm>
            <a:custGeom>
              <a:rect b="b" l="l" r="r" t="t"/>
              <a:pathLst>
                <a:path extrusionOk="0" h="88273" w="113451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11"/>
            <p:cNvSpPr/>
            <p:nvPr/>
          </p:nvSpPr>
          <p:spPr>
            <a:xfrm>
              <a:off x="4272622" y="1567332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11"/>
            <p:cNvSpPr/>
            <p:nvPr/>
          </p:nvSpPr>
          <p:spPr>
            <a:xfrm>
              <a:off x="4135669" y="1458312"/>
              <a:ext cx="113522" cy="85076"/>
            </a:xfrm>
            <a:custGeom>
              <a:rect b="b" l="l" r="r" t="t"/>
              <a:pathLst>
                <a:path extrusionOk="0" h="85076" w="113522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11"/>
            <p:cNvSpPr/>
            <p:nvPr/>
          </p:nvSpPr>
          <p:spPr>
            <a:xfrm>
              <a:off x="4135660" y="1485798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11"/>
            <p:cNvSpPr/>
            <p:nvPr/>
          </p:nvSpPr>
          <p:spPr>
            <a:xfrm>
              <a:off x="4163850" y="1066881"/>
              <a:ext cx="398264" cy="482949"/>
            </a:xfrm>
            <a:custGeom>
              <a:rect b="b" l="l" r="r" t="t"/>
              <a:pathLst>
                <a:path extrusionOk="0" h="482949" w="398264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11"/>
            <p:cNvSpPr/>
            <p:nvPr/>
          </p:nvSpPr>
          <p:spPr>
            <a:xfrm>
              <a:off x="4403391" y="743705"/>
              <a:ext cx="125692" cy="122150"/>
            </a:xfrm>
            <a:custGeom>
              <a:rect b="b" l="l" r="r" t="t"/>
              <a:pathLst>
                <a:path extrusionOk="0" h="122150" w="125692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11"/>
            <p:cNvSpPr/>
            <p:nvPr/>
          </p:nvSpPr>
          <p:spPr>
            <a:xfrm>
              <a:off x="4358991" y="760843"/>
              <a:ext cx="203859" cy="398340"/>
            </a:xfrm>
            <a:custGeom>
              <a:rect b="b" l="l" r="r" t="t"/>
              <a:pathLst>
                <a:path extrusionOk="0" h="398340" w="203859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11"/>
            <p:cNvSpPr/>
            <p:nvPr/>
          </p:nvSpPr>
          <p:spPr>
            <a:xfrm>
              <a:off x="4398650" y="616917"/>
              <a:ext cx="135166" cy="164844"/>
            </a:xfrm>
            <a:custGeom>
              <a:rect b="b" l="l" r="r" t="t"/>
              <a:pathLst>
                <a:path extrusionOk="0" h="164844" w="135166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11"/>
            <p:cNvSpPr/>
            <p:nvPr/>
          </p:nvSpPr>
          <p:spPr>
            <a:xfrm>
              <a:off x="4403852" y="602477"/>
              <a:ext cx="142520" cy="141227"/>
            </a:xfrm>
            <a:custGeom>
              <a:rect b="b" l="l" r="r" t="t"/>
              <a:pathLst>
                <a:path extrusionOk="0" h="141227" w="14252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1457;p11"/>
            <p:cNvSpPr/>
            <p:nvPr/>
          </p:nvSpPr>
          <p:spPr>
            <a:xfrm>
              <a:off x="4338015" y="761231"/>
              <a:ext cx="65677" cy="95630"/>
            </a:xfrm>
            <a:custGeom>
              <a:rect b="b" l="l" r="r" t="t"/>
              <a:pathLst>
                <a:path extrusionOk="0" h="95630" w="65677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11"/>
            <p:cNvSpPr/>
            <p:nvPr/>
          </p:nvSpPr>
          <p:spPr>
            <a:xfrm>
              <a:off x="5408528" y="1603174"/>
              <a:ext cx="974325" cy="1973896"/>
            </a:xfrm>
            <a:custGeom>
              <a:rect b="b" l="l" r="r" t="t"/>
              <a:pathLst>
                <a:path extrusionOk="0" h="1973896" w="974325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11"/>
            <p:cNvSpPr/>
            <p:nvPr/>
          </p:nvSpPr>
          <p:spPr>
            <a:xfrm>
              <a:off x="6324400" y="3534911"/>
              <a:ext cx="27183" cy="49530"/>
            </a:xfrm>
            <a:custGeom>
              <a:rect b="b" l="l" r="r" t="t"/>
              <a:pathLst>
                <a:path extrusionOk="0" h="49530" w="27183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1460;p11"/>
            <p:cNvSpPr/>
            <p:nvPr/>
          </p:nvSpPr>
          <p:spPr>
            <a:xfrm>
              <a:off x="5423355" y="1605432"/>
              <a:ext cx="45242" cy="39909"/>
            </a:xfrm>
            <a:custGeom>
              <a:rect b="b" l="l" r="r" t="t"/>
              <a:pathLst>
                <a:path extrusionOk="0" h="39909" w="45242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1461;p11"/>
            <p:cNvSpPr/>
            <p:nvPr/>
          </p:nvSpPr>
          <p:spPr>
            <a:xfrm>
              <a:off x="5387713" y="1613611"/>
              <a:ext cx="974325" cy="1973876"/>
            </a:xfrm>
            <a:custGeom>
              <a:rect b="b" l="l" r="r" t="t"/>
              <a:pathLst>
                <a:path extrusionOk="0" h="1973876" w="974325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1462;p11"/>
            <p:cNvSpPr/>
            <p:nvPr/>
          </p:nvSpPr>
          <p:spPr>
            <a:xfrm>
              <a:off x="5477912" y="174973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11"/>
            <p:cNvSpPr/>
            <p:nvPr/>
          </p:nvSpPr>
          <p:spPr>
            <a:xfrm>
              <a:off x="5649377" y="1848986"/>
              <a:ext cx="613432" cy="407098"/>
            </a:xfrm>
            <a:custGeom>
              <a:rect b="b" l="l" r="r" t="t"/>
              <a:pathLst>
                <a:path extrusionOk="0" h="407098" w="613432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11"/>
            <p:cNvSpPr/>
            <p:nvPr/>
          </p:nvSpPr>
          <p:spPr>
            <a:xfrm>
              <a:off x="5477912" y="191680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11"/>
            <p:cNvSpPr/>
            <p:nvPr/>
          </p:nvSpPr>
          <p:spPr>
            <a:xfrm>
              <a:off x="5649377" y="2015959"/>
              <a:ext cx="405945" cy="287083"/>
            </a:xfrm>
            <a:custGeom>
              <a:rect b="b" l="l" r="r" t="t"/>
              <a:pathLst>
                <a:path extrusionOk="0" h="287083" w="405945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1466;p11"/>
            <p:cNvSpPr/>
            <p:nvPr/>
          </p:nvSpPr>
          <p:spPr>
            <a:xfrm>
              <a:off x="5477912" y="2000338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11"/>
            <p:cNvSpPr/>
            <p:nvPr/>
          </p:nvSpPr>
          <p:spPr>
            <a:xfrm>
              <a:off x="5649377" y="2099494"/>
              <a:ext cx="505174" cy="344519"/>
            </a:xfrm>
            <a:custGeom>
              <a:rect b="b" l="l" r="r" t="t"/>
              <a:pathLst>
                <a:path extrusionOk="0" h="344519" w="505174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11"/>
            <p:cNvSpPr/>
            <p:nvPr/>
          </p:nvSpPr>
          <p:spPr>
            <a:xfrm>
              <a:off x="5477912" y="208377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11"/>
            <p:cNvSpPr/>
            <p:nvPr/>
          </p:nvSpPr>
          <p:spPr>
            <a:xfrm>
              <a:off x="5649377" y="2183028"/>
              <a:ext cx="351863" cy="255746"/>
            </a:xfrm>
            <a:custGeom>
              <a:rect b="b" l="l" r="r" t="t"/>
              <a:pathLst>
                <a:path extrusionOk="0" h="255746" w="351863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0" name="Google Shape;1470;p11"/>
            <p:cNvSpPr/>
            <p:nvPr/>
          </p:nvSpPr>
          <p:spPr>
            <a:xfrm>
              <a:off x="5477912" y="1833270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1" name="Google Shape;1471;p11"/>
            <p:cNvSpPr/>
            <p:nvPr/>
          </p:nvSpPr>
          <p:spPr>
            <a:xfrm>
              <a:off x="5649377" y="1932425"/>
              <a:ext cx="306716" cy="229742"/>
            </a:xfrm>
            <a:custGeom>
              <a:rect b="b" l="l" r="r" t="t"/>
              <a:pathLst>
                <a:path extrusionOk="0" h="229742" w="306716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2" name="Google Shape;1472;p11"/>
            <p:cNvSpPr/>
            <p:nvPr/>
          </p:nvSpPr>
          <p:spPr>
            <a:xfrm>
              <a:off x="5477912" y="216731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1473;p11"/>
            <p:cNvSpPr/>
            <p:nvPr/>
          </p:nvSpPr>
          <p:spPr>
            <a:xfrm>
              <a:off x="5649377" y="2266467"/>
              <a:ext cx="180399" cy="156591"/>
            </a:xfrm>
            <a:custGeom>
              <a:rect b="b" l="l" r="r" t="t"/>
              <a:pathLst>
                <a:path extrusionOk="0" h="156591" w="180399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4" name="Google Shape;1474;p11"/>
            <p:cNvSpPr/>
            <p:nvPr/>
          </p:nvSpPr>
          <p:spPr>
            <a:xfrm>
              <a:off x="5477912" y="2334380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1475;p11"/>
            <p:cNvSpPr/>
            <p:nvPr/>
          </p:nvSpPr>
          <p:spPr>
            <a:xfrm>
              <a:off x="5649377" y="2433536"/>
              <a:ext cx="568380" cy="381000"/>
            </a:xfrm>
            <a:custGeom>
              <a:rect b="b" l="l" r="r" t="t"/>
              <a:pathLst>
                <a:path extrusionOk="0" h="381000" w="56838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6" name="Google Shape;1476;p11"/>
            <p:cNvSpPr/>
            <p:nvPr/>
          </p:nvSpPr>
          <p:spPr>
            <a:xfrm>
              <a:off x="5477912" y="241781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7" name="Google Shape;1477;p11"/>
            <p:cNvSpPr/>
            <p:nvPr/>
          </p:nvSpPr>
          <p:spPr>
            <a:xfrm>
              <a:off x="5649377" y="2517070"/>
              <a:ext cx="171369" cy="151352"/>
            </a:xfrm>
            <a:custGeom>
              <a:rect b="b" l="l" r="r" t="t"/>
              <a:pathLst>
                <a:path extrusionOk="0" h="151352" w="171369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8" name="Google Shape;1478;p11"/>
            <p:cNvSpPr/>
            <p:nvPr/>
          </p:nvSpPr>
          <p:spPr>
            <a:xfrm>
              <a:off x="5477912" y="250135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9" name="Google Shape;1479;p11"/>
            <p:cNvSpPr/>
            <p:nvPr/>
          </p:nvSpPr>
          <p:spPr>
            <a:xfrm>
              <a:off x="5649377" y="2600604"/>
              <a:ext cx="505174" cy="344424"/>
            </a:xfrm>
            <a:custGeom>
              <a:rect b="b" l="l" r="r" t="t"/>
              <a:pathLst>
                <a:path extrusionOk="0" h="344424" w="505174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0" name="Google Shape;1480;p11"/>
            <p:cNvSpPr/>
            <p:nvPr/>
          </p:nvSpPr>
          <p:spPr>
            <a:xfrm>
              <a:off x="5477912" y="225084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1" name="Google Shape;1481;p11"/>
            <p:cNvSpPr/>
            <p:nvPr/>
          </p:nvSpPr>
          <p:spPr>
            <a:xfrm>
              <a:off x="5649377" y="2350001"/>
              <a:ext cx="478085" cy="328898"/>
            </a:xfrm>
            <a:custGeom>
              <a:rect b="b" l="l" r="r" t="t"/>
              <a:pathLst>
                <a:path extrusionOk="0" h="328898" w="478085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2" name="Google Shape;1482;p11"/>
            <p:cNvSpPr/>
            <p:nvPr/>
          </p:nvSpPr>
          <p:spPr>
            <a:xfrm>
              <a:off x="5477912" y="258488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1483;p11"/>
            <p:cNvSpPr/>
            <p:nvPr/>
          </p:nvSpPr>
          <p:spPr>
            <a:xfrm>
              <a:off x="5649377" y="2684043"/>
              <a:ext cx="63110" cy="88773"/>
            </a:xfrm>
            <a:custGeom>
              <a:rect b="b" l="l" r="r" t="t"/>
              <a:pathLst>
                <a:path extrusionOk="0" h="88773" w="6311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11"/>
            <p:cNvSpPr/>
            <p:nvPr/>
          </p:nvSpPr>
          <p:spPr>
            <a:xfrm>
              <a:off x="5477912" y="2751956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1485;p11"/>
            <p:cNvSpPr/>
            <p:nvPr/>
          </p:nvSpPr>
          <p:spPr>
            <a:xfrm>
              <a:off x="5649377" y="2851112"/>
              <a:ext cx="117287" cy="120014"/>
            </a:xfrm>
            <a:custGeom>
              <a:rect b="b" l="l" r="r" t="t"/>
              <a:pathLst>
                <a:path extrusionOk="0" h="120014" w="117287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1486;p11"/>
            <p:cNvSpPr/>
            <p:nvPr/>
          </p:nvSpPr>
          <p:spPr>
            <a:xfrm>
              <a:off x="5477912" y="2835395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7" name="Google Shape;1487;p11"/>
            <p:cNvSpPr/>
            <p:nvPr/>
          </p:nvSpPr>
          <p:spPr>
            <a:xfrm>
              <a:off x="5649377" y="2934646"/>
              <a:ext cx="306716" cy="229647"/>
            </a:xfrm>
            <a:custGeom>
              <a:rect b="b" l="l" r="r" t="t"/>
              <a:pathLst>
                <a:path extrusionOk="0" h="229647" w="306716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8" name="Google Shape;1488;p11"/>
            <p:cNvSpPr/>
            <p:nvPr/>
          </p:nvSpPr>
          <p:spPr>
            <a:xfrm>
              <a:off x="5477912" y="291892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9" name="Google Shape;1489;p11"/>
            <p:cNvSpPr/>
            <p:nvPr/>
          </p:nvSpPr>
          <p:spPr>
            <a:xfrm>
              <a:off x="5649377" y="3018085"/>
              <a:ext cx="487115" cy="334137"/>
            </a:xfrm>
            <a:custGeom>
              <a:rect b="b" l="l" r="r" t="t"/>
              <a:pathLst>
                <a:path extrusionOk="0" h="334137" w="487115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0" name="Google Shape;1490;p11"/>
            <p:cNvSpPr/>
            <p:nvPr/>
          </p:nvSpPr>
          <p:spPr>
            <a:xfrm>
              <a:off x="5477912" y="266842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1" name="Google Shape;1491;p11"/>
            <p:cNvSpPr/>
            <p:nvPr/>
          </p:nvSpPr>
          <p:spPr>
            <a:xfrm>
              <a:off x="5649377" y="2767577"/>
              <a:ext cx="613432" cy="407193"/>
            </a:xfrm>
            <a:custGeom>
              <a:rect b="b" l="l" r="r" t="t"/>
              <a:pathLst>
                <a:path extrusionOk="0" h="407193" w="613432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2" name="Google Shape;1492;p11"/>
            <p:cNvSpPr/>
            <p:nvPr/>
          </p:nvSpPr>
          <p:spPr>
            <a:xfrm>
              <a:off x="1926580" y="1674106"/>
              <a:ext cx="1230952" cy="1017480"/>
            </a:xfrm>
            <a:custGeom>
              <a:rect b="b" l="l" r="r" t="t"/>
              <a:pathLst>
                <a:path extrusionOk="0" h="1017480" w="1230952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3" name="Google Shape;1493;p11"/>
            <p:cNvSpPr/>
            <p:nvPr/>
          </p:nvSpPr>
          <p:spPr>
            <a:xfrm>
              <a:off x="3112195" y="1676584"/>
              <a:ext cx="59119" cy="52197"/>
            </a:xfrm>
            <a:custGeom>
              <a:rect b="b" l="l" r="r" t="t"/>
              <a:pathLst>
                <a:path extrusionOk="0" h="52197" w="59119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4" name="Google Shape;1494;p11"/>
            <p:cNvSpPr/>
            <p:nvPr/>
          </p:nvSpPr>
          <p:spPr>
            <a:xfrm>
              <a:off x="2269509" y="2593746"/>
              <a:ext cx="43151" cy="44767"/>
            </a:xfrm>
            <a:custGeom>
              <a:rect b="b" l="l" r="r" t="t"/>
              <a:pathLst>
                <a:path extrusionOk="0" h="44767" w="43151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5" name="Google Shape;1495;p11"/>
            <p:cNvSpPr/>
            <p:nvPr/>
          </p:nvSpPr>
          <p:spPr>
            <a:xfrm>
              <a:off x="1950116" y="2650325"/>
              <a:ext cx="58584" cy="57547"/>
            </a:xfrm>
            <a:custGeom>
              <a:rect b="b" l="l" r="r" t="t"/>
              <a:pathLst>
                <a:path extrusionOk="0" h="57547" w="58584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6" name="Google Shape;1496;p11"/>
            <p:cNvSpPr/>
            <p:nvPr/>
          </p:nvSpPr>
          <p:spPr>
            <a:xfrm>
              <a:off x="1969256" y="1691533"/>
              <a:ext cx="1231332" cy="1017436"/>
            </a:xfrm>
            <a:custGeom>
              <a:rect b="b" l="l" r="r" t="t"/>
              <a:pathLst>
                <a:path extrusionOk="0" h="1017436" w="1231332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7" name="Google Shape;1497;p11"/>
            <p:cNvSpPr/>
            <p:nvPr/>
          </p:nvSpPr>
          <p:spPr>
            <a:xfrm>
              <a:off x="2066299" y="1805171"/>
              <a:ext cx="1037246" cy="669226"/>
            </a:xfrm>
            <a:custGeom>
              <a:rect b="b" l="l" r="r" t="t"/>
              <a:pathLst>
                <a:path extrusionOk="0" h="669226" w="1037246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8" name="Google Shape;1498;p11"/>
            <p:cNvSpPr/>
            <p:nvPr/>
          </p:nvSpPr>
          <p:spPr>
            <a:xfrm>
              <a:off x="2066299" y="2133308"/>
              <a:ext cx="679110" cy="462057"/>
            </a:xfrm>
            <a:custGeom>
              <a:rect b="b" l="l" r="r" t="t"/>
              <a:pathLst>
                <a:path extrusionOk="0" h="462057" w="67911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99" name="Google Shape;1499;p11"/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1500" name="Google Shape;1500;p1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1" name="Google Shape;1501;p1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2" name="Google Shape;1502;p1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3" name="Google Shape;1503;p1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4" name="Google Shape;1504;p1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05" name="Google Shape;1505;p11"/>
            <p:cNvSpPr/>
            <p:nvPr/>
          </p:nvSpPr>
          <p:spPr>
            <a:xfrm>
              <a:off x="4444588" y="826743"/>
              <a:ext cx="153590" cy="431871"/>
            </a:xfrm>
            <a:custGeom>
              <a:rect b="b" l="l" r="r" t="t"/>
              <a:pathLst>
                <a:path extrusionOk="0" h="431871" w="15359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6" name="Google Shape;1506;p11"/>
            <p:cNvSpPr/>
            <p:nvPr/>
          </p:nvSpPr>
          <p:spPr>
            <a:xfrm>
              <a:off x="4515562" y="822838"/>
              <a:ext cx="88583" cy="120566"/>
            </a:xfrm>
            <a:custGeom>
              <a:rect b="b" l="l" r="r" t="t"/>
              <a:pathLst>
                <a:path extrusionOk="0" h="120566" w="88583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7" name="Google Shape;1507;p1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12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Tablas, filtros y formato condicional</a:t>
            </a:r>
            <a:endParaRPr sz="3200"/>
          </a:p>
        </p:txBody>
      </p:sp>
      <p:sp>
        <p:nvSpPr>
          <p:cNvPr id="1513" name="Google Shape;1513;p12"/>
          <p:cNvSpPr txBox="1"/>
          <p:nvPr>
            <p:ph idx="1" type="body"/>
          </p:nvPr>
        </p:nvSpPr>
        <p:spPr>
          <a:xfrm>
            <a:off x="457200" y="2003473"/>
            <a:ext cx="70341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400"/>
              <a:t>Insertar → Tabla (Ctrl+T) para dar estructura a los datos.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400"/>
              <a:t>Datos → Filtro/Ordenar por fecha o puntaje.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400"/>
              <a:t>Inicio → Formato condicional → Barras de datos para progreso.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400"/>
              <a:t>Ejercicio: resaltar puntajes &lt; 60 en rojo para seguimiento.</a:t>
            </a:r>
            <a:endParaRPr/>
          </a:p>
        </p:txBody>
      </p:sp>
      <p:grpSp>
        <p:nvGrpSpPr>
          <p:cNvPr id="1514" name="Google Shape;1514;p12"/>
          <p:cNvGrpSpPr/>
          <p:nvPr/>
        </p:nvGrpSpPr>
        <p:grpSpPr>
          <a:xfrm>
            <a:off x="7432816" y="3393046"/>
            <a:ext cx="1641693" cy="1754492"/>
            <a:chOff x="1926580" y="602477"/>
            <a:chExt cx="4456273" cy="4762466"/>
          </a:xfrm>
        </p:grpSpPr>
        <p:sp>
          <p:nvSpPr>
            <p:cNvPr id="1515" name="Google Shape;1515;p12"/>
            <p:cNvSpPr/>
            <p:nvPr/>
          </p:nvSpPr>
          <p:spPr>
            <a:xfrm>
              <a:off x="4352367" y="1409287"/>
              <a:ext cx="1407834" cy="1779317"/>
            </a:xfrm>
            <a:custGeom>
              <a:rect b="b" l="l" r="r" t="t"/>
              <a:pathLst>
                <a:path extrusionOk="0" h="1779317" w="1407834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12"/>
            <p:cNvSpPr/>
            <p:nvPr/>
          </p:nvSpPr>
          <p:spPr>
            <a:xfrm>
              <a:off x="4492846" y="1745654"/>
              <a:ext cx="1118701" cy="793785"/>
            </a:xfrm>
            <a:custGeom>
              <a:rect b="b" l="l" r="r" t="t"/>
              <a:pathLst>
                <a:path extrusionOk="0" h="793785" w="1118701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12"/>
            <p:cNvSpPr/>
            <p:nvPr/>
          </p:nvSpPr>
          <p:spPr>
            <a:xfrm>
              <a:off x="3766118" y="879295"/>
              <a:ext cx="2497551" cy="3394041"/>
            </a:xfrm>
            <a:custGeom>
              <a:rect b="b" l="l" r="r" t="t"/>
              <a:pathLst>
                <a:path extrusionOk="0" h="3394041" w="2497551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12"/>
            <p:cNvSpPr/>
            <p:nvPr/>
          </p:nvSpPr>
          <p:spPr>
            <a:xfrm>
              <a:off x="3744257" y="892344"/>
              <a:ext cx="2498022" cy="3393845"/>
            </a:xfrm>
            <a:custGeom>
              <a:rect b="b" l="l" r="r" t="t"/>
              <a:pathLst>
                <a:path extrusionOk="0" h="3393845" w="2498022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12"/>
            <p:cNvSpPr/>
            <p:nvPr/>
          </p:nvSpPr>
          <p:spPr>
            <a:xfrm>
              <a:off x="3740075" y="894303"/>
              <a:ext cx="2498022" cy="3394082"/>
            </a:xfrm>
            <a:custGeom>
              <a:rect b="b" l="l" r="r" t="t"/>
              <a:pathLst>
                <a:path extrusionOk="0" h="3394082" w="2498022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12"/>
            <p:cNvSpPr/>
            <p:nvPr/>
          </p:nvSpPr>
          <p:spPr>
            <a:xfrm>
              <a:off x="3770110" y="934160"/>
              <a:ext cx="2435672" cy="3234830"/>
            </a:xfrm>
            <a:custGeom>
              <a:rect b="b" l="l" r="r" t="t"/>
              <a:pathLst>
                <a:path extrusionOk="0" h="3234830" w="2435672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12"/>
            <p:cNvSpPr/>
            <p:nvPr/>
          </p:nvSpPr>
          <p:spPr>
            <a:xfrm>
              <a:off x="3770110" y="934160"/>
              <a:ext cx="2435006" cy="3234925"/>
            </a:xfrm>
            <a:custGeom>
              <a:rect b="b" l="l" r="r" t="t"/>
              <a:pathLst>
                <a:path extrusionOk="0" h="3234925" w="2435006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12"/>
            <p:cNvSpPr/>
            <p:nvPr/>
          </p:nvSpPr>
          <p:spPr>
            <a:xfrm>
              <a:off x="6215951" y="4191660"/>
              <a:ext cx="26328" cy="93440"/>
            </a:xfrm>
            <a:custGeom>
              <a:rect b="b" l="l" r="r" t="t"/>
              <a:pathLst>
                <a:path extrusionOk="0" h="93440" w="26328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1523;p12"/>
            <p:cNvSpPr/>
            <p:nvPr/>
          </p:nvSpPr>
          <p:spPr>
            <a:xfrm>
              <a:off x="3761840" y="882675"/>
              <a:ext cx="63206" cy="27150"/>
            </a:xfrm>
            <a:custGeom>
              <a:rect b="b" l="l" r="r" t="t"/>
              <a:pathLst>
                <a:path extrusionOk="0" h="27150" w="63206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4" name="Google Shape;1524;p12"/>
            <p:cNvSpPr/>
            <p:nvPr/>
          </p:nvSpPr>
          <p:spPr>
            <a:xfrm>
              <a:off x="1985051" y="2961416"/>
              <a:ext cx="4154298" cy="2403527"/>
            </a:xfrm>
            <a:custGeom>
              <a:rect b="b" l="l" r="r" t="t"/>
              <a:pathLst>
                <a:path extrusionOk="0" h="2403527" w="4154298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1525;p12"/>
            <p:cNvSpPr/>
            <p:nvPr/>
          </p:nvSpPr>
          <p:spPr>
            <a:xfrm>
              <a:off x="2036757" y="2930659"/>
              <a:ext cx="4154369" cy="2403042"/>
            </a:xfrm>
            <a:custGeom>
              <a:rect b="b" l="l" r="r" t="t"/>
              <a:pathLst>
                <a:path extrusionOk="0" h="2403042" w="4154369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12"/>
            <p:cNvSpPr/>
            <p:nvPr/>
          </p:nvSpPr>
          <p:spPr>
            <a:xfrm>
              <a:off x="2036929" y="3869239"/>
              <a:ext cx="50374" cy="44958"/>
            </a:xfrm>
            <a:custGeom>
              <a:rect b="b" l="l" r="r" t="t"/>
              <a:pathLst>
                <a:path extrusionOk="0" h="44958" w="50374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12"/>
            <p:cNvSpPr/>
            <p:nvPr/>
          </p:nvSpPr>
          <p:spPr>
            <a:xfrm>
              <a:off x="6153886" y="4308341"/>
              <a:ext cx="37258" cy="49244"/>
            </a:xfrm>
            <a:custGeom>
              <a:rect b="b" l="l" r="r" t="t"/>
              <a:pathLst>
                <a:path extrusionOk="0" h="49244" w="37258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1528;p12"/>
            <p:cNvSpPr/>
            <p:nvPr/>
          </p:nvSpPr>
          <p:spPr>
            <a:xfrm>
              <a:off x="2036757" y="2892519"/>
              <a:ext cx="4154369" cy="2403360"/>
            </a:xfrm>
            <a:custGeom>
              <a:rect b="b" l="l" r="r" t="t"/>
              <a:pathLst>
                <a:path extrusionOk="0" h="2403360" w="4154369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9" name="Google Shape;1529;p12"/>
            <p:cNvSpPr/>
            <p:nvPr/>
          </p:nvSpPr>
          <p:spPr>
            <a:xfrm>
              <a:off x="2036757" y="2886502"/>
              <a:ext cx="4154369" cy="2403527"/>
            </a:xfrm>
            <a:custGeom>
              <a:rect b="b" l="l" r="r" t="t"/>
              <a:pathLst>
                <a:path extrusionOk="0" h="2403527" w="4154369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0" name="Google Shape;1530;p12"/>
            <p:cNvSpPr/>
            <p:nvPr/>
          </p:nvSpPr>
          <p:spPr>
            <a:xfrm>
              <a:off x="3500252" y="306524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1531;p12"/>
            <p:cNvSpPr/>
            <p:nvPr/>
          </p:nvSpPr>
          <p:spPr>
            <a:xfrm>
              <a:off x="3657092" y="3155925"/>
              <a:ext cx="266442" cy="153985"/>
            </a:xfrm>
            <a:custGeom>
              <a:rect b="b" l="l" r="r" t="t"/>
              <a:pathLst>
                <a:path extrusionOk="0" h="153985" w="266442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2" name="Google Shape;1532;p12"/>
            <p:cNvSpPr/>
            <p:nvPr/>
          </p:nvSpPr>
          <p:spPr>
            <a:xfrm>
              <a:off x="3815428" y="3247563"/>
              <a:ext cx="266636" cy="153995"/>
            </a:xfrm>
            <a:custGeom>
              <a:rect b="b" l="l" r="r" t="t"/>
              <a:pathLst>
                <a:path extrusionOk="0" h="153995" w="266636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3" name="Google Shape;1533;p12"/>
            <p:cNvSpPr/>
            <p:nvPr/>
          </p:nvSpPr>
          <p:spPr>
            <a:xfrm>
              <a:off x="3970462" y="3337185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4" name="Google Shape;1534;p12"/>
            <p:cNvSpPr/>
            <p:nvPr/>
          </p:nvSpPr>
          <p:spPr>
            <a:xfrm>
              <a:off x="4127000" y="3427863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5" name="Google Shape;1535;p12"/>
            <p:cNvSpPr/>
            <p:nvPr/>
          </p:nvSpPr>
          <p:spPr>
            <a:xfrm>
              <a:off x="4283886" y="3519017"/>
              <a:ext cx="266280" cy="153993"/>
            </a:xfrm>
            <a:custGeom>
              <a:rect b="b" l="l" r="r" t="t"/>
              <a:pathLst>
                <a:path extrusionOk="0" h="153993" w="26628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6" name="Google Shape;1536;p12"/>
            <p:cNvSpPr/>
            <p:nvPr/>
          </p:nvSpPr>
          <p:spPr>
            <a:xfrm>
              <a:off x="4440564" y="3609219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7" name="Google Shape;1537;p12"/>
            <p:cNvSpPr/>
            <p:nvPr/>
          </p:nvSpPr>
          <p:spPr>
            <a:xfrm>
              <a:off x="4597287" y="3699905"/>
              <a:ext cx="266442" cy="153983"/>
            </a:xfrm>
            <a:custGeom>
              <a:rect b="b" l="l" r="r" t="t"/>
              <a:pathLst>
                <a:path extrusionOk="0" h="153983" w="266442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8" name="Google Shape;1538;p12"/>
            <p:cNvSpPr/>
            <p:nvPr/>
          </p:nvSpPr>
          <p:spPr>
            <a:xfrm>
              <a:off x="4753934" y="3790488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9" name="Google Shape;1539;p12"/>
            <p:cNvSpPr/>
            <p:nvPr/>
          </p:nvSpPr>
          <p:spPr>
            <a:xfrm>
              <a:off x="4910657" y="3881158"/>
              <a:ext cx="266058" cy="153915"/>
            </a:xfrm>
            <a:custGeom>
              <a:rect b="b" l="l" r="r" t="t"/>
              <a:pathLst>
                <a:path extrusionOk="0" h="153915" w="266058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1540;p12"/>
            <p:cNvSpPr/>
            <p:nvPr/>
          </p:nvSpPr>
          <p:spPr>
            <a:xfrm>
              <a:off x="5067303" y="3971836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1541;p12"/>
            <p:cNvSpPr/>
            <p:nvPr/>
          </p:nvSpPr>
          <p:spPr>
            <a:xfrm>
              <a:off x="5224035" y="4062514"/>
              <a:ext cx="266528" cy="154092"/>
            </a:xfrm>
            <a:custGeom>
              <a:rect b="b" l="l" r="r" t="t"/>
              <a:pathLst>
                <a:path extrusionOk="0" h="154092" w="26652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12"/>
            <p:cNvSpPr/>
            <p:nvPr/>
          </p:nvSpPr>
          <p:spPr>
            <a:xfrm>
              <a:off x="5380534" y="4153137"/>
              <a:ext cx="266473" cy="154041"/>
            </a:xfrm>
            <a:custGeom>
              <a:rect b="b" l="l" r="r" t="t"/>
              <a:pathLst>
                <a:path extrusionOk="0" h="154041" w="266473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12"/>
            <p:cNvSpPr/>
            <p:nvPr/>
          </p:nvSpPr>
          <p:spPr>
            <a:xfrm>
              <a:off x="5537405" y="4243783"/>
              <a:ext cx="341715" cy="197836"/>
            </a:xfrm>
            <a:custGeom>
              <a:rect b="b" l="l" r="r" t="t"/>
              <a:pathLst>
                <a:path extrusionOk="0" h="197836" w="341715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1544;p12"/>
            <p:cNvSpPr/>
            <p:nvPr/>
          </p:nvSpPr>
          <p:spPr>
            <a:xfrm>
              <a:off x="3580766" y="3287750"/>
              <a:ext cx="266442" cy="153846"/>
            </a:xfrm>
            <a:custGeom>
              <a:rect b="b" l="l" r="r" t="t"/>
              <a:pathLst>
                <a:path extrusionOk="0" h="153846" w="266442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5" name="Google Shape;1545;p12"/>
            <p:cNvSpPr/>
            <p:nvPr/>
          </p:nvSpPr>
          <p:spPr>
            <a:xfrm>
              <a:off x="3737968" y="3378809"/>
              <a:ext cx="266343" cy="153636"/>
            </a:xfrm>
            <a:custGeom>
              <a:rect b="b" l="l" r="r" t="t"/>
              <a:pathLst>
                <a:path extrusionOk="0" h="153636" w="266343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6" name="Google Shape;1546;p12"/>
            <p:cNvSpPr/>
            <p:nvPr/>
          </p:nvSpPr>
          <p:spPr>
            <a:xfrm>
              <a:off x="3894706" y="346920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7" name="Google Shape;1547;p12"/>
            <p:cNvSpPr/>
            <p:nvPr/>
          </p:nvSpPr>
          <p:spPr>
            <a:xfrm>
              <a:off x="4051822" y="3559729"/>
              <a:ext cx="266144" cy="154280"/>
            </a:xfrm>
            <a:custGeom>
              <a:rect b="b" l="l" r="r" t="t"/>
              <a:pathLst>
                <a:path extrusionOk="0" h="154280" w="266144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8" name="Google Shape;1548;p12"/>
            <p:cNvSpPr/>
            <p:nvPr/>
          </p:nvSpPr>
          <p:spPr>
            <a:xfrm>
              <a:off x="4207595" y="3649708"/>
              <a:ext cx="266442" cy="154372"/>
            </a:xfrm>
            <a:custGeom>
              <a:rect b="b" l="l" r="r" t="t"/>
              <a:pathLst>
                <a:path extrusionOk="0" h="154372" w="266442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9" name="Google Shape;1549;p12"/>
            <p:cNvSpPr/>
            <p:nvPr/>
          </p:nvSpPr>
          <p:spPr>
            <a:xfrm>
              <a:off x="4364526" y="3740759"/>
              <a:ext cx="266248" cy="154101"/>
            </a:xfrm>
            <a:custGeom>
              <a:rect b="b" l="l" r="r" t="t"/>
              <a:pathLst>
                <a:path extrusionOk="0" h="154101" w="266248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0" name="Google Shape;1550;p12"/>
            <p:cNvSpPr/>
            <p:nvPr/>
          </p:nvSpPr>
          <p:spPr>
            <a:xfrm>
              <a:off x="4521449" y="3831731"/>
              <a:ext cx="266334" cy="153985"/>
            </a:xfrm>
            <a:custGeom>
              <a:rect b="b" l="l" r="r" t="t"/>
              <a:pathLst>
                <a:path extrusionOk="0" h="153985" w="266334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1" name="Google Shape;1551;p12"/>
            <p:cNvSpPr/>
            <p:nvPr/>
          </p:nvSpPr>
          <p:spPr>
            <a:xfrm>
              <a:off x="4678466" y="3922592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2" name="Google Shape;1552;p12"/>
            <p:cNvSpPr/>
            <p:nvPr/>
          </p:nvSpPr>
          <p:spPr>
            <a:xfrm>
              <a:off x="4835195" y="4013365"/>
              <a:ext cx="266474" cy="153993"/>
            </a:xfrm>
            <a:custGeom>
              <a:rect b="b" l="l" r="r" t="t"/>
              <a:pathLst>
                <a:path extrusionOk="0" h="153993" w="266474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3" name="Google Shape;1553;p12"/>
            <p:cNvSpPr/>
            <p:nvPr/>
          </p:nvSpPr>
          <p:spPr>
            <a:xfrm>
              <a:off x="4992397" y="4104213"/>
              <a:ext cx="266533" cy="154079"/>
            </a:xfrm>
            <a:custGeom>
              <a:rect b="b" l="l" r="r" t="t"/>
              <a:pathLst>
                <a:path extrusionOk="0" h="154079" w="266533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4" name="Google Shape;1554;p12"/>
            <p:cNvSpPr/>
            <p:nvPr/>
          </p:nvSpPr>
          <p:spPr>
            <a:xfrm>
              <a:off x="5149329" y="4195292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12"/>
            <p:cNvSpPr/>
            <p:nvPr/>
          </p:nvSpPr>
          <p:spPr>
            <a:xfrm>
              <a:off x="5306305" y="4285820"/>
              <a:ext cx="266280" cy="154040"/>
            </a:xfrm>
            <a:custGeom>
              <a:rect b="b" l="l" r="r" t="t"/>
              <a:pathLst>
                <a:path extrusionOk="0" h="154040" w="26628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6" name="Google Shape;1556;p12"/>
            <p:cNvSpPr/>
            <p:nvPr/>
          </p:nvSpPr>
          <p:spPr>
            <a:xfrm>
              <a:off x="3348561" y="3153075"/>
              <a:ext cx="342095" cy="197622"/>
            </a:xfrm>
            <a:custGeom>
              <a:rect b="b" l="l" r="r" t="t"/>
              <a:pathLst>
                <a:path extrusionOk="0" h="197622" w="342095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7" name="Google Shape;1557;p12"/>
            <p:cNvSpPr/>
            <p:nvPr/>
          </p:nvSpPr>
          <p:spPr>
            <a:xfrm>
              <a:off x="5350264" y="4375807"/>
              <a:ext cx="378572" cy="242223"/>
            </a:xfrm>
            <a:custGeom>
              <a:rect b="b" l="l" r="r" t="t"/>
              <a:pathLst>
                <a:path extrusionOk="0" h="242223" w="378572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8" name="Google Shape;1558;p12"/>
            <p:cNvSpPr/>
            <p:nvPr/>
          </p:nvSpPr>
          <p:spPr>
            <a:xfrm>
              <a:off x="2893378" y="3416909"/>
              <a:ext cx="266442" cy="154101"/>
            </a:xfrm>
            <a:custGeom>
              <a:rect b="b" l="l" r="r" t="t"/>
              <a:pathLst>
                <a:path extrusionOk="0" h="154101" w="266442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9" name="Google Shape;1559;p12"/>
            <p:cNvSpPr/>
            <p:nvPr/>
          </p:nvSpPr>
          <p:spPr>
            <a:xfrm>
              <a:off x="3049635" y="350749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0" name="Google Shape;1560;p12"/>
            <p:cNvSpPr/>
            <p:nvPr/>
          </p:nvSpPr>
          <p:spPr>
            <a:xfrm>
              <a:off x="3205860" y="3597884"/>
              <a:ext cx="266188" cy="153922"/>
            </a:xfrm>
            <a:custGeom>
              <a:rect b="b" l="l" r="r" t="t"/>
              <a:pathLst>
                <a:path extrusionOk="0" h="153922" w="266188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1" name="Google Shape;1561;p12"/>
            <p:cNvSpPr/>
            <p:nvPr/>
          </p:nvSpPr>
          <p:spPr>
            <a:xfrm>
              <a:off x="4536462" y="4367735"/>
              <a:ext cx="266437" cy="154256"/>
            </a:xfrm>
            <a:custGeom>
              <a:rect b="b" l="l" r="r" t="t"/>
              <a:pathLst>
                <a:path extrusionOk="0" h="154256" w="266437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2" name="Google Shape;1562;p12"/>
            <p:cNvSpPr/>
            <p:nvPr/>
          </p:nvSpPr>
          <p:spPr>
            <a:xfrm>
              <a:off x="4692711" y="4458183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3" name="Google Shape;1563;p12"/>
            <p:cNvSpPr/>
            <p:nvPr/>
          </p:nvSpPr>
          <p:spPr>
            <a:xfrm>
              <a:off x="4849162" y="4548575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4" name="Google Shape;1564;p12"/>
            <p:cNvSpPr/>
            <p:nvPr/>
          </p:nvSpPr>
          <p:spPr>
            <a:xfrm>
              <a:off x="5005419" y="4638967"/>
              <a:ext cx="266537" cy="154092"/>
            </a:xfrm>
            <a:custGeom>
              <a:rect b="b" l="l" r="r" t="t"/>
              <a:pathLst>
                <a:path extrusionOk="0" h="154092" w="266537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5" name="Google Shape;1565;p12"/>
            <p:cNvSpPr/>
            <p:nvPr/>
          </p:nvSpPr>
          <p:spPr>
            <a:xfrm>
              <a:off x="3362257" y="3688277"/>
              <a:ext cx="306733" cy="177321"/>
            </a:xfrm>
            <a:custGeom>
              <a:rect b="b" l="l" r="r" t="t"/>
              <a:pathLst>
                <a:path extrusionOk="0" h="177321" w="306733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6" name="Google Shape;1566;p12"/>
            <p:cNvSpPr/>
            <p:nvPr/>
          </p:nvSpPr>
          <p:spPr>
            <a:xfrm>
              <a:off x="4339992" y="4254062"/>
              <a:ext cx="306655" cy="177321"/>
            </a:xfrm>
            <a:custGeom>
              <a:rect b="b" l="l" r="r" t="t"/>
              <a:pathLst>
                <a:path extrusionOk="0" h="177321" w="306655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7" name="Google Shape;1567;p12"/>
            <p:cNvSpPr/>
            <p:nvPr/>
          </p:nvSpPr>
          <p:spPr>
            <a:xfrm>
              <a:off x="3558805" y="3802100"/>
              <a:ext cx="891371" cy="515693"/>
            </a:xfrm>
            <a:custGeom>
              <a:rect b="b" l="l" r="r" t="t"/>
              <a:pathLst>
                <a:path extrusionOk="0" h="515693" w="891371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8" name="Google Shape;1568;p12"/>
            <p:cNvSpPr/>
            <p:nvPr/>
          </p:nvSpPr>
          <p:spPr>
            <a:xfrm>
              <a:off x="3471751" y="3400145"/>
              <a:ext cx="266623" cy="154042"/>
            </a:xfrm>
            <a:custGeom>
              <a:rect b="b" l="l" r="r" t="t"/>
              <a:pathLst>
                <a:path extrusionOk="0" h="154042" w="266623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1569;p12"/>
            <p:cNvSpPr/>
            <p:nvPr/>
          </p:nvSpPr>
          <p:spPr>
            <a:xfrm>
              <a:off x="3628284" y="3490390"/>
              <a:ext cx="266442" cy="154037"/>
            </a:xfrm>
            <a:custGeom>
              <a:rect b="b" l="l" r="r" t="t"/>
              <a:pathLst>
                <a:path extrusionOk="0" h="154037" w="266442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0" name="Google Shape;1570;p12"/>
            <p:cNvSpPr/>
            <p:nvPr/>
          </p:nvSpPr>
          <p:spPr>
            <a:xfrm>
              <a:off x="3784546" y="3581216"/>
              <a:ext cx="266667" cy="153993"/>
            </a:xfrm>
            <a:custGeom>
              <a:rect b="b" l="l" r="r" t="t"/>
              <a:pathLst>
                <a:path extrusionOk="0" h="153993" w="266667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1" name="Google Shape;1571;p12"/>
            <p:cNvSpPr/>
            <p:nvPr/>
          </p:nvSpPr>
          <p:spPr>
            <a:xfrm>
              <a:off x="3941088" y="3671799"/>
              <a:ext cx="266351" cy="153784"/>
            </a:xfrm>
            <a:custGeom>
              <a:rect b="b" l="l" r="r" t="t"/>
              <a:pathLst>
                <a:path extrusionOk="0" h="153784" w="266351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2" name="Google Shape;1572;p12"/>
            <p:cNvSpPr/>
            <p:nvPr/>
          </p:nvSpPr>
          <p:spPr>
            <a:xfrm>
              <a:off x="4097622" y="3762381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3" name="Google Shape;1573;p12"/>
            <p:cNvSpPr/>
            <p:nvPr/>
          </p:nvSpPr>
          <p:spPr>
            <a:xfrm>
              <a:off x="4254133" y="3852876"/>
              <a:ext cx="266854" cy="154172"/>
            </a:xfrm>
            <a:custGeom>
              <a:rect b="b" l="l" r="r" t="t"/>
              <a:pathLst>
                <a:path extrusionOk="0" h="154172" w="266854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4" name="Google Shape;1574;p12"/>
            <p:cNvSpPr/>
            <p:nvPr/>
          </p:nvSpPr>
          <p:spPr>
            <a:xfrm>
              <a:off x="4410814" y="394345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1575;p12"/>
            <p:cNvSpPr/>
            <p:nvPr/>
          </p:nvSpPr>
          <p:spPr>
            <a:xfrm>
              <a:off x="4567356" y="4034034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6" name="Google Shape;1576;p12"/>
            <p:cNvSpPr/>
            <p:nvPr/>
          </p:nvSpPr>
          <p:spPr>
            <a:xfrm>
              <a:off x="4723985" y="4124617"/>
              <a:ext cx="266248" cy="154017"/>
            </a:xfrm>
            <a:custGeom>
              <a:rect b="b" l="l" r="r" t="t"/>
              <a:pathLst>
                <a:path extrusionOk="0" h="154017" w="266248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7" name="Google Shape;1577;p12"/>
            <p:cNvSpPr/>
            <p:nvPr/>
          </p:nvSpPr>
          <p:spPr>
            <a:xfrm>
              <a:off x="4880346" y="4215112"/>
              <a:ext cx="266334" cy="154040"/>
            </a:xfrm>
            <a:custGeom>
              <a:rect b="b" l="l" r="r" t="t"/>
              <a:pathLst>
                <a:path extrusionOk="0" h="154040" w="266334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8" name="Google Shape;1578;p12"/>
            <p:cNvSpPr/>
            <p:nvPr/>
          </p:nvSpPr>
          <p:spPr>
            <a:xfrm>
              <a:off x="5036888" y="430568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9" name="Google Shape;1579;p12"/>
            <p:cNvSpPr/>
            <p:nvPr/>
          </p:nvSpPr>
          <p:spPr>
            <a:xfrm>
              <a:off x="5193145" y="4396270"/>
              <a:ext cx="266239" cy="154284"/>
            </a:xfrm>
            <a:custGeom>
              <a:rect b="b" l="l" r="r" t="t"/>
              <a:pathLst>
                <a:path extrusionOk="0" h="154284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0" name="Google Shape;1580;p12"/>
            <p:cNvSpPr/>
            <p:nvPr/>
          </p:nvSpPr>
          <p:spPr>
            <a:xfrm>
              <a:off x="3196776" y="3241078"/>
              <a:ext cx="384874" cy="222382"/>
            </a:xfrm>
            <a:custGeom>
              <a:rect b="b" l="l" r="r" t="t"/>
              <a:pathLst>
                <a:path extrusionOk="0" h="222382" w="384874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1" name="Google Shape;1581;p12"/>
            <p:cNvSpPr/>
            <p:nvPr/>
          </p:nvSpPr>
          <p:spPr>
            <a:xfrm>
              <a:off x="3242171" y="3443016"/>
              <a:ext cx="266280" cy="153882"/>
            </a:xfrm>
            <a:custGeom>
              <a:rect b="b" l="l" r="r" t="t"/>
              <a:pathLst>
                <a:path extrusionOk="0" h="153882" w="26628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2" name="Google Shape;1582;p12"/>
            <p:cNvSpPr/>
            <p:nvPr/>
          </p:nvSpPr>
          <p:spPr>
            <a:xfrm>
              <a:off x="3398660" y="353359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3" name="Google Shape;1583;p12"/>
            <p:cNvSpPr/>
            <p:nvPr/>
          </p:nvSpPr>
          <p:spPr>
            <a:xfrm>
              <a:off x="3554723" y="3624118"/>
              <a:ext cx="266722" cy="153784"/>
            </a:xfrm>
            <a:custGeom>
              <a:rect b="b" l="l" r="r" t="t"/>
              <a:pathLst>
                <a:path extrusionOk="0" h="153784" w="266722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4" name="Google Shape;1584;p12"/>
            <p:cNvSpPr/>
            <p:nvPr/>
          </p:nvSpPr>
          <p:spPr>
            <a:xfrm>
              <a:off x="3711455" y="3714661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5" name="Google Shape;1585;p12"/>
            <p:cNvSpPr/>
            <p:nvPr/>
          </p:nvSpPr>
          <p:spPr>
            <a:xfrm>
              <a:off x="3868572" y="3805244"/>
              <a:ext cx="266280" cy="154106"/>
            </a:xfrm>
            <a:custGeom>
              <a:rect b="b" l="l" r="r" t="t"/>
              <a:pathLst>
                <a:path extrusionOk="0" h="154106" w="26628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6" name="Google Shape;1586;p12"/>
            <p:cNvSpPr/>
            <p:nvPr/>
          </p:nvSpPr>
          <p:spPr>
            <a:xfrm>
              <a:off x="4024630" y="3895731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7" name="Google Shape;1587;p12"/>
            <p:cNvSpPr/>
            <p:nvPr/>
          </p:nvSpPr>
          <p:spPr>
            <a:xfrm>
              <a:off x="4181086" y="398631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8" name="Google Shape;1588;p12"/>
            <p:cNvSpPr/>
            <p:nvPr/>
          </p:nvSpPr>
          <p:spPr>
            <a:xfrm>
              <a:off x="4337714" y="4076809"/>
              <a:ext cx="266248" cy="154040"/>
            </a:xfrm>
            <a:custGeom>
              <a:rect b="b" l="l" r="r" t="t"/>
              <a:pathLst>
                <a:path extrusionOk="0" h="154040" w="266248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9" name="Google Shape;1589;p12"/>
            <p:cNvSpPr/>
            <p:nvPr/>
          </p:nvSpPr>
          <p:spPr>
            <a:xfrm>
              <a:off x="4494075" y="416738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0" name="Google Shape;1590;p12"/>
            <p:cNvSpPr/>
            <p:nvPr/>
          </p:nvSpPr>
          <p:spPr>
            <a:xfrm>
              <a:off x="4650609" y="4257915"/>
              <a:ext cx="266153" cy="154012"/>
            </a:xfrm>
            <a:custGeom>
              <a:rect b="b" l="l" r="r" t="t"/>
              <a:pathLst>
                <a:path extrusionOk="0" h="154012" w="266153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1" name="Google Shape;1591;p12"/>
            <p:cNvSpPr/>
            <p:nvPr/>
          </p:nvSpPr>
          <p:spPr>
            <a:xfrm>
              <a:off x="4807065" y="434845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2" name="Google Shape;1592;p12"/>
            <p:cNvSpPr/>
            <p:nvPr/>
          </p:nvSpPr>
          <p:spPr>
            <a:xfrm>
              <a:off x="4963756" y="4439037"/>
              <a:ext cx="459701" cy="266038"/>
            </a:xfrm>
            <a:custGeom>
              <a:rect b="b" l="l" r="r" t="t"/>
              <a:pathLst>
                <a:path extrusionOk="0" h="266038" w="459701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3" name="Google Shape;1593;p12"/>
            <p:cNvSpPr/>
            <p:nvPr/>
          </p:nvSpPr>
          <p:spPr>
            <a:xfrm>
              <a:off x="3045263" y="3329192"/>
              <a:ext cx="306655" cy="177371"/>
            </a:xfrm>
            <a:custGeom>
              <a:rect b="b" l="l" r="r" t="t"/>
              <a:pathLst>
                <a:path extrusionOk="0" h="177371" w="306655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1594;p12"/>
            <p:cNvSpPr/>
            <p:nvPr/>
          </p:nvSpPr>
          <p:spPr>
            <a:xfrm>
              <a:off x="3658039" y="3005282"/>
              <a:ext cx="2325529" cy="1345328"/>
            </a:xfrm>
            <a:custGeom>
              <a:rect b="b" l="l" r="r" t="t"/>
              <a:pathLst>
                <a:path extrusionOk="0" h="1345328" w="2325529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5" name="Google Shape;1595;p12"/>
            <p:cNvSpPr/>
            <p:nvPr/>
          </p:nvSpPr>
          <p:spPr>
            <a:xfrm>
              <a:off x="2758377" y="3858961"/>
              <a:ext cx="1752611" cy="1013632"/>
            </a:xfrm>
            <a:custGeom>
              <a:rect b="b" l="l" r="r" t="t"/>
              <a:pathLst>
                <a:path extrusionOk="0" h="1013632" w="1752611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6" name="Google Shape;1596;p12"/>
            <p:cNvSpPr/>
            <p:nvPr/>
          </p:nvSpPr>
          <p:spPr>
            <a:xfrm>
              <a:off x="2759571" y="3871207"/>
              <a:ext cx="1750478" cy="1001386"/>
            </a:xfrm>
            <a:custGeom>
              <a:rect b="b" l="l" r="r" t="t"/>
              <a:pathLst>
                <a:path extrusionOk="0" h="1001386" w="1750478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7" name="Google Shape;1597;p12"/>
            <p:cNvSpPr/>
            <p:nvPr/>
          </p:nvSpPr>
          <p:spPr>
            <a:xfrm>
              <a:off x="3817633" y="2891711"/>
              <a:ext cx="2255273" cy="1359741"/>
            </a:xfrm>
            <a:custGeom>
              <a:rect b="b" l="l" r="r" t="t"/>
              <a:pathLst>
                <a:path extrusionOk="0" h="1359741" w="2255273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8" name="Google Shape;1598;p12"/>
            <p:cNvSpPr/>
            <p:nvPr/>
          </p:nvSpPr>
          <p:spPr>
            <a:xfrm>
              <a:off x="3899944" y="2334804"/>
              <a:ext cx="319167" cy="507819"/>
            </a:xfrm>
            <a:custGeom>
              <a:rect b="b" l="l" r="r" t="t"/>
              <a:pathLst>
                <a:path extrusionOk="0" h="507819" w="319167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9" name="Google Shape;1599;p12"/>
            <p:cNvSpPr/>
            <p:nvPr/>
          </p:nvSpPr>
          <p:spPr>
            <a:xfrm>
              <a:off x="3899468" y="1737396"/>
              <a:ext cx="318787" cy="562544"/>
            </a:xfrm>
            <a:custGeom>
              <a:rect b="b" l="l" r="r" t="t"/>
              <a:pathLst>
                <a:path extrusionOk="0" h="562544" w="318787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0" name="Google Shape;1600;p12"/>
            <p:cNvSpPr/>
            <p:nvPr/>
          </p:nvSpPr>
          <p:spPr>
            <a:xfrm>
              <a:off x="3979213" y="1913870"/>
              <a:ext cx="161864" cy="209418"/>
            </a:xfrm>
            <a:custGeom>
              <a:rect b="b" l="l" r="r" t="t"/>
              <a:pathLst>
                <a:path extrusionOk="0" h="209418" w="161864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1" name="Google Shape;1601;p12"/>
            <p:cNvSpPr/>
            <p:nvPr/>
          </p:nvSpPr>
          <p:spPr>
            <a:xfrm>
              <a:off x="4045651" y="1966906"/>
              <a:ext cx="50374" cy="107156"/>
            </a:xfrm>
            <a:custGeom>
              <a:rect b="b" l="l" r="r" t="t"/>
              <a:pathLst>
                <a:path extrusionOk="0" h="107156" w="50374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2" name="Google Shape;1602;p12"/>
            <p:cNvSpPr/>
            <p:nvPr/>
          </p:nvSpPr>
          <p:spPr>
            <a:xfrm>
              <a:off x="3899183" y="1178204"/>
              <a:ext cx="318787" cy="538687"/>
            </a:xfrm>
            <a:custGeom>
              <a:rect b="b" l="l" r="r" t="t"/>
              <a:pathLst>
                <a:path extrusionOk="0" h="538687" w="318787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3" name="Google Shape;1603;p12"/>
            <p:cNvSpPr/>
            <p:nvPr/>
          </p:nvSpPr>
          <p:spPr>
            <a:xfrm>
              <a:off x="3979213" y="1338206"/>
              <a:ext cx="159393" cy="203465"/>
            </a:xfrm>
            <a:custGeom>
              <a:rect b="b" l="l" r="r" t="t"/>
              <a:pathLst>
                <a:path extrusionOk="0" h="203465" w="159393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4" name="Google Shape;1604;p12"/>
            <p:cNvSpPr/>
            <p:nvPr/>
          </p:nvSpPr>
          <p:spPr>
            <a:xfrm>
              <a:off x="3993280" y="2480040"/>
              <a:ext cx="134491" cy="224767"/>
            </a:xfrm>
            <a:custGeom>
              <a:rect b="b" l="l" r="r" t="t"/>
              <a:pathLst>
                <a:path extrusionOk="0" h="224767" w="134491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5" name="Google Shape;1605;p12"/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rect b="b" l="l" r="r" t="t"/>
              <a:pathLst>
                <a:path extrusionOk="0" h="124586" w="71855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6" name="Google Shape;1606;p12"/>
            <p:cNvSpPr/>
            <p:nvPr/>
          </p:nvSpPr>
          <p:spPr>
            <a:xfrm>
              <a:off x="4492846" y="2048739"/>
              <a:ext cx="559351" cy="469824"/>
            </a:xfrm>
            <a:custGeom>
              <a:rect b="b" l="l" r="r" t="t"/>
              <a:pathLst>
                <a:path extrusionOk="0" h="469824" w="559351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7" name="Google Shape;1607;p12"/>
            <p:cNvSpPr/>
            <p:nvPr/>
          </p:nvSpPr>
          <p:spPr>
            <a:xfrm>
              <a:off x="4353888" y="2645824"/>
              <a:ext cx="1638988" cy="1231605"/>
            </a:xfrm>
            <a:custGeom>
              <a:rect b="b" l="l" r="r" t="t"/>
              <a:pathLst>
                <a:path extrusionOk="0" h="123160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8" name="Google Shape;1608;p12"/>
            <p:cNvSpPr/>
            <p:nvPr/>
          </p:nvSpPr>
          <p:spPr>
            <a:xfrm>
              <a:off x="4353888" y="2645824"/>
              <a:ext cx="1638988" cy="746475"/>
            </a:xfrm>
            <a:custGeom>
              <a:rect b="b" l="l" r="r" t="t"/>
              <a:pathLst>
                <a:path extrusionOk="0" h="74647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cap="flat" cmpd="sng" w="10075">
              <a:solidFill>
                <a:srgbClr val="CCCE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9" name="Google Shape;1609;p12"/>
            <p:cNvSpPr/>
            <p:nvPr/>
          </p:nvSpPr>
          <p:spPr>
            <a:xfrm>
              <a:off x="4257005" y="773645"/>
              <a:ext cx="165344" cy="325643"/>
            </a:xfrm>
            <a:custGeom>
              <a:rect b="b" l="l" r="r" t="t"/>
              <a:pathLst>
                <a:path extrusionOk="0" h="325643" w="165344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0" name="Google Shape;1610;p12"/>
            <p:cNvSpPr/>
            <p:nvPr/>
          </p:nvSpPr>
          <p:spPr>
            <a:xfrm>
              <a:off x="4272441" y="1538278"/>
              <a:ext cx="113451" cy="88273"/>
            </a:xfrm>
            <a:custGeom>
              <a:rect b="b" l="l" r="r" t="t"/>
              <a:pathLst>
                <a:path extrusionOk="0" h="88273" w="113451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1" name="Google Shape;1611;p12"/>
            <p:cNvSpPr/>
            <p:nvPr/>
          </p:nvSpPr>
          <p:spPr>
            <a:xfrm>
              <a:off x="4272622" y="1567332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2" name="Google Shape;1612;p12"/>
            <p:cNvSpPr/>
            <p:nvPr/>
          </p:nvSpPr>
          <p:spPr>
            <a:xfrm>
              <a:off x="4135669" y="1458312"/>
              <a:ext cx="113522" cy="85076"/>
            </a:xfrm>
            <a:custGeom>
              <a:rect b="b" l="l" r="r" t="t"/>
              <a:pathLst>
                <a:path extrusionOk="0" h="85076" w="113522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3" name="Google Shape;1613;p12"/>
            <p:cNvSpPr/>
            <p:nvPr/>
          </p:nvSpPr>
          <p:spPr>
            <a:xfrm>
              <a:off x="4135660" y="1485798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4" name="Google Shape;1614;p12"/>
            <p:cNvSpPr/>
            <p:nvPr/>
          </p:nvSpPr>
          <p:spPr>
            <a:xfrm>
              <a:off x="4163850" y="1066881"/>
              <a:ext cx="398264" cy="482949"/>
            </a:xfrm>
            <a:custGeom>
              <a:rect b="b" l="l" r="r" t="t"/>
              <a:pathLst>
                <a:path extrusionOk="0" h="482949" w="398264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5" name="Google Shape;1615;p12"/>
            <p:cNvSpPr/>
            <p:nvPr/>
          </p:nvSpPr>
          <p:spPr>
            <a:xfrm>
              <a:off x="4403391" y="743705"/>
              <a:ext cx="125692" cy="122150"/>
            </a:xfrm>
            <a:custGeom>
              <a:rect b="b" l="l" r="r" t="t"/>
              <a:pathLst>
                <a:path extrusionOk="0" h="122150" w="125692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6" name="Google Shape;1616;p12"/>
            <p:cNvSpPr/>
            <p:nvPr/>
          </p:nvSpPr>
          <p:spPr>
            <a:xfrm>
              <a:off x="4358991" y="760843"/>
              <a:ext cx="203859" cy="398340"/>
            </a:xfrm>
            <a:custGeom>
              <a:rect b="b" l="l" r="r" t="t"/>
              <a:pathLst>
                <a:path extrusionOk="0" h="398340" w="203859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7" name="Google Shape;1617;p12"/>
            <p:cNvSpPr/>
            <p:nvPr/>
          </p:nvSpPr>
          <p:spPr>
            <a:xfrm>
              <a:off x="4398650" y="616917"/>
              <a:ext cx="135166" cy="164844"/>
            </a:xfrm>
            <a:custGeom>
              <a:rect b="b" l="l" r="r" t="t"/>
              <a:pathLst>
                <a:path extrusionOk="0" h="164844" w="135166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8" name="Google Shape;1618;p12"/>
            <p:cNvSpPr/>
            <p:nvPr/>
          </p:nvSpPr>
          <p:spPr>
            <a:xfrm>
              <a:off x="4403852" y="602477"/>
              <a:ext cx="142520" cy="141227"/>
            </a:xfrm>
            <a:custGeom>
              <a:rect b="b" l="l" r="r" t="t"/>
              <a:pathLst>
                <a:path extrusionOk="0" h="141227" w="14252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9" name="Google Shape;1619;p12"/>
            <p:cNvSpPr/>
            <p:nvPr/>
          </p:nvSpPr>
          <p:spPr>
            <a:xfrm>
              <a:off x="4338015" y="761231"/>
              <a:ext cx="65677" cy="95630"/>
            </a:xfrm>
            <a:custGeom>
              <a:rect b="b" l="l" r="r" t="t"/>
              <a:pathLst>
                <a:path extrusionOk="0" h="95630" w="65677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0" name="Google Shape;1620;p12"/>
            <p:cNvSpPr/>
            <p:nvPr/>
          </p:nvSpPr>
          <p:spPr>
            <a:xfrm>
              <a:off x="5408528" y="1603174"/>
              <a:ext cx="974325" cy="1973896"/>
            </a:xfrm>
            <a:custGeom>
              <a:rect b="b" l="l" r="r" t="t"/>
              <a:pathLst>
                <a:path extrusionOk="0" h="1973896" w="974325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1" name="Google Shape;1621;p12"/>
            <p:cNvSpPr/>
            <p:nvPr/>
          </p:nvSpPr>
          <p:spPr>
            <a:xfrm>
              <a:off x="6324400" y="3534911"/>
              <a:ext cx="27183" cy="49530"/>
            </a:xfrm>
            <a:custGeom>
              <a:rect b="b" l="l" r="r" t="t"/>
              <a:pathLst>
                <a:path extrusionOk="0" h="49530" w="27183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2" name="Google Shape;1622;p12"/>
            <p:cNvSpPr/>
            <p:nvPr/>
          </p:nvSpPr>
          <p:spPr>
            <a:xfrm>
              <a:off x="5423355" y="1605432"/>
              <a:ext cx="45242" cy="39909"/>
            </a:xfrm>
            <a:custGeom>
              <a:rect b="b" l="l" r="r" t="t"/>
              <a:pathLst>
                <a:path extrusionOk="0" h="39909" w="45242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3" name="Google Shape;1623;p12"/>
            <p:cNvSpPr/>
            <p:nvPr/>
          </p:nvSpPr>
          <p:spPr>
            <a:xfrm>
              <a:off x="5387713" y="1613611"/>
              <a:ext cx="974325" cy="1973876"/>
            </a:xfrm>
            <a:custGeom>
              <a:rect b="b" l="l" r="r" t="t"/>
              <a:pathLst>
                <a:path extrusionOk="0" h="1973876" w="974325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4" name="Google Shape;1624;p12"/>
            <p:cNvSpPr/>
            <p:nvPr/>
          </p:nvSpPr>
          <p:spPr>
            <a:xfrm>
              <a:off x="5477912" y="174973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5" name="Google Shape;1625;p12"/>
            <p:cNvSpPr/>
            <p:nvPr/>
          </p:nvSpPr>
          <p:spPr>
            <a:xfrm>
              <a:off x="5649377" y="1848986"/>
              <a:ext cx="613432" cy="407098"/>
            </a:xfrm>
            <a:custGeom>
              <a:rect b="b" l="l" r="r" t="t"/>
              <a:pathLst>
                <a:path extrusionOk="0" h="407098" w="613432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6" name="Google Shape;1626;p12"/>
            <p:cNvSpPr/>
            <p:nvPr/>
          </p:nvSpPr>
          <p:spPr>
            <a:xfrm>
              <a:off x="5477912" y="191680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7" name="Google Shape;1627;p12"/>
            <p:cNvSpPr/>
            <p:nvPr/>
          </p:nvSpPr>
          <p:spPr>
            <a:xfrm>
              <a:off x="5649377" y="2015959"/>
              <a:ext cx="405945" cy="287083"/>
            </a:xfrm>
            <a:custGeom>
              <a:rect b="b" l="l" r="r" t="t"/>
              <a:pathLst>
                <a:path extrusionOk="0" h="287083" w="405945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8" name="Google Shape;1628;p12"/>
            <p:cNvSpPr/>
            <p:nvPr/>
          </p:nvSpPr>
          <p:spPr>
            <a:xfrm>
              <a:off x="5477912" y="2000338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9" name="Google Shape;1629;p12"/>
            <p:cNvSpPr/>
            <p:nvPr/>
          </p:nvSpPr>
          <p:spPr>
            <a:xfrm>
              <a:off x="5649377" y="2099494"/>
              <a:ext cx="505174" cy="344519"/>
            </a:xfrm>
            <a:custGeom>
              <a:rect b="b" l="l" r="r" t="t"/>
              <a:pathLst>
                <a:path extrusionOk="0" h="344519" w="505174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0" name="Google Shape;1630;p12"/>
            <p:cNvSpPr/>
            <p:nvPr/>
          </p:nvSpPr>
          <p:spPr>
            <a:xfrm>
              <a:off x="5477912" y="208377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1" name="Google Shape;1631;p12"/>
            <p:cNvSpPr/>
            <p:nvPr/>
          </p:nvSpPr>
          <p:spPr>
            <a:xfrm>
              <a:off x="5649377" y="2183028"/>
              <a:ext cx="351863" cy="255746"/>
            </a:xfrm>
            <a:custGeom>
              <a:rect b="b" l="l" r="r" t="t"/>
              <a:pathLst>
                <a:path extrusionOk="0" h="255746" w="351863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2" name="Google Shape;1632;p12"/>
            <p:cNvSpPr/>
            <p:nvPr/>
          </p:nvSpPr>
          <p:spPr>
            <a:xfrm>
              <a:off x="5477912" y="1833270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3" name="Google Shape;1633;p12"/>
            <p:cNvSpPr/>
            <p:nvPr/>
          </p:nvSpPr>
          <p:spPr>
            <a:xfrm>
              <a:off x="5649377" y="1932425"/>
              <a:ext cx="306716" cy="229742"/>
            </a:xfrm>
            <a:custGeom>
              <a:rect b="b" l="l" r="r" t="t"/>
              <a:pathLst>
                <a:path extrusionOk="0" h="229742" w="306716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4" name="Google Shape;1634;p12"/>
            <p:cNvSpPr/>
            <p:nvPr/>
          </p:nvSpPr>
          <p:spPr>
            <a:xfrm>
              <a:off x="5477912" y="216731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5" name="Google Shape;1635;p12"/>
            <p:cNvSpPr/>
            <p:nvPr/>
          </p:nvSpPr>
          <p:spPr>
            <a:xfrm>
              <a:off x="5649377" y="2266467"/>
              <a:ext cx="180399" cy="156591"/>
            </a:xfrm>
            <a:custGeom>
              <a:rect b="b" l="l" r="r" t="t"/>
              <a:pathLst>
                <a:path extrusionOk="0" h="156591" w="180399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6" name="Google Shape;1636;p12"/>
            <p:cNvSpPr/>
            <p:nvPr/>
          </p:nvSpPr>
          <p:spPr>
            <a:xfrm>
              <a:off x="5477912" y="2334380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7" name="Google Shape;1637;p12"/>
            <p:cNvSpPr/>
            <p:nvPr/>
          </p:nvSpPr>
          <p:spPr>
            <a:xfrm>
              <a:off x="5649377" y="2433536"/>
              <a:ext cx="568380" cy="381000"/>
            </a:xfrm>
            <a:custGeom>
              <a:rect b="b" l="l" r="r" t="t"/>
              <a:pathLst>
                <a:path extrusionOk="0" h="381000" w="56838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8" name="Google Shape;1638;p12"/>
            <p:cNvSpPr/>
            <p:nvPr/>
          </p:nvSpPr>
          <p:spPr>
            <a:xfrm>
              <a:off x="5477912" y="241781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9" name="Google Shape;1639;p12"/>
            <p:cNvSpPr/>
            <p:nvPr/>
          </p:nvSpPr>
          <p:spPr>
            <a:xfrm>
              <a:off x="5649377" y="2517070"/>
              <a:ext cx="171369" cy="151352"/>
            </a:xfrm>
            <a:custGeom>
              <a:rect b="b" l="l" r="r" t="t"/>
              <a:pathLst>
                <a:path extrusionOk="0" h="151352" w="171369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0" name="Google Shape;1640;p12"/>
            <p:cNvSpPr/>
            <p:nvPr/>
          </p:nvSpPr>
          <p:spPr>
            <a:xfrm>
              <a:off x="5477912" y="250135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1" name="Google Shape;1641;p12"/>
            <p:cNvSpPr/>
            <p:nvPr/>
          </p:nvSpPr>
          <p:spPr>
            <a:xfrm>
              <a:off x="5649377" y="2600604"/>
              <a:ext cx="505174" cy="344424"/>
            </a:xfrm>
            <a:custGeom>
              <a:rect b="b" l="l" r="r" t="t"/>
              <a:pathLst>
                <a:path extrusionOk="0" h="344424" w="505174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2" name="Google Shape;1642;p12"/>
            <p:cNvSpPr/>
            <p:nvPr/>
          </p:nvSpPr>
          <p:spPr>
            <a:xfrm>
              <a:off x="5477912" y="225084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3" name="Google Shape;1643;p12"/>
            <p:cNvSpPr/>
            <p:nvPr/>
          </p:nvSpPr>
          <p:spPr>
            <a:xfrm>
              <a:off x="5649377" y="2350001"/>
              <a:ext cx="478085" cy="328898"/>
            </a:xfrm>
            <a:custGeom>
              <a:rect b="b" l="l" r="r" t="t"/>
              <a:pathLst>
                <a:path extrusionOk="0" h="328898" w="478085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4" name="Google Shape;1644;p12"/>
            <p:cNvSpPr/>
            <p:nvPr/>
          </p:nvSpPr>
          <p:spPr>
            <a:xfrm>
              <a:off x="5477912" y="258488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5" name="Google Shape;1645;p12"/>
            <p:cNvSpPr/>
            <p:nvPr/>
          </p:nvSpPr>
          <p:spPr>
            <a:xfrm>
              <a:off x="5649377" y="2684043"/>
              <a:ext cx="63110" cy="88773"/>
            </a:xfrm>
            <a:custGeom>
              <a:rect b="b" l="l" r="r" t="t"/>
              <a:pathLst>
                <a:path extrusionOk="0" h="88773" w="6311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6" name="Google Shape;1646;p12"/>
            <p:cNvSpPr/>
            <p:nvPr/>
          </p:nvSpPr>
          <p:spPr>
            <a:xfrm>
              <a:off x="5477912" y="2751956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7" name="Google Shape;1647;p12"/>
            <p:cNvSpPr/>
            <p:nvPr/>
          </p:nvSpPr>
          <p:spPr>
            <a:xfrm>
              <a:off x="5649377" y="2851112"/>
              <a:ext cx="117287" cy="120014"/>
            </a:xfrm>
            <a:custGeom>
              <a:rect b="b" l="l" r="r" t="t"/>
              <a:pathLst>
                <a:path extrusionOk="0" h="120014" w="117287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8" name="Google Shape;1648;p12"/>
            <p:cNvSpPr/>
            <p:nvPr/>
          </p:nvSpPr>
          <p:spPr>
            <a:xfrm>
              <a:off x="5477912" y="2835395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9" name="Google Shape;1649;p12"/>
            <p:cNvSpPr/>
            <p:nvPr/>
          </p:nvSpPr>
          <p:spPr>
            <a:xfrm>
              <a:off x="5649377" y="2934646"/>
              <a:ext cx="306716" cy="229647"/>
            </a:xfrm>
            <a:custGeom>
              <a:rect b="b" l="l" r="r" t="t"/>
              <a:pathLst>
                <a:path extrusionOk="0" h="229647" w="306716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0" name="Google Shape;1650;p12"/>
            <p:cNvSpPr/>
            <p:nvPr/>
          </p:nvSpPr>
          <p:spPr>
            <a:xfrm>
              <a:off x="5477912" y="291892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1" name="Google Shape;1651;p12"/>
            <p:cNvSpPr/>
            <p:nvPr/>
          </p:nvSpPr>
          <p:spPr>
            <a:xfrm>
              <a:off x="5649377" y="3018085"/>
              <a:ext cx="487115" cy="334137"/>
            </a:xfrm>
            <a:custGeom>
              <a:rect b="b" l="l" r="r" t="t"/>
              <a:pathLst>
                <a:path extrusionOk="0" h="334137" w="487115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2" name="Google Shape;1652;p12"/>
            <p:cNvSpPr/>
            <p:nvPr/>
          </p:nvSpPr>
          <p:spPr>
            <a:xfrm>
              <a:off x="5477912" y="266842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3" name="Google Shape;1653;p12"/>
            <p:cNvSpPr/>
            <p:nvPr/>
          </p:nvSpPr>
          <p:spPr>
            <a:xfrm>
              <a:off x="5649377" y="2767577"/>
              <a:ext cx="613432" cy="407193"/>
            </a:xfrm>
            <a:custGeom>
              <a:rect b="b" l="l" r="r" t="t"/>
              <a:pathLst>
                <a:path extrusionOk="0" h="407193" w="613432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4" name="Google Shape;1654;p12"/>
            <p:cNvSpPr/>
            <p:nvPr/>
          </p:nvSpPr>
          <p:spPr>
            <a:xfrm>
              <a:off x="1926580" y="1674106"/>
              <a:ext cx="1230952" cy="1017480"/>
            </a:xfrm>
            <a:custGeom>
              <a:rect b="b" l="l" r="r" t="t"/>
              <a:pathLst>
                <a:path extrusionOk="0" h="1017480" w="1230952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5" name="Google Shape;1655;p12"/>
            <p:cNvSpPr/>
            <p:nvPr/>
          </p:nvSpPr>
          <p:spPr>
            <a:xfrm>
              <a:off x="3112195" y="1676584"/>
              <a:ext cx="59119" cy="52197"/>
            </a:xfrm>
            <a:custGeom>
              <a:rect b="b" l="l" r="r" t="t"/>
              <a:pathLst>
                <a:path extrusionOk="0" h="52197" w="59119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1656;p12"/>
            <p:cNvSpPr/>
            <p:nvPr/>
          </p:nvSpPr>
          <p:spPr>
            <a:xfrm>
              <a:off x="2269509" y="2593746"/>
              <a:ext cx="43151" cy="44767"/>
            </a:xfrm>
            <a:custGeom>
              <a:rect b="b" l="l" r="r" t="t"/>
              <a:pathLst>
                <a:path extrusionOk="0" h="44767" w="43151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7" name="Google Shape;1657;p12"/>
            <p:cNvSpPr/>
            <p:nvPr/>
          </p:nvSpPr>
          <p:spPr>
            <a:xfrm>
              <a:off x="1950116" y="2650325"/>
              <a:ext cx="58584" cy="57547"/>
            </a:xfrm>
            <a:custGeom>
              <a:rect b="b" l="l" r="r" t="t"/>
              <a:pathLst>
                <a:path extrusionOk="0" h="57547" w="58584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8" name="Google Shape;1658;p12"/>
            <p:cNvSpPr/>
            <p:nvPr/>
          </p:nvSpPr>
          <p:spPr>
            <a:xfrm>
              <a:off x="1969256" y="1691533"/>
              <a:ext cx="1231332" cy="1017436"/>
            </a:xfrm>
            <a:custGeom>
              <a:rect b="b" l="l" r="r" t="t"/>
              <a:pathLst>
                <a:path extrusionOk="0" h="1017436" w="1231332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9" name="Google Shape;1659;p12"/>
            <p:cNvSpPr/>
            <p:nvPr/>
          </p:nvSpPr>
          <p:spPr>
            <a:xfrm>
              <a:off x="2066299" y="1805171"/>
              <a:ext cx="1037246" cy="669226"/>
            </a:xfrm>
            <a:custGeom>
              <a:rect b="b" l="l" r="r" t="t"/>
              <a:pathLst>
                <a:path extrusionOk="0" h="669226" w="1037246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0" name="Google Shape;1660;p12"/>
            <p:cNvSpPr/>
            <p:nvPr/>
          </p:nvSpPr>
          <p:spPr>
            <a:xfrm>
              <a:off x="2066299" y="2133308"/>
              <a:ext cx="679110" cy="462057"/>
            </a:xfrm>
            <a:custGeom>
              <a:rect b="b" l="l" r="r" t="t"/>
              <a:pathLst>
                <a:path extrusionOk="0" h="462057" w="67911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61" name="Google Shape;1661;p12"/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1662" name="Google Shape;1662;p12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3" name="Google Shape;1663;p12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4" name="Google Shape;1664;p12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5" name="Google Shape;1665;p12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6" name="Google Shape;1666;p12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67" name="Google Shape;1667;p12"/>
            <p:cNvSpPr/>
            <p:nvPr/>
          </p:nvSpPr>
          <p:spPr>
            <a:xfrm>
              <a:off x="4444588" y="826743"/>
              <a:ext cx="153590" cy="431871"/>
            </a:xfrm>
            <a:custGeom>
              <a:rect b="b" l="l" r="r" t="t"/>
              <a:pathLst>
                <a:path extrusionOk="0" h="431871" w="15359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8" name="Google Shape;1668;p12"/>
            <p:cNvSpPr/>
            <p:nvPr/>
          </p:nvSpPr>
          <p:spPr>
            <a:xfrm>
              <a:off x="4515562" y="822838"/>
              <a:ext cx="88583" cy="120566"/>
            </a:xfrm>
            <a:custGeom>
              <a:rect b="b" l="l" r="r" t="t"/>
              <a:pathLst>
                <a:path extrusionOk="0" h="120566" w="88583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9" name="Google Shape;1669;p1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p13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Gráficos rápidos y minigráficos</a:t>
            </a:r>
            <a:endParaRPr sz="3200"/>
          </a:p>
        </p:txBody>
      </p:sp>
      <p:sp>
        <p:nvSpPr>
          <p:cNvPr id="1675" name="Google Shape;1675;p13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400"/>
              <a:t>Insertar → Gráfico de columnas para ‘notas por módulo’.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400"/>
              <a:t>Insertar → Minigráficos (Línea) en filas para tendencia individual.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400"/>
              <a:t>Diseño de gráfico: títulos claros y sin elementos innecesarios.</a:t>
            </a:r>
            <a:endParaRPr/>
          </a:p>
        </p:txBody>
      </p:sp>
      <p:grpSp>
        <p:nvGrpSpPr>
          <p:cNvPr id="1676" name="Google Shape;1676;p13"/>
          <p:cNvGrpSpPr/>
          <p:nvPr/>
        </p:nvGrpSpPr>
        <p:grpSpPr>
          <a:xfrm>
            <a:off x="7432816" y="3393046"/>
            <a:ext cx="1641693" cy="1754492"/>
            <a:chOff x="1926580" y="602477"/>
            <a:chExt cx="4456273" cy="4762466"/>
          </a:xfrm>
        </p:grpSpPr>
        <p:sp>
          <p:nvSpPr>
            <p:cNvPr id="1677" name="Google Shape;1677;p13"/>
            <p:cNvSpPr/>
            <p:nvPr/>
          </p:nvSpPr>
          <p:spPr>
            <a:xfrm>
              <a:off x="4352367" y="1409287"/>
              <a:ext cx="1407834" cy="1779317"/>
            </a:xfrm>
            <a:custGeom>
              <a:rect b="b" l="l" r="r" t="t"/>
              <a:pathLst>
                <a:path extrusionOk="0" h="1779317" w="1407834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13"/>
            <p:cNvSpPr/>
            <p:nvPr/>
          </p:nvSpPr>
          <p:spPr>
            <a:xfrm>
              <a:off x="4492846" y="1745654"/>
              <a:ext cx="1118701" cy="793785"/>
            </a:xfrm>
            <a:custGeom>
              <a:rect b="b" l="l" r="r" t="t"/>
              <a:pathLst>
                <a:path extrusionOk="0" h="793785" w="1118701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13"/>
            <p:cNvSpPr/>
            <p:nvPr/>
          </p:nvSpPr>
          <p:spPr>
            <a:xfrm>
              <a:off x="3766118" y="879295"/>
              <a:ext cx="2497551" cy="3394041"/>
            </a:xfrm>
            <a:custGeom>
              <a:rect b="b" l="l" r="r" t="t"/>
              <a:pathLst>
                <a:path extrusionOk="0" h="3394041" w="2497551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13"/>
            <p:cNvSpPr/>
            <p:nvPr/>
          </p:nvSpPr>
          <p:spPr>
            <a:xfrm>
              <a:off x="3744257" y="892344"/>
              <a:ext cx="2498022" cy="3393845"/>
            </a:xfrm>
            <a:custGeom>
              <a:rect b="b" l="l" r="r" t="t"/>
              <a:pathLst>
                <a:path extrusionOk="0" h="3393845" w="2498022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13"/>
            <p:cNvSpPr/>
            <p:nvPr/>
          </p:nvSpPr>
          <p:spPr>
            <a:xfrm>
              <a:off x="3740075" y="894303"/>
              <a:ext cx="2498022" cy="3394082"/>
            </a:xfrm>
            <a:custGeom>
              <a:rect b="b" l="l" r="r" t="t"/>
              <a:pathLst>
                <a:path extrusionOk="0" h="3394082" w="2498022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13"/>
            <p:cNvSpPr/>
            <p:nvPr/>
          </p:nvSpPr>
          <p:spPr>
            <a:xfrm>
              <a:off x="3770110" y="934160"/>
              <a:ext cx="2435672" cy="3234830"/>
            </a:xfrm>
            <a:custGeom>
              <a:rect b="b" l="l" r="r" t="t"/>
              <a:pathLst>
                <a:path extrusionOk="0" h="3234830" w="2435672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13"/>
            <p:cNvSpPr/>
            <p:nvPr/>
          </p:nvSpPr>
          <p:spPr>
            <a:xfrm>
              <a:off x="3770110" y="934160"/>
              <a:ext cx="2435006" cy="3234925"/>
            </a:xfrm>
            <a:custGeom>
              <a:rect b="b" l="l" r="r" t="t"/>
              <a:pathLst>
                <a:path extrusionOk="0" h="3234925" w="2435006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13"/>
            <p:cNvSpPr/>
            <p:nvPr/>
          </p:nvSpPr>
          <p:spPr>
            <a:xfrm>
              <a:off x="6215951" y="4191660"/>
              <a:ext cx="26328" cy="93440"/>
            </a:xfrm>
            <a:custGeom>
              <a:rect b="b" l="l" r="r" t="t"/>
              <a:pathLst>
                <a:path extrusionOk="0" h="93440" w="26328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13"/>
            <p:cNvSpPr/>
            <p:nvPr/>
          </p:nvSpPr>
          <p:spPr>
            <a:xfrm>
              <a:off x="3761840" y="882675"/>
              <a:ext cx="63206" cy="27150"/>
            </a:xfrm>
            <a:custGeom>
              <a:rect b="b" l="l" r="r" t="t"/>
              <a:pathLst>
                <a:path extrusionOk="0" h="27150" w="63206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13"/>
            <p:cNvSpPr/>
            <p:nvPr/>
          </p:nvSpPr>
          <p:spPr>
            <a:xfrm>
              <a:off x="1985051" y="2961416"/>
              <a:ext cx="4154298" cy="2403527"/>
            </a:xfrm>
            <a:custGeom>
              <a:rect b="b" l="l" r="r" t="t"/>
              <a:pathLst>
                <a:path extrusionOk="0" h="2403527" w="4154298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13"/>
            <p:cNvSpPr/>
            <p:nvPr/>
          </p:nvSpPr>
          <p:spPr>
            <a:xfrm>
              <a:off x="2036757" y="2930659"/>
              <a:ext cx="4154369" cy="2403042"/>
            </a:xfrm>
            <a:custGeom>
              <a:rect b="b" l="l" r="r" t="t"/>
              <a:pathLst>
                <a:path extrusionOk="0" h="2403042" w="4154369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13"/>
            <p:cNvSpPr/>
            <p:nvPr/>
          </p:nvSpPr>
          <p:spPr>
            <a:xfrm>
              <a:off x="2036929" y="3869239"/>
              <a:ext cx="50374" cy="44958"/>
            </a:xfrm>
            <a:custGeom>
              <a:rect b="b" l="l" r="r" t="t"/>
              <a:pathLst>
                <a:path extrusionOk="0" h="44958" w="50374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13"/>
            <p:cNvSpPr/>
            <p:nvPr/>
          </p:nvSpPr>
          <p:spPr>
            <a:xfrm>
              <a:off x="6153886" y="4308341"/>
              <a:ext cx="37258" cy="49244"/>
            </a:xfrm>
            <a:custGeom>
              <a:rect b="b" l="l" r="r" t="t"/>
              <a:pathLst>
                <a:path extrusionOk="0" h="49244" w="37258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13"/>
            <p:cNvSpPr/>
            <p:nvPr/>
          </p:nvSpPr>
          <p:spPr>
            <a:xfrm>
              <a:off x="2036757" y="2892519"/>
              <a:ext cx="4154369" cy="2403360"/>
            </a:xfrm>
            <a:custGeom>
              <a:rect b="b" l="l" r="r" t="t"/>
              <a:pathLst>
                <a:path extrusionOk="0" h="2403360" w="4154369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13"/>
            <p:cNvSpPr/>
            <p:nvPr/>
          </p:nvSpPr>
          <p:spPr>
            <a:xfrm>
              <a:off x="2036757" y="2886502"/>
              <a:ext cx="4154369" cy="2403527"/>
            </a:xfrm>
            <a:custGeom>
              <a:rect b="b" l="l" r="r" t="t"/>
              <a:pathLst>
                <a:path extrusionOk="0" h="2403527" w="4154369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13"/>
            <p:cNvSpPr/>
            <p:nvPr/>
          </p:nvSpPr>
          <p:spPr>
            <a:xfrm>
              <a:off x="3500252" y="306524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13"/>
            <p:cNvSpPr/>
            <p:nvPr/>
          </p:nvSpPr>
          <p:spPr>
            <a:xfrm>
              <a:off x="3657092" y="3155925"/>
              <a:ext cx="266442" cy="153985"/>
            </a:xfrm>
            <a:custGeom>
              <a:rect b="b" l="l" r="r" t="t"/>
              <a:pathLst>
                <a:path extrusionOk="0" h="153985" w="266442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13"/>
            <p:cNvSpPr/>
            <p:nvPr/>
          </p:nvSpPr>
          <p:spPr>
            <a:xfrm>
              <a:off x="3815428" y="3247563"/>
              <a:ext cx="266636" cy="153995"/>
            </a:xfrm>
            <a:custGeom>
              <a:rect b="b" l="l" r="r" t="t"/>
              <a:pathLst>
                <a:path extrusionOk="0" h="153995" w="266636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13"/>
            <p:cNvSpPr/>
            <p:nvPr/>
          </p:nvSpPr>
          <p:spPr>
            <a:xfrm>
              <a:off x="3970462" y="3337185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13"/>
            <p:cNvSpPr/>
            <p:nvPr/>
          </p:nvSpPr>
          <p:spPr>
            <a:xfrm>
              <a:off x="4127000" y="3427863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13"/>
            <p:cNvSpPr/>
            <p:nvPr/>
          </p:nvSpPr>
          <p:spPr>
            <a:xfrm>
              <a:off x="4283886" y="3519017"/>
              <a:ext cx="266280" cy="153993"/>
            </a:xfrm>
            <a:custGeom>
              <a:rect b="b" l="l" r="r" t="t"/>
              <a:pathLst>
                <a:path extrusionOk="0" h="153993" w="26628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13"/>
            <p:cNvSpPr/>
            <p:nvPr/>
          </p:nvSpPr>
          <p:spPr>
            <a:xfrm>
              <a:off x="4440564" y="3609219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13"/>
            <p:cNvSpPr/>
            <p:nvPr/>
          </p:nvSpPr>
          <p:spPr>
            <a:xfrm>
              <a:off x="4597287" y="3699905"/>
              <a:ext cx="266442" cy="153983"/>
            </a:xfrm>
            <a:custGeom>
              <a:rect b="b" l="l" r="r" t="t"/>
              <a:pathLst>
                <a:path extrusionOk="0" h="153983" w="266442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13"/>
            <p:cNvSpPr/>
            <p:nvPr/>
          </p:nvSpPr>
          <p:spPr>
            <a:xfrm>
              <a:off x="4753934" y="3790488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13"/>
            <p:cNvSpPr/>
            <p:nvPr/>
          </p:nvSpPr>
          <p:spPr>
            <a:xfrm>
              <a:off x="4910657" y="3881158"/>
              <a:ext cx="266058" cy="153915"/>
            </a:xfrm>
            <a:custGeom>
              <a:rect b="b" l="l" r="r" t="t"/>
              <a:pathLst>
                <a:path extrusionOk="0" h="153915" w="266058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13"/>
            <p:cNvSpPr/>
            <p:nvPr/>
          </p:nvSpPr>
          <p:spPr>
            <a:xfrm>
              <a:off x="5067303" y="3971836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13"/>
            <p:cNvSpPr/>
            <p:nvPr/>
          </p:nvSpPr>
          <p:spPr>
            <a:xfrm>
              <a:off x="5224035" y="4062514"/>
              <a:ext cx="266528" cy="154092"/>
            </a:xfrm>
            <a:custGeom>
              <a:rect b="b" l="l" r="r" t="t"/>
              <a:pathLst>
                <a:path extrusionOk="0" h="154092" w="26652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13"/>
            <p:cNvSpPr/>
            <p:nvPr/>
          </p:nvSpPr>
          <p:spPr>
            <a:xfrm>
              <a:off x="5380534" y="4153137"/>
              <a:ext cx="266473" cy="154041"/>
            </a:xfrm>
            <a:custGeom>
              <a:rect b="b" l="l" r="r" t="t"/>
              <a:pathLst>
                <a:path extrusionOk="0" h="154041" w="266473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13"/>
            <p:cNvSpPr/>
            <p:nvPr/>
          </p:nvSpPr>
          <p:spPr>
            <a:xfrm>
              <a:off x="5537405" y="4243783"/>
              <a:ext cx="341715" cy="197836"/>
            </a:xfrm>
            <a:custGeom>
              <a:rect b="b" l="l" r="r" t="t"/>
              <a:pathLst>
                <a:path extrusionOk="0" h="197836" w="341715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13"/>
            <p:cNvSpPr/>
            <p:nvPr/>
          </p:nvSpPr>
          <p:spPr>
            <a:xfrm>
              <a:off x="3580766" y="3287750"/>
              <a:ext cx="266442" cy="153846"/>
            </a:xfrm>
            <a:custGeom>
              <a:rect b="b" l="l" r="r" t="t"/>
              <a:pathLst>
                <a:path extrusionOk="0" h="153846" w="266442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13"/>
            <p:cNvSpPr/>
            <p:nvPr/>
          </p:nvSpPr>
          <p:spPr>
            <a:xfrm>
              <a:off x="3737968" y="3378809"/>
              <a:ext cx="266343" cy="153636"/>
            </a:xfrm>
            <a:custGeom>
              <a:rect b="b" l="l" r="r" t="t"/>
              <a:pathLst>
                <a:path extrusionOk="0" h="153636" w="266343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13"/>
            <p:cNvSpPr/>
            <p:nvPr/>
          </p:nvSpPr>
          <p:spPr>
            <a:xfrm>
              <a:off x="3894706" y="346920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13"/>
            <p:cNvSpPr/>
            <p:nvPr/>
          </p:nvSpPr>
          <p:spPr>
            <a:xfrm>
              <a:off x="4051822" y="3559729"/>
              <a:ext cx="266144" cy="154280"/>
            </a:xfrm>
            <a:custGeom>
              <a:rect b="b" l="l" r="r" t="t"/>
              <a:pathLst>
                <a:path extrusionOk="0" h="154280" w="266144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13"/>
            <p:cNvSpPr/>
            <p:nvPr/>
          </p:nvSpPr>
          <p:spPr>
            <a:xfrm>
              <a:off x="4207595" y="3649708"/>
              <a:ext cx="266442" cy="154372"/>
            </a:xfrm>
            <a:custGeom>
              <a:rect b="b" l="l" r="r" t="t"/>
              <a:pathLst>
                <a:path extrusionOk="0" h="154372" w="266442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13"/>
            <p:cNvSpPr/>
            <p:nvPr/>
          </p:nvSpPr>
          <p:spPr>
            <a:xfrm>
              <a:off x="4364526" y="3740759"/>
              <a:ext cx="266248" cy="154101"/>
            </a:xfrm>
            <a:custGeom>
              <a:rect b="b" l="l" r="r" t="t"/>
              <a:pathLst>
                <a:path extrusionOk="0" h="154101" w="266248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13"/>
            <p:cNvSpPr/>
            <p:nvPr/>
          </p:nvSpPr>
          <p:spPr>
            <a:xfrm>
              <a:off x="4521449" y="3831731"/>
              <a:ext cx="266334" cy="153985"/>
            </a:xfrm>
            <a:custGeom>
              <a:rect b="b" l="l" r="r" t="t"/>
              <a:pathLst>
                <a:path extrusionOk="0" h="153985" w="266334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13"/>
            <p:cNvSpPr/>
            <p:nvPr/>
          </p:nvSpPr>
          <p:spPr>
            <a:xfrm>
              <a:off x="4678466" y="3922592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13"/>
            <p:cNvSpPr/>
            <p:nvPr/>
          </p:nvSpPr>
          <p:spPr>
            <a:xfrm>
              <a:off x="4835195" y="4013365"/>
              <a:ext cx="266474" cy="153993"/>
            </a:xfrm>
            <a:custGeom>
              <a:rect b="b" l="l" r="r" t="t"/>
              <a:pathLst>
                <a:path extrusionOk="0" h="153993" w="266474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13"/>
            <p:cNvSpPr/>
            <p:nvPr/>
          </p:nvSpPr>
          <p:spPr>
            <a:xfrm>
              <a:off x="4992397" y="4104213"/>
              <a:ext cx="266533" cy="154079"/>
            </a:xfrm>
            <a:custGeom>
              <a:rect b="b" l="l" r="r" t="t"/>
              <a:pathLst>
                <a:path extrusionOk="0" h="154079" w="266533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13"/>
            <p:cNvSpPr/>
            <p:nvPr/>
          </p:nvSpPr>
          <p:spPr>
            <a:xfrm>
              <a:off x="5149329" y="4195292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13"/>
            <p:cNvSpPr/>
            <p:nvPr/>
          </p:nvSpPr>
          <p:spPr>
            <a:xfrm>
              <a:off x="5306305" y="4285820"/>
              <a:ext cx="266280" cy="154040"/>
            </a:xfrm>
            <a:custGeom>
              <a:rect b="b" l="l" r="r" t="t"/>
              <a:pathLst>
                <a:path extrusionOk="0" h="154040" w="26628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13"/>
            <p:cNvSpPr/>
            <p:nvPr/>
          </p:nvSpPr>
          <p:spPr>
            <a:xfrm>
              <a:off x="3348561" y="3153075"/>
              <a:ext cx="342095" cy="197622"/>
            </a:xfrm>
            <a:custGeom>
              <a:rect b="b" l="l" r="r" t="t"/>
              <a:pathLst>
                <a:path extrusionOk="0" h="197622" w="342095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13"/>
            <p:cNvSpPr/>
            <p:nvPr/>
          </p:nvSpPr>
          <p:spPr>
            <a:xfrm>
              <a:off x="5350264" y="4375807"/>
              <a:ext cx="378572" cy="242223"/>
            </a:xfrm>
            <a:custGeom>
              <a:rect b="b" l="l" r="r" t="t"/>
              <a:pathLst>
                <a:path extrusionOk="0" h="242223" w="378572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13"/>
            <p:cNvSpPr/>
            <p:nvPr/>
          </p:nvSpPr>
          <p:spPr>
            <a:xfrm>
              <a:off x="2893378" y="3416909"/>
              <a:ext cx="266442" cy="154101"/>
            </a:xfrm>
            <a:custGeom>
              <a:rect b="b" l="l" r="r" t="t"/>
              <a:pathLst>
                <a:path extrusionOk="0" h="154101" w="266442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13"/>
            <p:cNvSpPr/>
            <p:nvPr/>
          </p:nvSpPr>
          <p:spPr>
            <a:xfrm>
              <a:off x="3049635" y="350749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13"/>
            <p:cNvSpPr/>
            <p:nvPr/>
          </p:nvSpPr>
          <p:spPr>
            <a:xfrm>
              <a:off x="3205860" y="3597884"/>
              <a:ext cx="266188" cy="153922"/>
            </a:xfrm>
            <a:custGeom>
              <a:rect b="b" l="l" r="r" t="t"/>
              <a:pathLst>
                <a:path extrusionOk="0" h="153922" w="266188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13"/>
            <p:cNvSpPr/>
            <p:nvPr/>
          </p:nvSpPr>
          <p:spPr>
            <a:xfrm>
              <a:off x="4536462" y="4367735"/>
              <a:ext cx="266437" cy="154256"/>
            </a:xfrm>
            <a:custGeom>
              <a:rect b="b" l="l" r="r" t="t"/>
              <a:pathLst>
                <a:path extrusionOk="0" h="154256" w="266437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13"/>
            <p:cNvSpPr/>
            <p:nvPr/>
          </p:nvSpPr>
          <p:spPr>
            <a:xfrm>
              <a:off x="4692711" y="4458183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13"/>
            <p:cNvSpPr/>
            <p:nvPr/>
          </p:nvSpPr>
          <p:spPr>
            <a:xfrm>
              <a:off x="4849162" y="4548575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13"/>
            <p:cNvSpPr/>
            <p:nvPr/>
          </p:nvSpPr>
          <p:spPr>
            <a:xfrm>
              <a:off x="5005419" y="4638967"/>
              <a:ext cx="266537" cy="154092"/>
            </a:xfrm>
            <a:custGeom>
              <a:rect b="b" l="l" r="r" t="t"/>
              <a:pathLst>
                <a:path extrusionOk="0" h="154092" w="266537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13"/>
            <p:cNvSpPr/>
            <p:nvPr/>
          </p:nvSpPr>
          <p:spPr>
            <a:xfrm>
              <a:off x="3362257" y="3688277"/>
              <a:ext cx="306733" cy="177321"/>
            </a:xfrm>
            <a:custGeom>
              <a:rect b="b" l="l" r="r" t="t"/>
              <a:pathLst>
                <a:path extrusionOk="0" h="177321" w="306733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13"/>
            <p:cNvSpPr/>
            <p:nvPr/>
          </p:nvSpPr>
          <p:spPr>
            <a:xfrm>
              <a:off x="4339992" y="4254062"/>
              <a:ext cx="306655" cy="177321"/>
            </a:xfrm>
            <a:custGeom>
              <a:rect b="b" l="l" r="r" t="t"/>
              <a:pathLst>
                <a:path extrusionOk="0" h="177321" w="306655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13"/>
            <p:cNvSpPr/>
            <p:nvPr/>
          </p:nvSpPr>
          <p:spPr>
            <a:xfrm>
              <a:off x="3558805" y="3802100"/>
              <a:ext cx="891371" cy="515693"/>
            </a:xfrm>
            <a:custGeom>
              <a:rect b="b" l="l" r="r" t="t"/>
              <a:pathLst>
                <a:path extrusionOk="0" h="515693" w="891371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13"/>
            <p:cNvSpPr/>
            <p:nvPr/>
          </p:nvSpPr>
          <p:spPr>
            <a:xfrm>
              <a:off x="3471751" y="3400145"/>
              <a:ext cx="266623" cy="154042"/>
            </a:xfrm>
            <a:custGeom>
              <a:rect b="b" l="l" r="r" t="t"/>
              <a:pathLst>
                <a:path extrusionOk="0" h="154042" w="266623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13"/>
            <p:cNvSpPr/>
            <p:nvPr/>
          </p:nvSpPr>
          <p:spPr>
            <a:xfrm>
              <a:off x="3628284" y="3490390"/>
              <a:ext cx="266442" cy="154037"/>
            </a:xfrm>
            <a:custGeom>
              <a:rect b="b" l="l" r="r" t="t"/>
              <a:pathLst>
                <a:path extrusionOk="0" h="154037" w="266442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13"/>
            <p:cNvSpPr/>
            <p:nvPr/>
          </p:nvSpPr>
          <p:spPr>
            <a:xfrm>
              <a:off x="3784546" y="3581216"/>
              <a:ext cx="266667" cy="153993"/>
            </a:xfrm>
            <a:custGeom>
              <a:rect b="b" l="l" r="r" t="t"/>
              <a:pathLst>
                <a:path extrusionOk="0" h="153993" w="266667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13"/>
            <p:cNvSpPr/>
            <p:nvPr/>
          </p:nvSpPr>
          <p:spPr>
            <a:xfrm>
              <a:off x="3941088" y="3671799"/>
              <a:ext cx="266351" cy="153784"/>
            </a:xfrm>
            <a:custGeom>
              <a:rect b="b" l="l" r="r" t="t"/>
              <a:pathLst>
                <a:path extrusionOk="0" h="153784" w="266351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13"/>
            <p:cNvSpPr/>
            <p:nvPr/>
          </p:nvSpPr>
          <p:spPr>
            <a:xfrm>
              <a:off x="4097622" y="3762381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13"/>
            <p:cNvSpPr/>
            <p:nvPr/>
          </p:nvSpPr>
          <p:spPr>
            <a:xfrm>
              <a:off x="4254133" y="3852876"/>
              <a:ext cx="266854" cy="154172"/>
            </a:xfrm>
            <a:custGeom>
              <a:rect b="b" l="l" r="r" t="t"/>
              <a:pathLst>
                <a:path extrusionOk="0" h="154172" w="266854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13"/>
            <p:cNvSpPr/>
            <p:nvPr/>
          </p:nvSpPr>
          <p:spPr>
            <a:xfrm>
              <a:off x="4410814" y="394345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13"/>
            <p:cNvSpPr/>
            <p:nvPr/>
          </p:nvSpPr>
          <p:spPr>
            <a:xfrm>
              <a:off x="4567356" y="4034034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13"/>
            <p:cNvSpPr/>
            <p:nvPr/>
          </p:nvSpPr>
          <p:spPr>
            <a:xfrm>
              <a:off x="4723985" y="4124617"/>
              <a:ext cx="266248" cy="154017"/>
            </a:xfrm>
            <a:custGeom>
              <a:rect b="b" l="l" r="r" t="t"/>
              <a:pathLst>
                <a:path extrusionOk="0" h="154017" w="266248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13"/>
            <p:cNvSpPr/>
            <p:nvPr/>
          </p:nvSpPr>
          <p:spPr>
            <a:xfrm>
              <a:off x="4880346" y="4215112"/>
              <a:ext cx="266334" cy="154040"/>
            </a:xfrm>
            <a:custGeom>
              <a:rect b="b" l="l" r="r" t="t"/>
              <a:pathLst>
                <a:path extrusionOk="0" h="154040" w="266334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13"/>
            <p:cNvSpPr/>
            <p:nvPr/>
          </p:nvSpPr>
          <p:spPr>
            <a:xfrm>
              <a:off x="5036888" y="430568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13"/>
            <p:cNvSpPr/>
            <p:nvPr/>
          </p:nvSpPr>
          <p:spPr>
            <a:xfrm>
              <a:off x="5193145" y="4396270"/>
              <a:ext cx="266239" cy="154284"/>
            </a:xfrm>
            <a:custGeom>
              <a:rect b="b" l="l" r="r" t="t"/>
              <a:pathLst>
                <a:path extrusionOk="0" h="154284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13"/>
            <p:cNvSpPr/>
            <p:nvPr/>
          </p:nvSpPr>
          <p:spPr>
            <a:xfrm>
              <a:off x="3196776" y="3241078"/>
              <a:ext cx="384874" cy="222382"/>
            </a:xfrm>
            <a:custGeom>
              <a:rect b="b" l="l" r="r" t="t"/>
              <a:pathLst>
                <a:path extrusionOk="0" h="222382" w="384874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13"/>
            <p:cNvSpPr/>
            <p:nvPr/>
          </p:nvSpPr>
          <p:spPr>
            <a:xfrm>
              <a:off x="3242171" y="3443016"/>
              <a:ext cx="266280" cy="153882"/>
            </a:xfrm>
            <a:custGeom>
              <a:rect b="b" l="l" r="r" t="t"/>
              <a:pathLst>
                <a:path extrusionOk="0" h="153882" w="26628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13"/>
            <p:cNvSpPr/>
            <p:nvPr/>
          </p:nvSpPr>
          <p:spPr>
            <a:xfrm>
              <a:off x="3398660" y="353359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13"/>
            <p:cNvSpPr/>
            <p:nvPr/>
          </p:nvSpPr>
          <p:spPr>
            <a:xfrm>
              <a:off x="3554723" y="3624118"/>
              <a:ext cx="266722" cy="153784"/>
            </a:xfrm>
            <a:custGeom>
              <a:rect b="b" l="l" r="r" t="t"/>
              <a:pathLst>
                <a:path extrusionOk="0" h="153784" w="266722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13"/>
            <p:cNvSpPr/>
            <p:nvPr/>
          </p:nvSpPr>
          <p:spPr>
            <a:xfrm>
              <a:off x="3711455" y="3714661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13"/>
            <p:cNvSpPr/>
            <p:nvPr/>
          </p:nvSpPr>
          <p:spPr>
            <a:xfrm>
              <a:off x="3868572" y="3805244"/>
              <a:ext cx="266280" cy="154106"/>
            </a:xfrm>
            <a:custGeom>
              <a:rect b="b" l="l" r="r" t="t"/>
              <a:pathLst>
                <a:path extrusionOk="0" h="154106" w="26628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13"/>
            <p:cNvSpPr/>
            <p:nvPr/>
          </p:nvSpPr>
          <p:spPr>
            <a:xfrm>
              <a:off x="4024630" y="3895731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13"/>
            <p:cNvSpPr/>
            <p:nvPr/>
          </p:nvSpPr>
          <p:spPr>
            <a:xfrm>
              <a:off x="4181086" y="398631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13"/>
            <p:cNvSpPr/>
            <p:nvPr/>
          </p:nvSpPr>
          <p:spPr>
            <a:xfrm>
              <a:off x="4337714" y="4076809"/>
              <a:ext cx="266248" cy="154040"/>
            </a:xfrm>
            <a:custGeom>
              <a:rect b="b" l="l" r="r" t="t"/>
              <a:pathLst>
                <a:path extrusionOk="0" h="154040" w="266248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13"/>
            <p:cNvSpPr/>
            <p:nvPr/>
          </p:nvSpPr>
          <p:spPr>
            <a:xfrm>
              <a:off x="4494075" y="416738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13"/>
            <p:cNvSpPr/>
            <p:nvPr/>
          </p:nvSpPr>
          <p:spPr>
            <a:xfrm>
              <a:off x="4650609" y="4257915"/>
              <a:ext cx="266153" cy="154012"/>
            </a:xfrm>
            <a:custGeom>
              <a:rect b="b" l="l" r="r" t="t"/>
              <a:pathLst>
                <a:path extrusionOk="0" h="154012" w="266153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3" name="Google Shape;1753;p13"/>
            <p:cNvSpPr/>
            <p:nvPr/>
          </p:nvSpPr>
          <p:spPr>
            <a:xfrm>
              <a:off x="4807065" y="434845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4" name="Google Shape;1754;p13"/>
            <p:cNvSpPr/>
            <p:nvPr/>
          </p:nvSpPr>
          <p:spPr>
            <a:xfrm>
              <a:off x="4963756" y="4439037"/>
              <a:ext cx="459701" cy="266038"/>
            </a:xfrm>
            <a:custGeom>
              <a:rect b="b" l="l" r="r" t="t"/>
              <a:pathLst>
                <a:path extrusionOk="0" h="266038" w="459701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5" name="Google Shape;1755;p13"/>
            <p:cNvSpPr/>
            <p:nvPr/>
          </p:nvSpPr>
          <p:spPr>
            <a:xfrm>
              <a:off x="3045263" y="3329192"/>
              <a:ext cx="306655" cy="177371"/>
            </a:xfrm>
            <a:custGeom>
              <a:rect b="b" l="l" r="r" t="t"/>
              <a:pathLst>
                <a:path extrusionOk="0" h="177371" w="306655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6" name="Google Shape;1756;p13"/>
            <p:cNvSpPr/>
            <p:nvPr/>
          </p:nvSpPr>
          <p:spPr>
            <a:xfrm>
              <a:off x="3658039" y="3005282"/>
              <a:ext cx="2325529" cy="1345328"/>
            </a:xfrm>
            <a:custGeom>
              <a:rect b="b" l="l" r="r" t="t"/>
              <a:pathLst>
                <a:path extrusionOk="0" h="1345328" w="2325529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7" name="Google Shape;1757;p13"/>
            <p:cNvSpPr/>
            <p:nvPr/>
          </p:nvSpPr>
          <p:spPr>
            <a:xfrm>
              <a:off x="2758377" y="3858961"/>
              <a:ext cx="1752611" cy="1013632"/>
            </a:xfrm>
            <a:custGeom>
              <a:rect b="b" l="l" r="r" t="t"/>
              <a:pathLst>
                <a:path extrusionOk="0" h="1013632" w="1752611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8" name="Google Shape;1758;p13"/>
            <p:cNvSpPr/>
            <p:nvPr/>
          </p:nvSpPr>
          <p:spPr>
            <a:xfrm>
              <a:off x="2759571" y="3871207"/>
              <a:ext cx="1750478" cy="1001386"/>
            </a:xfrm>
            <a:custGeom>
              <a:rect b="b" l="l" r="r" t="t"/>
              <a:pathLst>
                <a:path extrusionOk="0" h="1001386" w="1750478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9" name="Google Shape;1759;p13"/>
            <p:cNvSpPr/>
            <p:nvPr/>
          </p:nvSpPr>
          <p:spPr>
            <a:xfrm>
              <a:off x="3817633" y="2891711"/>
              <a:ext cx="2255273" cy="1359741"/>
            </a:xfrm>
            <a:custGeom>
              <a:rect b="b" l="l" r="r" t="t"/>
              <a:pathLst>
                <a:path extrusionOk="0" h="1359741" w="2255273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0" name="Google Shape;1760;p13"/>
            <p:cNvSpPr/>
            <p:nvPr/>
          </p:nvSpPr>
          <p:spPr>
            <a:xfrm>
              <a:off x="3899944" y="2334804"/>
              <a:ext cx="319167" cy="507819"/>
            </a:xfrm>
            <a:custGeom>
              <a:rect b="b" l="l" r="r" t="t"/>
              <a:pathLst>
                <a:path extrusionOk="0" h="507819" w="319167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1" name="Google Shape;1761;p13"/>
            <p:cNvSpPr/>
            <p:nvPr/>
          </p:nvSpPr>
          <p:spPr>
            <a:xfrm>
              <a:off x="3899468" y="1737396"/>
              <a:ext cx="318787" cy="562544"/>
            </a:xfrm>
            <a:custGeom>
              <a:rect b="b" l="l" r="r" t="t"/>
              <a:pathLst>
                <a:path extrusionOk="0" h="562544" w="318787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2" name="Google Shape;1762;p13"/>
            <p:cNvSpPr/>
            <p:nvPr/>
          </p:nvSpPr>
          <p:spPr>
            <a:xfrm>
              <a:off x="3979213" y="1913870"/>
              <a:ext cx="161864" cy="209418"/>
            </a:xfrm>
            <a:custGeom>
              <a:rect b="b" l="l" r="r" t="t"/>
              <a:pathLst>
                <a:path extrusionOk="0" h="209418" w="161864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3" name="Google Shape;1763;p13"/>
            <p:cNvSpPr/>
            <p:nvPr/>
          </p:nvSpPr>
          <p:spPr>
            <a:xfrm>
              <a:off x="4045651" y="1966906"/>
              <a:ext cx="50374" cy="107156"/>
            </a:xfrm>
            <a:custGeom>
              <a:rect b="b" l="l" r="r" t="t"/>
              <a:pathLst>
                <a:path extrusionOk="0" h="107156" w="50374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4" name="Google Shape;1764;p13"/>
            <p:cNvSpPr/>
            <p:nvPr/>
          </p:nvSpPr>
          <p:spPr>
            <a:xfrm>
              <a:off x="3899183" y="1178204"/>
              <a:ext cx="318787" cy="538687"/>
            </a:xfrm>
            <a:custGeom>
              <a:rect b="b" l="l" r="r" t="t"/>
              <a:pathLst>
                <a:path extrusionOk="0" h="538687" w="318787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5" name="Google Shape;1765;p13"/>
            <p:cNvSpPr/>
            <p:nvPr/>
          </p:nvSpPr>
          <p:spPr>
            <a:xfrm>
              <a:off x="3979213" y="1338206"/>
              <a:ext cx="159393" cy="203465"/>
            </a:xfrm>
            <a:custGeom>
              <a:rect b="b" l="l" r="r" t="t"/>
              <a:pathLst>
                <a:path extrusionOk="0" h="203465" w="159393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6" name="Google Shape;1766;p13"/>
            <p:cNvSpPr/>
            <p:nvPr/>
          </p:nvSpPr>
          <p:spPr>
            <a:xfrm>
              <a:off x="3993280" y="2480040"/>
              <a:ext cx="134491" cy="224767"/>
            </a:xfrm>
            <a:custGeom>
              <a:rect b="b" l="l" r="r" t="t"/>
              <a:pathLst>
                <a:path extrusionOk="0" h="224767" w="134491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7" name="Google Shape;1767;p13"/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rect b="b" l="l" r="r" t="t"/>
              <a:pathLst>
                <a:path extrusionOk="0" h="124586" w="71855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8" name="Google Shape;1768;p13"/>
            <p:cNvSpPr/>
            <p:nvPr/>
          </p:nvSpPr>
          <p:spPr>
            <a:xfrm>
              <a:off x="4492846" y="2048739"/>
              <a:ext cx="559351" cy="469824"/>
            </a:xfrm>
            <a:custGeom>
              <a:rect b="b" l="l" r="r" t="t"/>
              <a:pathLst>
                <a:path extrusionOk="0" h="469824" w="559351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9" name="Google Shape;1769;p13"/>
            <p:cNvSpPr/>
            <p:nvPr/>
          </p:nvSpPr>
          <p:spPr>
            <a:xfrm>
              <a:off x="4353888" y="2645824"/>
              <a:ext cx="1638988" cy="1231605"/>
            </a:xfrm>
            <a:custGeom>
              <a:rect b="b" l="l" r="r" t="t"/>
              <a:pathLst>
                <a:path extrusionOk="0" h="123160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0" name="Google Shape;1770;p13"/>
            <p:cNvSpPr/>
            <p:nvPr/>
          </p:nvSpPr>
          <p:spPr>
            <a:xfrm>
              <a:off x="4353888" y="2645824"/>
              <a:ext cx="1638988" cy="746475"/>
            </a:xfrm>
            <a:custGeom>
              <a:rect b="b" l="l" r="r" t="t"/>
              <a:pathLst>
                <a:path extrusionOk="0" h="74647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cap="flat" cmpd="sng" w="10075">
              <a:solidFill>
                <a:srgbClr val="CCCE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1" name="Google Shape;1771;p13"/>
            <p:cNvSpPr/>
            <p:nvPr/>
          </p:nvSpPr>
          <p:spPr>
            <a:xfrm>
              <a:off x="4257005" y="773645"/>
              <a:ext cx="165344" cy="325643"/>
            </a:xfrm>
            <a:custGeom>
              <a:rect b="b" l="l" r="r" t="t"/>
              <a:pathLst>
                <a:path extrusionOk="0" h="325643" w="165344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2" name="Google Shape;1772;p13"/>
            <p:cNvSpPr/>
            <p:nvPr/>
          </p:nvSpPr>
          <p:spPr>
            <a:xfrm>
              <a:off x="4272441" y="1538278"/>
              <a:ext cx="113451" cy="88273"/>
            </a:xfrm>
            <a:custGeom>
              <a:rect b="b" l="l" r="r" t="t"/>
              <a:pathLst>
                <a:path extrusionOk="0" h="88273" w="113451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3" name="Google Shape;1773;p13"/>
            <p:cNvSpPr/>
            <p:nvPr/>
          </p:nvSpPr>
          <p:spPr>
            <a:xfrm>
              <a:off x="4272622" y="1567332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4" name="Google Shape;1774;p13"/>
            <p:cNvSpPr/>
            <p:nvPr/>
          </p:nvSpPr>
          <p:spPr>
            <a:xfrm>
              <a:off x="4135669" y="1458312"/>
              <a:ext cx="113522" cy="85076"/>
            </a:xfrm>
            <a:custGeom>
              <a:rect b="b" l="l" r="r" t="t"/>
              <a:pathLst>
                <a:path extrusionOk="0" h="85076" w="113522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5" name="Google Shape;1775;p13"/>
            <p:cNvSpPr/>
            <p:nvPr/>
          </p:nvSpPr>
          <p:spPr>
            <a:xfrm>
              <a:off x="4135660" y="1485798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6" name="Google Shape;1776;p13"/>
            <p:cNvSpPr/>
            <p:nvPr/>
          </p:nvSpPr>
          <p:spPr>
            <a:xfrm>
              <a:off x="4163850" y="1066881"/>
              <a:ext cx="398264" cy="482949"/>
            </a:xfrm>
            <a:custGeom>
              <a:rect b="b" l="l" r="r" t="t"/>
              <a:pathLst>
                <a:path extrusionOk="0" h="482949" w="398264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7" name="Google Shape;1777;p13"/>
            <p:cNvSpPr/>
            <p:nvPr/>
          </p:nvSpPr>
          <p:spPr>
            <a:xfrm>
              <a:off x="4403391" y="743705"/>
              <a:ext cx="125692" cy="122150"/>
            </a:xfrm>
            <a:custGeom>
              <a:rect b="b" l="l" r="r" t="t"/>
              <a:pathLst>
                <a:path extrusionOk="0" h="122150" w="125692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8" name="Google Shape;1778;p13"/>
            <p:cNvSpPr/>
            <p:nvPr/>
          </p:nvSpPr>
          <p:spPr>
            <a:xfrm>
              <a:off x="4358991" y="760843"/>
              <a:ext cx="203859" cy="398340"/>
            </a:xfrm>
            <a:custGeom>
              <a:rect b="b" l="l" r="r" t="t"/>
              <a:pathLst>
                <a:path extrusionOk="0" h="398340" w="203859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9" name="Google Shape;1779;p13"/>
            <p:cNvSpPr/>
            <p:nvPr/>
          </p:nvSpPr>
          <p:spPr>
            <a:xfrm>
              <a:off x="4398650" y="616917"/>
              <a:ext cx="135166" cy="164844"/>
            </a:xfrm>
            <a:custGeom>
              <a:rect b="b" l="l" r="r" t="t"/>
              <a:pathLst>
                <a:path extrusionOk="0" h="164844" w="135166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0" name="Google Shape;1780;p13"/>
            <p:cNvSpPr/>
            <p:nvPr/>
          </p:nvSpPr>
          <p:spPr>
            <a:xfrm>
              <a:off x="4403852" y="602477"/>
              <a:ext cx="142520" cy="141227"/>
            </a:xfrm>
            <a:custGeom>
              <a:rect b="b" l="l" r="r" t="t"/>
              <a:pathLst>
                <a:path extrusionOk="0" h="141227" w="14252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1" name="Google Shape;1781;p13"/>
            <p:cNvSpPr/>
            <p:nvPr/>
          </p:nvSpPr>
          <p:spPr>
            <a:xfrm>
              <a:off x="4338015" y="761231"/>
              <a:ext cx="65677" cy="95630"/>
            </a:xfrm>
            <a:custGeom>
              <a:rect b="b" l="l" r="r" t="t"/>
              <a:pathLst>
                <a:path extrusionOk="0" h="95630" w="65677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2" name="Google Shape;1782;p13"/>
            <p:cNvSpPr/>
            <p:nvPr/>
          </p:nvSpPr>
          <p:spPr>
            <a:xfrm>
              <a:off x="5408528" y="1603174"/>
              <a:ext cx="974325" cy="1973896"/>
            </a:xfrm>
            <a:custGeom>
              <a:rect b="b" l="l" r="r" t="t"/>
              <a:pathLst>
                <a:path extrusionOk="0" h="1973896" w="974325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3" name="Google Shape;1783;p13"/>
            <p:cNvSpPr/>
            <p:nvPr/>
          </p:nvSpPr>
          <p:spPr>
            <a:xfrm>
              <a:off x="6324400" y="3534911"/>
              <a:ext cx="27183" cy="49530"/>
            </a:xfrm>
            <a:custGeom>
              <a:rect b="b" l="l" r="r" t="t"/>
              <a:pathLst>
                <a:path extrusionOk="0" h="49530" w="27183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4" name="Google Shape;1784;p13"/>
            <p:cNvSpPr/>
            <p:nvPr/>
          </p:nvSpPr>
          <p:spPr>
            <a:xfrm>
              <a:off x="5423355" y="1605432"/>
              <a:ext cx="45242" cy="39909"/>
            </a:xfrm>
            <a:custGeom>
              <a:rect b="b" l="l" r="r" t="t"/>
              <a:pathLst>
                <a:path extrusionOk="0" h="39909" w="45242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5" name="Google Shape;1785;p13"/>
            <p:cNvSpPr/>
            <p:nvPr/>
          </p:nvSpPr>
          <p:spPr>
            <a:xfrm>
              <a:off x="5387713" y="1613611"/>
              <a:ext cx="974325" cy="1973876"/>
            </a:xfrm>
            <a:custGeom>
              <a:rect b="b" l="l" r="r" t="t"/>
              <a:pathLst>
                <a:path extrusionOk="0" h="1973876" w="974325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6" name="Google Shape;1786;p13"/>
            <p:cNvSpPr/>
            <p:nvPr/>
          </p:nvSpPr>
          <p:spPr>
            <a:xfrm>
              <a:off x="5477912" y="174973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7" name="Google Shape;1787;p13"/>
            <p:cNvSpPr/>
            <p:nvPr/>
          </p:nvSpPr>
          <p:spPr>
            <a:xfrm>
              <a:off x="5649377" y="1848986"/>
              <a:ext cx="613432" cy="407098"/>
            </a:xfrm>
            <a:custGeom>
              <a:rect b="b" l="l" r="r" t="t"/>
              <a:pathLst>
                <a:path extrusionOk="0" h="407098" w="613432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8" name="Google Shape;1788;p13"/>
            <p:cNvSpPr/>
            <p:nvPr/>
          </p:nvSpPr>
          <p:spPr>
            <a:xfrm>
              <a:off x="5477912" y="191680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9" name="Google Shape;1789;p13"/>
            <p:cNvSpPr/>
            <p:nvPr/>
          </p:nvSpPr>
          <p:spPr>
            <a:xfrm>
              <a:off x="5649377" y="2015959"/>
              <a:ext cx="405945" cy="287083"/>
            </a:xfrm>
            <a:custGeom>
              <a:rect b="b" l="l" r="r" t="t"/>
              <a:pathLst>
                <a:path extrusionOk="0" h="287083" w="405945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0" name="Google Shape;1790;p13"/>
            <p:cNvSpPr/>
            <p:nvPr/>
          </p:nvSpPr>
          <p:spPr>
            <a:xfrm>
              <a:off x="5477912" y="2000338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1" name="Google Shape;1791;p13"/>
            <p:cNvSpPr/>
            <p:nvPr/>
          </p:nvSpPr>
          <p:spPr>
            <a:xfrm>
              <a:off x="5649377" y="2099494"/>
              <a:ext cx="505174" cy="344519"/>
            </a:xfrm>
            <a:custGeom>
              <a:rect b="b" l="l" r="r" t="t"/>
              <a:pathLst>
                <a:path extrusionOk="0" h="344519" w="505174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2" name="Google Shape;1792;p13"/>
            <p:cNvSpPr/>
            <p:nvPr/>
          </p:nvSpPr>
          <p:spPr>
            <a:xfrm>
              <a:off x="5477912" y="208377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3" name="Google Shape;1793;p13"/>
            <p:cNvSpPr/>
            <p:nvPr/>
          </p:nvSpPr>
          <p:spPr>
            <a:xfrm>
              <a:off x="5649377" y="2183028"/>
              <a:ext cx="351863" cy="255746"/>
            </a:xfrm>
            <a:custGeom>
              <a:rect b="b" l="l" r="r" t="t"/>
              <a:pathLst>
                <a:path extrusionOk="0" h="255746" w="351863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4" name="Google Shape;1794;p13"/>
            <p:cNvSpPr/>
            <p:nvPr/>
          </p:nvSpPr>
          <p:spPr>
            <a:xfrm>
              <a:off x="5477912" y="1833270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5" name="Google Shape;1795;p13"/>
            <p:cNvSpPr/>
            <p:nvPr/>
          </p:nvSpPr>
          <p:spPr>
            <a:xfrm>
              <a:off x="5649377" y="1932425"/>
              <a:ext cx="306716" cy="229742"/>
            </a:xfrm>
            <a:custGeom>
              <a:rect b="b" l="l" r="r" t="t"/>
              <a:pathLst>
                <a:path extrusionOk="0" h="229742" w="306716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6" name="Google Shape;1796;p13"/>
            <p:cNvSpPr/>
            <p:nvPr/>
          </p:nvSpPr>
          <p:spPr>
            <a:xfrm>
              <a:off x="5477912" y="216731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7" name="Google Shape;1797;p13"/>
            <p:cNvSpPr/>
            <p:nvPr/>
          </p:nvSpPr>
          <p:spPr>
            <a:xfrm>
              <a:off x="5649377" y="2266467"/>
              <a:ext cx="180399" cy="156591"/>
            </a:xfrm>
            <a:custGeom>
              <a:rect b="b" l="l" r="r" t="t"/>
              <a:pathLst>
                <a:path extrusionOk="0" h="156591" w="180399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8" name="Google Shape;1798;p13"/>
            <p:cNvSpPr/>
            <p:nvPr/>
          </p:nvSpPr>
          <p:spPr>
            <a:xfrm>
              <a:off x="5477912" y="2334380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9" name="Google Shape;1799;p13"/>
            <p:cNvSpPr/>
            <p:nvPr/>
          </p:nvSpPr>
          <p:spPr>
            <a:xfrm>
              <a:off x="5649377" y="2433536"/>
              <a:ext cx="568380" cy="381000"/>
            </a:xfrm>
            <a:custGeom>
              <a:rect b="b" l="l" r="r" t="t"/>
              <a:pathLst>
                <a:path extrusionOk="0" h="381000" w="56838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0" name="Google Shape;1800;p13"/>
            <p:cNvSpPr/>
            <p:nvPr/>
          </p:nvSpPr>
          <p:spPr>
            <a:xfrm>
              <a:off x="5477912" y="241781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1" name="Google Shape;1801;p13"/>
            <p:cNvSpPr/>
            <p:nvPr/>
          </p:nvSpPr>
          <p:spPr>
            <a:xfrm>
              <a:off x="5649377" y="2517070"/>
              <a:ext cx="171369" cy="151352"/>
            </a:xfrm>
            <a:custGeom>
              <a:rect b="b" l="l" r="r" t="t"/>
              <a:pathLst>
                <a:path extrusionOk="0" h="151352" w="171369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2" name="Google Shape;1802;p13"/>
            <p:cNvSpPr/>
            <p:nvPr/>
          </p:nvSpPr>
          <p:spPr>
            <a:xfrm>
              <a:off x="5477912" y="250135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3" name="Google Shape;1803;p13"/>
            <p:cNvSpPr/>
            <p:nvPr/>
          </p:nvSpPr>
          <p:spPr>
            <a:xfrm>
              <a:off x="5649377" y="2600604"/>
              <a:ext cx="505174" cy="344424"/>
            </a:xfrm>
            <a:custGeom>
              <a:rect b="b" l="l" r="r" t="t"/>
              <a:pathLst>
                <a:path extrusionOk="0" h="344424" w="505174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4" name="Google Shape;1804;p13"/>
            <p:cNvSpPr/>
            <p:nvPr/>
          </p:nvSpPr>
          <p:spPr>
            <a:xfrm>
              <a:off x="5477912" y="225084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5" name="Google Shape;1805;p13"/>
            <p:cNvSpPr/>
            <p:nvPr/>
          </p:nvSpPr>
          <p:spPr>
            <a:xfrm>
              <a:off x="5649377" y="2350001"/>
              <a:ext cx="478085" cy="328898"/>
            </a:xfrm>
            <a:custGeom>
              <a:rect b="b" l="l" r="r" t="t"/>
              <a:pathLst>
                <a:path extrusionOk="0" h="328898" w="478085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6" name="Google Shape;1806;p13"/>
            <p:cNvSpPr/>
            <p:nvPr/>
          </p:nvSpPr>
          <p:spPr>
            <a:xfrm>
              <a:off x="5477912" y="258488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7" name="Google Shape;1807;p13"/>
            <p:cNvSpPr/>
            <p:nvPr/>
          </p:nvSpPr>
          <p:spPr>
            <a:xfrm>
              <a:off x="5649377" y="2684043"/>
              <a:ext cx="63110" cy="88773"/>
            </a:xfrm>
            <a:custGeom>
              <a:rect b="b" l="l" r="r" t="t"/>
              <a:pathLst>
                <a:path extrusionOk="0" h="88773" w="6311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8" name="Google Shape;1808;p13"/>
            <p:cNvSpPr/>
            <p:nvPr/>
          </p:nvSpPr>
          <p:spPr>
            <a:xfrm>
              <a:off x="5477912" y="2751956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9" name="Google Shape;1809;p13"/>
            <p:cNvSpPr/>
            <p:nvPr/>
          </p:nvSpPr>
          <p:spPr>
            <a:xfrm>
              <a:off x="5649377" y="2851112"/>
              <a:ext cx="117287" cy="120014"/>
            </a:xfrm>
            <a:custGeom>
              <a:rect b="b" l="l" r="r" t="t"/>
              <a:pathLst>
                <a:path extrusionOk="0" h="120014" w="117287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0" name="Google Shape;1810;p13"/>
            <p:cNvSpPr/>
            <p:nvPr/>
          </p:nvSpPr>
          <p:spPr>
            <a:xfrm>
              <a:off x="5477912" y="2835395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1" name="Google Shape;1811;p13"/>
            <p:cNvSpPr/>
            <p:nvPr/>
          </p:nvSpPr>
          <p:spPr>
            <a:xfrm>
              <a:off x="5649377" y="2934646"/>
              <a:ext cx="306716" cy="229647"/>
            </a:xfrm>
            <a:custGeom>
              <a:rect b="b" l="l" r="r" t="t"/>
              <a:pathLst>
                <a:path extrusionOk="0" h="229647" w="306716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2" name="Google Shape;1812;p13"/>
            <p:cNvSpPr/>
            <p:nvPr/>
          </p:nvSpPr>
          <p:spPr>
            <a:xfrm>
              <a:off x="5477912" y="291892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3" name="Google Shape;1813;p13"/>
            <p:cNvSpPr/>
            <p:nvPr/>
          </p:nvSpPr>
          <p:spPr>
            <a:xfrm>
              <a:off x="5649377" y="3018085"/>
              <a:ext cx="487115" cy="334137"/>
            </a:xfrm>
            <a:custGeom>
              <a:rect b="b" l="l" r="r" t="t"/>
              <a:pathLst>
                <a:path extrusionOk="0" h="334137" w="487115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4" name="Google Shape;1814;p13"/>
            <p:cNvSpPr/>
            <p:nvPr/>
          </p:nvSpPr>
          <p:spPr>
            <a:xfrm>
              <a:off x="5477912" y="266842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5" name="Google Shape;1815;p13"/>
            <p:cNvSpPr/>
            <p:nvPr/>
          </p:nvSpPr>
          <p:spPr>
            <a:xfrm>
              <a:off x="5649377" y="2767577"/>
              <a:ext cx="613432" cy="407193"/>
            </a:xfrm>
            <a:custGeom>
              <a:rect b="b" l="l" r="r" t="t"/>
              <a:pathLst>
                <a:path extrusionOk="0" h="407193" w="613432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6" name="Google Shape;1816;p13"/>
            <p:cNvSpPr/>
            <p:nvPr/>
          </p:nvSpPr>
          <p:spPr>
            <a:xfrm>
              <a:off x="1926580" y="1674106"/>
              <a:ext cx="1230952" cy="1017480"/>
            </a:xfrm>
            <a:custGeom>
              <a:rect b="b" l="l" r="r" t="t"/>
              <a:pathLst>
                <a:path extrusionOk="0" h="1017480" w="1230952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7" name="Google Shape;1817;p13"/>
            <p:cNvSpPr/>
            <p:nvPr/>
          </p:nvSpPr>
          <p:spPr>
            <a:xfrm>
              <a:off x="3112195" y="1676584"/>
              <a:ext cx="59119" cy="52197"/>
            </a:xfrm>
            <a:custGeom>
              <a:rect b="b" l="l" r="r" t="t"/>
              <a:pathLst>
                <a:path extrusionOk="0" h="52197" w="59119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8" name="Google Shape;1818;p13"/>
            <p:cNvSpPr/>
            <p:nvPr/>
          </p:nvSpPr>
          <p:spPr>
            <a:xfrm>
              <a:off x="2269509" y="2593746"/>
              <a:ext cx="43151" cy="44767"/>
            </a:xfrm>
            <a:custGeom>
              <a:rect b="b" l="l" r="r" t="t"/>
              <a:pathLst>
                <a:path extrusionOk="0" h="44767" w="43151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9" name="Google Shape;1819;p13"/>
            <p:cNvSpPr/>
            <p:nvPr/>
          </p:nvSpPr>
          <p:spPr>
            <a:xfrm>
              <a:off x="1950116" y="2650325"/>
              <a:ext cx="58584" cy="57547"/>
            </a:xfrm>
            <a:custGeom>
              <a:rect b="b" l="l" r="r" t="t"/>
              <a:pathLst>
                <a:path extrusionOk="0" h="57547" w="58584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0" name="Google Shape;1820;p13"/>
            <p:cNvSpPr/>
            <p:nvPr/>
          </p:nvSpPr>
          <p:spPr>
            <a:xfrm>
              <a:off x="1969256" y="1691533"/>
              <a:ext cx="1231332" cy="1017436"/>
            </a:xfrm>
            <a:custGeom>
              <a:rect b="b" l="l" r="r" t="t"/>
              <a:pathLst>
                <a:path extrusionOk="0" h="1017436" w="1231332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1" name="Google Shape;1821;p13"/>
            <p:cNvSpPr/>
            <p:nvPr/>
          </p:nvSpPr>
          <p:spPr>
            <a:xfrm>
              <a:off x="2066299" y="1805171"/>
              <a:ext cx="1037246" cy="669226"/>
            </a:xfrm>
            <a:custGeom>
              <a:rect b="b" l="l" r="r" t="t"/>
              <a:pathLst>
                <a:path extrusionOk="0" h="669226" w="1037246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2" name="Google Shape;1822;p13"/>
            <p:cNvSpPr/>
            <p:nvPr/>
          </p:nvSpPr>
          <p:spPr>
            <a:xfrm>
              <a:off x="2066299" y="2133308"/>
              <a:ext cx="679110" cy="462057"/>
            </a:xfrm>
            <a:custGeom>
              <a:rect b="b" l="l" r="r" t="t"/>
              <a:pathLst>
                <a:path extrusionOk="0" h="462057" w="67911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23" name="Google Shape;1823;p13"/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1824" name="Google Shape;1824;p13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5" name="Google Shape;1825;p13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6" name="Google Shape;1826;p13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7" name="Google Shape;1827;p13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8" name="Google Shape;1828;p13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29" name="Google Shape;1829;p13"/>
            <p:cNvSpPr/>
            <p:nvPr/>
          </p:nvSpPr>
          <p:spPr>
            <a:xfrm>
              <a:off x="4444588" y="826743"/>
              <a:ext cx="153590" cy="431871"/>
            </a:xfrm>
            <a:custGeom>
              <a:rect b="b" l="l" r="r" t="t"/>
              <a:pathLst>
                <a:path extrusionOk="0" h="431871" w="15359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13"/>
            <p:cNvSpPr/>
            <p:nvPr/>
          </p:nvSpPr>
          <p:spPr>
            <a:xfrm>
              <a:off x="4515562" y="822838"/>
              <a:ext cx="88583" cy="120566"/>
            </a:xfrm>
            <a:custGeom>
              <a:rect b="b" l="l" r="r" t="t"/>
              <a:pathLst>
                <a:path extrusionOk="0" h="120566" w="88583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1" name="Google Shape;1831;p1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14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Colaboración con OneDrive</a:t>
            </a:r>
            <a:endParaRPr sz="3200"/>
          </a:p>
        </p:txBody>
      </p:sp>
      <p:sp>
        <p:nvSpPr>
          <p:cNvPr id="1837" name="Google Shape;1837;p14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400"/>
              <a:t>Archivo → Compartir → OneDrive (‘Puede editar’).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400"/>
              <a:t>Revisar historial de versiones y restaurar si es necesario.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400"/>
              <a:t>Asignar tareas comentando celdas con @menciones.</a:t>
            </a:r>
            <a:endParaRPr/>
          </a:p>
        </p:txBody>
      </p:sp>
      <p:grpSp>
        <p:nvGrpSpPr>
          <p:cNvPr id="1838" name="Google Shape;1838;p14"/>
          <p:cNvGrpSpPr/>
          <p:nvPr/>
        </p:nvGrpSpPr>
        <p:grpSpPr>
          <a:xfrm>
            <a:off x="7432816" y="3393046"/>
            <a:ext cx="1641693" cy="1754492"/>
            <a:chOff x="1926580" y="602477"/>
            <a:chExt cx="4456273" cy="4762466"/>
          </a:xfrm>
        </p:grpSpPr>
        <p:sp>
          <p:nvSpPr>
            <p:cNvPr id="1839" name="Google Shape;1839;p14"/>
            <p:cNvSpPr/>
            <p:nvPr/>
          </p:nvSpPr>
          <p:spPr>
            <a:xfrm>
              <a:off x="4352367" y="1409287"/>
              <a:ext cx="1407834" cy="1779317"/>
            </a:xfrm>
            <a:custGeom>
              <a:rect b="b" l="l" r="r" t="t"/>
              <a:pathLst>
                <a:path extrusionOk="0" h="1779317" w="1407834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14"/>
            <p:cNvSpPr/>
            <p:nvPr/>
          </p:nvSpPr>
          <p:spPr>
            <a:xfrm>
              <a:off x="4492846" y="1745654"/>
              <a:ext cx="1118701" cy="793785"/>
            </a:xfrm>
            <a:custGeom>
              <a:rect b="b" l="l" r="r" t="t"/>
              <a:pathLst>
                <a:path extrusionOk="0" h="793785" w="1118701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1" name="Google Shape;1841;p14"/>
            <p:cNvSpPr/>
            <p:nvPr/>
          </p:nvSpPr>
          <p:spPr>
            <a:xfrm>
              <a:off x="3766118" y="879295"/>
              <a:ext cx="2497551" cy="3394041"/>
            </a:xfrm>
            <a:custGeom>
              <a:rect b="b" l="l" r="r" t="t"/>
              <a:pathLst>
                <a:path extrusionOk="0" h="3394041" w="2497551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2" name="Google Shape;1842;p14"/>
            <p:cNvSpPr/>
            <p:nvPr/>
          </p:nvSpPr>
          <p:spPr>
            <a:xfrm>
              <a:off x="3744257" y="892344"/>
              <a:ext cx="2498022" cy="3393845"/>
            </a:xfrm>
            <a:custGeom>
              <a:rect b="b" l="l" r="r" t="t"/>
              <a:pathLst>
                <a:path extrusionOk="0" h="3393845" w="2498022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3" name="Google Shape;1843;p14"/>
            <p:cNvSpPr/>
            <p:nvPr/>
          </p:nvSpPr>
          <p:spPr>
            <a:xfrm>
              <a:off x="3740075" y="894303"/>
              <a:ext cx="2498022" cy="3394082"/>
            </a:xfrm>
            <a:custGeom>
              <a:rect b="b" l="l" r="r" t="t"/>
              <a:pathLst>
                <a:path extrusionOk="0" h="3394082" w="2498022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4" name="Google Shape;1844;p14"/>
            <p:cNvSpPr/>
            <p:nvPr/>
          </p:nvSpPr>
          <p:spPr>
            <a:xfrm>
              <a:off x="3770110" y="934160"/>
              <a:ext cx="2435672" cy="3234830"/>
            </a:xfrm>
            <a:custGeom>
              <a:rect b="b" l="l" r="r" t="t"/>
              <a:pathLst>
                <a:path extrusionOk="0" h="3234830" w="2435672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5" name="Google Shape;1845;p14"/>
            <p:cNvSpPr/>
            <p:nvPr/>
          </p:nvSpPr>
          <p:spPr>
            <a:xfrm>
              <a:off x="3770110" y="934160"/>
              <a:ext cx="2435006" cy="3234925"/>
            </a:xfrm>
            <a:custGeom>
              <a:rect b="b" l="l" r="r" t="t"/>
              <a:pathLst>
                <a:path extrusionOk="0" h="3234925" w="2435006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6" name="Google Shape;1846;p14"/>
            <p:cNvSpPr/>
            <p:nvPr/>
          </p:nvSpPr>
          <p:spPr>
            <a:xfrm>
              <a:off x="6215951" y="4191660"/>
              <a:ext cx="26328" cy="93440"/>
            </a:xfrm>
            <a:custGeom>
              <a:rect b="b" l="l" r="r" t="t"/>
              <a:pathLst>
                <a:path extrusionOk="0" h="93440" w="26328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7" name="Google Shape;1847;p14"/>
            <p:cNvSpPr/>
            <p:nvPr/>
          </p:nvSpPr>
          <p:spPr>
            <a:xfrm>
              <a:off x="3761840" y="882675"/>
              <a:ext cx="63206" cy="27150"/>
            </a:xfrm>
            <a:custGeom>
              <a:rect b="b" l="l" r="r" t="t"/>
              <a:pathLst>
                <a:path extrusionOk="0" h="27150" w="63206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8" name="Google Shape;1848;p14"/>
            <p:cNvSpPr/>
            <p:nvPr/>
          </p:nvSpPr>
          <p:spPr>
            <a:xfrm>
              <a:off x="1985051" y="2961416"/>
              <a:ext cx="4154298" cy="2403527"/>
            </a:xfrm>
            <a:custGeom>
              <a:rect b="b" l="l" r="r" t="t"/>
              <a:pathLst>
                <a:path extrusionOk="0" h="2403527" w="4154298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9" name="Google Shape;1849;p14"/>
            <p:cNvSpPr/>
            <p:nvPr/>
          </p:nvSpPr>
          <p:spPr>
            <a:xfrm>
              <a:off x="2036757" y="2930659"/>
              <a:ext cx="4154369" cy="2403042"/>
            </a:xfrm>
            <a:custGeom>
              <a:rect b="b" l="l" r="r" t="t"/>
              <a:pathLst>
                <a:path extrusionOk="0" h="2403042" w="4154369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0" name="Google Shape;1850;p14"/>
            <p:cNvSpPr/>
            <p:nvPr/>
          </p:nvSpPr>
          <p:spPr>
            <a:xfrm>
              <a:off x="2036929" y="3869239"/>
              <a:ext cx="50374" cy="44958"/>
            </a:xfrm>
            <a:custGeom>
              <a:rect b="b" l="l" r="r" t="t"/>
              <a:pathLst>
                <a:path extrusionOk="0" h="44958" w="50374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1" name="Google Shape;1851;p14"/>
            <p:cNvSpPr/>
            <p:nvPr/>
          </p:nvSpPr>
          <p:spPr>
            <a:xfrm>
              <a:off x="6153886" y="4308341"/>
              <a:ext cx="37258" cy="49244"/>
            </a:xfrm>
            <a:custGeom>
              <a:rect b="b" l="l" r="r" t="t"/>
              <a:pathLst>
                <a:path extrusionOk="0" h="49244" w="37258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2" name="Google Shape;1852;p14"/>
            <p:cNvSpPr/>
            <p:nvPr/>
          </p:nvSpPr>
          <p:spPr>
            <a:xfrm>
              <a:off x="2036757" y="2892519"/>
              <a:ext cx="4154369" cy="2403360"/>
            </a:xfrm>
            <a:custGeom>
              <a:rect b="b" l="l" r="r" t="t"/>
              <a:pathLst>
                <a:path extrusionOk="0" h="2403360" w="4154369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3" name="Google Shape;1853;p14"/>
            <p:cNvSpPr/>
            <p:nvPr/>
          </p:nvSpPr>
          <p:spPr>
            <a:xfrm>
              <a:off x="2036757" y="2886502"/>
              <a:ext cx="4154369" cy="2403527"/>
            </a:xfrm>
            <a:custGeom>
              <a:rect b="b" l="l" r="r" t="t"/>
              <a:pathLst>
                <a:path extrusionOk="0" h="2403527" w="4154369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" name="Google Shape;1854;p14"/>
            <p:cNvSpPr/>
            <p:nvPr/>
          </p:nvSpPr>
          <p:spPr>
            <a:xfrm>
              <a:off x="3500252" y="306524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" name="Google Shape;1855;p14"/>
            <p:cNvSpPr/>
            <p:nvPr/>
          </p:nvSpPr>
          <p:spPr>
            <a:xfrm>
              <a:off x="3657092" y="3155925"/>
              <a:ext cx="266442" cy="153985"/>
            </a:xfrm>
            <a:custGeom>
              <a:rect b="b" l="l" r="r" t="t"/>
              <a:pathLst>
                <a:path extrusionOk="0" h="153985" w="266442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" name="Google Shape;1856;p14"/>
            <p:cNvSpPr/>
            <p:nvPr/>
          </p:nvSpPr>
          <p:spPr>
            <a:xfrm>
              <a:off x="3815428" y="3247563"/>
              <a:ext cx="266636" cy="153995"/>
            </a:xfrm>
            <a:custGeom>
              <a:rect b="b" l="l" r="r" t="t"/>
              <a:pathLst>
                <a:path extrusionOk="0" h="153995" w="266636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7" name="Google Shape;1857;p14"/>
            <p:cNvSpPr/>
            <p:nvPr/>
          </p:nvSpPr>
          <p:spPr>
            <a:xfrm>
              <a:off x="3970462" y="3337185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8" name="Google Shape;1858;p14"/>
            <p:cNvSpPr/>
            <p:nvPr/>
          </p:nvSpPr>
          <p:spPr>
            <a:xfrm>
              <a:off x="4127000" y="3427863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9" name="Google Shape;1859;p14"/>
            <p:cNvSpPr/>
            <p:nvPr/>
          </p:nvSpPr>
          <p:spPr>
            <a:xfrm>
              <a:off x="4283886" y="3519017"/>
              <a:ext cx="266280" cy="153993"/>
            </a:xfrm>
            <a:custGeom>
              <a:rect b="b" l="l" r="r" t="t"/>
              <a:pathLst>
                <a:path extrusionOk="0" h="153993" w="26628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0" name="Google Shape;1860;p14"/>
            <p:cNvSpPr/>
            <p:nvPr/>
          </p:nvSpPr>
          <p:spPr>
            <a:xfrm>
              <a:off x="4440564" y="3609219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1" name="Google Shape;1861;p14"/>
            <p:cNvSpPr/>
            <p:nvPr/>
          </p:nvSpPr>
          <p:spPr>
            <a:xfrm>
              <a:off x="4597287" y="3699905"/>
              <a:ext cx="266442" cy="153983"/>
            </a:xfrm>
            <a:custGeom>
              <a:rect b="b" l="l" r="r" t="t"/>
              <a:pathLst>
                <a:path extrusionOk="0" h="153983" w="266442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2" name="Google Shape;1862;p14"/>
            <p:cNvSpPr/>
            <p:nvPr/>
          </p:nvSpPr>
          <p:spPr>
            <a:xfrm>
              <a:off x="4753934" y="3790488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3" name="Google Shape;1863;p14"/>
            <p:cNvSpPr/>
            <p:nvPr/>
          </p:nvSpPr>
          <p:spPr>
            <a:xfrm>
              <a:off x="4910657" y="3881158"/>
              <a:ext cx="266058" cy="153915"/>
            </a:xfrm>
            <a:custGeom>
              <a:rect b="b" l="l" r="r" t="t"/>
              <a:pathLst>
                <a:path extrusionOk="0" h="153915" w="266058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4" name="Google Shape;1864;p14"/>
            <p:cNvSpPr/>
            <p:nvPr/>
          </p:nvSpPr>
          <p:spPr>
            <a:xfrm>
              <a:off x="5067303" y="3971836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5" name="Google Shape;1865;p14"/>
            <p:cNvSpPr/>
            <p:nvPr/>
          </p:nvSpPr>
          <p:spPr>
            <a:xfrm>
              <a:off x="5224035" y="4062514"/>
              <a:ext cx="266528" cy="154092"/>
            </a:xfrm>
            <a:custGeom>
              <a:rect b="b" l="l" r="r" t="t"/>
              <a:pathLst>
                <a:path extrusionOk="0" h="154092" w="26652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6" name="Google Shape;1866;p14"/>
            <p:cNvSpPr/>
            <p:nvPr/>
          </p:nvSpPr>
          <p:spPr>
            <a:xfrm>
              <a:off x="5380534" y="4153137"/>
              <a:ext cx="266473" cy="154041"/>
            </a:xfrm>
            <a:custGeom>
              <a:rect b="b" l="l" r="r" t="t"/>
              <a:pathLst>
                <a:path extrusionOk="0" h="154041" w="266473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7" name="Google Shape;1867;p14"/>
            <p:cNvSpPr/>
            <p:nvPr/>
          </p:nvSpPr>
          <p:spPr>
            <a:xfrm>
              <a:off x="5537405" y="4243783"/>
              <a:ext cx="341715" cy="197836"/>
            </a:xfrm>
            <a:custGeom>
              <a:rect b="b" l="l" r="r" t="t"/>
              <a:pathLst>
                <a:path extrusionOk="0" h="197836" w="341715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8" name="Google Shape;1868;p14"/>
            <p:cNvSpPr/>
            <p:nvPr/>
          </p:nvSpPr>
          <p:spPr>
            <a:xfrm>
              <a:off x="3580766" y="3287750"/>
              <a:ext cx="266442" cy="153846"/>
            </a:xfrm>
            <a:custGeom>
              <a:rect b="b" l="l" r="r" t="t"/>
              <a:pathLst>
                <a:path extrusionOk="0" h="153846" w="266442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9" name="Google Shape;1869;p14"/>
            <p:cNvSpPr/>
            <p:nvPr/>
          </p:nvSpPr>
          <p:spPr>
            <a:xfrm>
              <a:off x="3737968" y="3378809"/>
              <a:ext cx="266343" cy="153636"/>
            </a:xfrm>
            <a:custGeom>
              <a:rect b="b" l="l" r="r" t="t"/>
              <a:pathLst>
                <a:path extrusionOk="0" h="153636" w="266343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0" name="Google Shape;1870;p14"/>
            <p:cNvSpPr/>
            <p:nvPr/>
          </p:nvSpPr>
          <p:spPr>
            <a:xfrm>
              <a:off x="3894706" y="346920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1" name="Google Shape;1871;p14"/>
            <p:cNvSpPr/>
            <p:nvPr/>
          </p:nvSpPr>
          <p:spPr>
            <a:xfrm>
              <a:off x="4051822" y="3559729"/>
              <a:ext cx="266144" cy="154280"/>
            </a:xfrm>
            <a:custGeom>
              <a:rect b="b" l="l" r="r" t="t"/>
              <a:pathLst>
                <a:path extrusionOk="0" h="154280" w="266144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2" name="Google Shape;1872;p14"/>
            <p:cNvSpPr/>
            <p:nvPr/>
          </p:nvSpPr>
          <p:spPr>
            <a:xfrm>
              <a:off x="4207595" y="3649708"/>
              <a:ext cx="266442" cy="154372"/>
            </a:xfrm>
            <a:custGeom>
              <a:rect b="b" l="l" r="r" t="t"/>
              <a:pathLst>
                <a:path extrusionOk="0" h="154372" w="266442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3" name="Google Shape;1873;p14"/>
            <p:cNvSpPr/>
            <p:nvPr/>
          </p:nvSpPr>
          <p:spPr>
            <a:xfrm>
              <a:off x="4364526" y="3740759"/>
              <a:ext cx="266248" cy="154101"/>
            </a:xfrm>
            <a:custGeom>
              <a:rect b="b" l="l" r="r" t="t"/>
              <a:pathLst>
                <a:path extrusionOk="0" h="154101" w="266248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4" name="Google Shape;1874;p14"/>
            <p:cNvSpPr/>
            <p:nvPr/>
          </p:nvSpPr>
          <p:spPr>
            <a:xfrm>
              <a:off x="4521449" y="3831731"/>
              <a:ext cx="266334" cy="153985"/>
            </a:xfrm>
            <a:custGeom>
              <a:rect b="b" l="l" r="r" t="t"/>
              <a:pathLst>
                <a:path extrusionOk="0" h="153985" w="266334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5" name="Google Shape;1875;p14"/>
            <p:cNvSpPr/>
            <p:nvPr/>
          </p:nvSpPr>
          <p:spPr>
            <a:xfrm>
              <a:off x="4678466" y="3922592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6" name="Google Shape;1876;p14"/>
            <p:cNvSpPr/>
            <p:nvPr/>
          </p:nvSpPr>
          <p:spPr>
            <a:xfrm>
              <a:off x="4835195" y="4013365"/>
              <a:ext cx="266474" cy="153993"/>
            </a:xfrm>
            <a:custGeom>
              <a:rect b="b" l="l" r="r" t="t"/>
              <a:pathLst>
                <a:path extrusionOk="0" h="153993" w="266474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7" name="Google Shape;1877;p14"/>
            <p:cNvSpPr/>
            <p:nvPr/>
          </p:nvSpPr>
          <p:spPr>
            <a:xfrm>
              <a:off x="4992397" y="4104213"/>
              <a:ext cx="266533" cy="154079"/>
            </a:xfrm>
            <a:custGeom>
              <a:rect b="b" l="l" r="r" t="t"/>
              <a:pathLst>
                <a:path extrusionOk="0" h="154079" w="266533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8" name="Google Shape;1878;p14"/>
            <p:cNvSpPr/>
            <p:nvPr/>
          </p:nvSpPr>
          <p:spPr>
            <a:xfrm>
              <a:off x="5149329" y="4195292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9" name="Google Shape;1879;p14"/>
            <p:cNvSpPr/>
            <p:nvPr/>
          </p:nvSpPr>
          <p:spPr>
            <a:xfrm>
              <a:off x="5306305" y="4285820"/>
              <a:ext cx="266280" cy="154040"/>
            </a:xfrm>
            <a:custGeom>
              <a:rect b="b" l="l" r="r" t="t"/>
              <a:pathLst>
                <a:path extrusionOk="0" h="154040" w="26628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0" name="Google Shape;1880;p14"/>
            <p:cNvSpPr/>
            <p:nvPr/>
          </p:nvSpPr>
          <p:spPr>
            <a:xfrm>
              <a:off x="3348561" y="3153075"/>
              <a:ext cx="342095" cy="197622"/>
            </a:xfrm>
            <a:custGeom>
              <a:rect b="b" l="l" r="r" t="t"/>
              <a:pathLst>
                <a:path extrusionOk="0" h="197622" w="342095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1" name="Google Shape;1881;p14"/>
            <p:cNvSpPr/>
            <p:nvPr/>
          </p:nvSpPr>
          <p:spPr>
            <a:xfrm>
              <a:off x="5350264" y="4375807"/>
              <a:ext cx="378572" cy="242223"/>
            </a:xfrm>
            <a:custGeom>
              <a:rect b="b" l="l" r="r" t="t"/>
              <a:pathLst>
                <a:path extrusionOk="0" h="242223" w="378572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2" name="Google Shape;1882;p14"/>
            <p:cNvSpPr/>
            <p:nvPr/>
          </p:nvSpPr>
          <p:spPr>
            <a:xfrm>
              <a:off x="2893378" y="3416909"/>
              <a:ext cx="266442" cy="154101"/>
            </a:xfrm>
            <a:custGeom>
              <a:rect b="b" l="l" r="r" t="t"/>
              <a:pathLst>
                <a:path extrusionOk="0" h="154101" w="266442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3" name="Google Shape;1883;p14"/>
            <p:cNvSpPr/>
            <p:nvPr/>
          </p:nvSpPr>
          <p:spPr>
            <a:xfrm>
              <a:off x="3049635" y="350749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4" name="Google Shape;1884;p14"/>
            <p:cNvSpPr/>
            <p:nvPr/>
          </p:nvSpPr>
          <p:spPr>
            <a:xfrm>
              <a:off x="3205860" y="3597884"/>
              <a:ext cx="266188" cy="153922"/>
            </a:xfrm>
            <a:custGeom>
              <a:rect b="b" l="l" r="r" t="t"/>
              <a:pathLst>
                <a:path extrusionOk="0" h="153922" w="266188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5" name="Google Shape;1885;p14"/>
            <p:cNvSpPr/>
            <p:nvPr/>
          </p:nvSpPr>
          <p:spPr>
            <a:xfrm>
              <a:off x="4536462" y="4367735"/>
              <a:ext cx="266437" cy="154256"/>
            </a:xfrm>
            <a:custGeom>
              <a:rect b="b" l="l" r="r" t="t"/>
              <a:pathLst>
                <a:path extrusionOk="0" h="154256" w="266437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6" name="Google Shape;1886;p14"/>
            <p:cNvSpPr/>
            <p:nvPr/>
          </p:nvSpPr>
          <p:spPr>
            <a:xfrm>
              <a:off x="4692711" y="4458183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7" name="Google Shape;1887;p14"/>
            <p:cNvSpPr/>
            <p:nvPr/>
          </p:nvSpPr>
          <p:spPr>
            <a:xfrm>
              <a:off x="4849162" y="4548575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8" name="Google Shape;1888;p14"/>
            <p:cNvSpPr/>
            <p:nvPr/>
          </p:nvSpPr>
          <p:spPr>
            <a:xfrm>
              <a:off x="5005419" y="4638967"/>
              <a:ext cx="266537" cy="154092"/>
            </a:xfrm>
            <a:custGeom>
              <a:rect b="b" l="l" r="r" t="t"/>
              <a:pathLst>
                <a:path extrusionOk="0" h="154092" w="266537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9" name="Google Shape;1889;p14"/>
            <p:cNvSpPr/>
            <p:nvPr/>
          </p:nvSpPr>
          <p:spPr>
            <a:xfrm>
              <a:off x="3362257" y="3688277"/>
              <a:ext cx="306733" cy="177321"/>
            </a:xfrm>
            <a:custGeom>
              <a:rect b="b" l="l" r="r" t="t"/>
              <a:pathLst>
                <a:path extrusionOk="0" h="177321" w="306733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0" name="Google Shape;1890;p14"/>
            <p:cNvSpPr/>
            <p:nvPr/>
          </p:nvSpPr>
          <p:spPr>
            <a:xfrm>
              <a:off x="4339992" y="4254062"/>
              <a:ext cx="306655" cy="177321"/>
            </a:xfrm>
            <a:custGeom>
              <a:rect b="b" l="l" r="r" t="t"/>
              <a:pathLst>
                <a:path extrusionOk="0" h="177321" w="306655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1" name="Google Shape;1891;p14"/>
            <p:cNvSpPr/>
            <p:nvPr/>
          </p:nvSpPr>
          <p:spPr>
            <a:xfrm>
              <a:off x="3558805" y="3802100"/>
              <a:ext cx="891371" cy="515693"/>
            </a:xfrm>
            <a:custGeom>
              <a:rect b="b" l="l" r="r" t="t"/>
              <a:pathLst>
                <a:path extrusionOk="0" h="515693" w="891371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2" name="Google Shape;1892;p14"/>
            <p:cNvSpPr/>
            <p:nvPr/>
          </p:nvSpPr>
          <p:spPr>
            <a:xfrm>
              <a:off x="3471751" y="3400145"/>
              <a:ext cx="266623" cy="154042"/>
            </a:xfrm>
            <a:custGeom>
              <a:rect b="b" l="l" r="r" t="t"/>
              <a:pathLst>
                <a:path extrusionOk="0" h="154042" w="266623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3" name="Google Shape;1893;p14"/>
            <p:cNvSpPr/>
            <p:nvPr/>
          </p:nvSpPr>
          <p:spPr>
            <a:xfrm>
              <a:off x="3628284" y="3490390"/>
              <a:ext cx="266442" cy="154037"/>
            </a:xfrm>
            <a:custGeom>
              <a:rect b="b" l="l" r="r" t="t"/>
              <a:pathLst>
                <a:path extrusionOk="0" h="154037" w="266442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4" name="Google Shape;1894;p14"/>
            <p:cNvSpPr/>
            <p:nvPr/>
          </p:nvSpPr>
          <p:spPr>
            <a:xfrm>
              <a:off x="3784546" y="3581216"/>
              <a:ext cx="266667" cy="153993"/>
            </a:xfrm>
            <a:custGeom>
              <a:rect b="b" l="l" r="r" t="t"/>
              <a:pathLst>
                <a:path extrusionOk="0" h="153993" w="266667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5" name="Google Shape;1895;p14"/>
            <p:cNvSpPr/>
            <p:nvPr/>
          </p:nvSpPr>
          <p:spPr>
            <a:xfrm>
              <a:off x="3941088" y="3671799"/>
              <a:ext cx="266351" cy="153784"/>
            </a:xfrm>
            <a:custGeom>
              <a:rect b="b" l="l" r="r" t="t"/>
              <a:pathLst>
                <a:path extrusionOk="0" h="153784" w="266351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6" name="Google Shape;1896;p14"/>
            <p:cNvSpPr/>
            <p:nvPr/>
          </p:nvSpPr>
          <p:spPr>
            <a:xfrm>
              <a:off x="4097622" y="3762381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7" name="Google Shape;1897;p14"/>
            <p:cNvSpPr/>
            <p:nvPr/>
          </p:nvSpPr>
          <p:spPr>
            <a:xfrm>
              <a:off x="4254133" y="3852876"/>
              <a:ext cx="266854" cy="154172"/>
            </a:xfrm>
            <a:custGeom>
              <a:rect b="b" l="l" r="r" t="t"/>
              <a:pathLst>
                <a:path extrusionOk="0" h="154172" w="266854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8" name="Google Shape;1898;p14"/>
            <p:cNvSpPr/>
            <p:nvPr/>
          </p:nvSpPr>
          <p:spPr>
            <a:xfrm>
              <a:off x="4410814" y="394345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9" name="Google Shape;1899;p14"/>
            <p:cNvSpPr/>
            <p:nvPr/>
          </p:nvSpPr>
          <p:spPr>
            <a:xfrm>
              <a:off x="4567356" y="4034034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0" name="Google Shape;1900;p14"/>
            <p:cNvSpPr/>
            <p:nvPr/>
          </p:nvSpPr>
          <p:spPr>
            <a:xfrm>
              <a:off x="4723985" y="4124617"/>
              <a:ext cx="266248" cy="154017"/>
            </a:xfrm>
            <a:custGeom>
              <a:rect b="b" l="l" r="r" t="t"/>
              <a:pathLst>
                <a:path extrusionOk="0" h="154017" w="266248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1" name="Google Shape;1901;p14"/>
            <p:cNvSpPr/>
            <p:nvPr/>
          </p:nvSpPr>
          <p:spPr>
            <a:xfrm>
              <a:off x="4880346" y="4215112"/>
              <a:ext cx="266334" cy="154040"/>
            </a:xfrm>
            <a:custGeom>
              <a:rect b="b" l="l" r="r" t="t"/>
              <a:pathLst>
                <a:path extrusionOk="0" h="154040" w="266334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2" name="Google Shape;1902;p14"/>
            <p:cNvSpPr/>
            <p:nvPr/>
          </p:nvSpPr>
          <p:spPr>
            <a:xfrm>
              <a:off x="5036888" y="430568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3" name="Google Shape;1903;p14"/>
            <p:cNvSpPr/>
            <p:nvPr/>
          </p:nvSpPr>
          <p:spPr>
            <a:xfrm>
              <a:off x="5193145" y="4396270"/>
              <a:ext cx="266239" cy="154284"/>
            </a:xfrm>
            <a:custGeom>
              <a:rect b="b" l="l" r="r" t="t"/>
              <a:pathLst>
                <a:path extrusionOk="0" h="154284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4" name="Google Shape;1904;p14"/>
            <p:cNvSpPr/>
            <p:nvPr/>
          </p:nvSpPr>
          <p:spPr>
            <a:xfrm>
              <a:off x="3196776" y="3241078"/>
              <a:ext cx="384874" cy="222382"/>
            </a:xfrm>
            <a:custGeom>
              <a:rect b="b" l="l" r="r" t="t"/>
              <a:pathLst>
                <a:path extrusionOk="0" h="222382" w="384874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5" name="Google Shape;1905;p14"/>
            <p:cNvSpPr/>
            <p:nvPr/>
          </p:nvSpPr>
          <p:spPr>
            <a:xfrm>
              <a:off x="3242171" y="3443016"/>
              <a:ext cx="266280" cy="153882"/>
            </a:xfrm>
            <a:custGeom>
              <a:rect b="b" l="l" r="r" t="t"/>
              <a:pathLst>
                <a:path extrusionOk="0" h="153882" w="26628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6" name="Google Shape;1906;p14"/>
            <p:cNvSpPr/>
            <p:nvPr/>
          </p:nvSpPr>
          <p:spPr>
            <a:xfrm>
              <a:off x="3398660" y="353359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7" name="Google Shape;1907;p14"/>
            <p:cNvSpPr/>
            <p:nvPr/>
          </p:nvSpPr>
          <p:spPr>
            <a:xfrm>
              <a:off x="3554723" y="3624118"/>
              <a:ext cx="266722" cy="153784"/>
            </a:xfrm>
            <a:custGeom>
              <a:rect b="b" l="l" r="r" t="t"/>
              <a:pathLst>
                <a:path extrusionOk="0" h="153784" w="266722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8" name="Google Shape;1908;p14"/>
            <p:cNvSpPr/>
            <p:nvPr/>
          </p:nvSpPr>
          <p:spPr>
            <a:xfrm>
              <a:off x="3711455" y="3714661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9" name="Google Shape;1909;p14"/>
            <p:cNvSpPr/>
            <p:nvPr/>
          </p:nvSpPr>
          <p:spPr>
            <a:xfrm>
              <a:off x="3868572" y="3805244"/>
              <a:ext cx="266280" cy="154106"/>
            </a:xfrm>
            <a:custGeom>
              <a:rect b="b" l="l" r="r" t="t"/>
              <a:pathLst>
                <a:path extrusionOk="0" h="154106" w="26628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0" name="Google Shape;1910;p14"/>
            <p:cNvSpPr/>
            <p:nvPr/>
          </p:nvSpPr>
          <p:spPr>
            <a:xfrm>
              <a:off x="4024630" y="3895731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14"/>
            <p:cNvSpPr/>
            <p:nvPr/>
          </p:nvSpPr>
          <p:spPr>
            <a:xfrm>
              <a:off x="4181086" y="398631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2" name="Google Shape;1912;p14"/>
            <p:cNvSpPr/>
            <p:nvPr/>
          </p:nvSpPr>
          <p:spPr>
            <a:xfrm>
              <a:off x="4337714" y="4076809"/>
              <a:ext cx="266248" cy="154040"/>
            </a:xfrm>
            <a:custGeom>
              <a:rect b="b" l="l" r="r" t="t"/>
              <a:pathLst>
                <a:path extrusionOk="0" h="154040" w="266248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3" name="Google Shape;1913;p14"/>
            <p:cNvSpPr/>
            <p:nvPr/>
          </p:nvSpPr>
          <p:spPr>
            <a:xfrm>
              <a:off x="4494075" y="416738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4" name="Google Shape;1914;p14"/>
            <p:cNvSpPr/>
            <p:nvPr/>
          </p:nvSpPr>
          <p:spPr>
            <a:xfrm>
              <a:off x="4650609" y="4257915"/>
              <a:ext cx="266153" cy="154012"/>
            </a:xfrm>
            <a:custGeom>
              <a:rect b="b" l="l" r="r" t="t"/>
              <a:pathLst>
                <a:path extrusionOk="0" h="154012" w="266153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5" name="Google Shape;1915;p14"/>
            <p:cNvSpPr/>
            <p:nvPr/>
          </p:nvSpPr>
          <p:spPr>
            <a:xfrm>
              <a:off x="4807065" y="434845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6" name="Google Shape;1916;p14"/>
            <p:cNvSpPr/>
            <p:nvPr/>
          </p:nvSpPr>
          <p:spPr>
            <a:xfrm>
              <a:off x="4963756" y="4439037"/>
              <a:ext cx="459701" cy="266038"/>
            </a:xfrm>
            <a:custGeom>
              <a:rect b="b" l="l" r="r" t="t"/>
              <a:pathLst>
                <a:path extrusionOk="0" h="266038" w="459701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7" name="Google Shape;1917;p14"/>
            <p:cNvSpPr/>
            <p:nvPr/>
          </p:nvSpPr>
          <p:spPr>
            <a:xfrm>
              <a:off x="3045263" y="3329192"/>
              <a:ext cx="306655" cy="177371"/>
            </a:xfrm>
            <a:custGeom>
              <a:rect b="b" l="l" r="r" t="t"/>
              <a:pathLst>
                <a:path extrusionOk="0" h="177371" w="306655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8" name="Google Shape;1918;p14"/>
            <p:cNvSpPr/>
            <p:nvPr/>
          </p:nvSpPr>
          <p:spPr>
            <a:xfrm>
              <a:off x="3658039" y="3005282"/>
              <a:ext cx="2325529" cy="1345328"/>
            </a:xfrm>
            <a:custGeom>
              <a:rect b="b" l="l" r="r" t="t"/>
              <a:pathLst>
                <a:path extrusionOk="0" h="1345328" w="2325529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9" name="Google Shape;1919;p14"/>
            <p:cNvSpPr/>
            <p:nvPr/>
          </p:nvSpPr>
          <p:spPr>
            <a:xfrm>
              <a:off x="2758377" y="3858961"/>
              <a:ext cx="1752611" cy="1013632"/>
            </a:xfrm>
            <a:custGeom>
              <a:rect b="b" l="l" r="r" t="t"/>
              <a:pathLst>
                <a:path extrusionOk="0" h="1013632" w="1752611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0" name="Google Shape;1920;p14"/>
            <p:cNvSpPr/>
            <p:nvPr/>
          </p:nvSpPr>
          <p:spPr>
            <a:xfrm>
              <a:off x="2759571" y="3871207"/>
              <a:ext cx="1750478" cy="1001386"/>
            </a:xfrm>
            <a:custGeom>
              <a:rect b="b" l="l" r="r" t="t"/>
              <a:pathLst>
                <a:path extrusionOk="0" h="1001386" w="1750478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1" name="Google Shape;1921;p14"/>
            <p:cNvSpPr/>
            <p:nvPr/>
          </p:nvSpPr>
          <p:spPr>
            <a:xfrm>
              <a:off x="3817633" y="2891711"/>
              <a:ext cx="2255273" cy="1359741"/>
            </a:xfrm>
            <a:custGeom>
              <a:rect b="b" l="l" r="r" t="t"/>
              <a:pathLst>
                <a:path extrusionOk="0" h="1359741" w="2255273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2" name="Google Shape;1922;p14"/>
            <p:cNvSpPr/>
            <p:nvPr/>
          </p:nvSpPr>
          <p:spPr>
            <a:xfrm>
              <a:off x="3899944" y="2334804"/>
              <a:ext cx="319167" cy="507819"/>
            </a:xfrm>
            <a:custGeom>
              <a:rect b="b" l="l" r="r" t="t"/>
              <a:pathLst>
                <a:path extrusionOk="0" h="507819" w="319167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3" name="Google Shape;1923;p14"/>
            <p:cNvSpPr/>
            <p:nvPr/>
          </p:nvSpPr>
          <p:spPr>
            <a:xfrm>
              <a:off x="3899468" y="1737396"/>
              <a:ext cx="318787" cy="562544"/>
            </a:xfrm>
            <a:custGeom>
              <a:rect b="b" l="l" r="r" t="t"/>
              <a:pathLst>
                <a:path extrusionOk="0" h="562544" w="318787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4" name="Google Shape;1924;p14"/>
            <p:cNvSpPr/>
            <p:nvPr/>
          </p:nvSpPr>
          <p:spPr>
            <a:xfrm>
              <a:off x="3979213" y="1913870"/>
              <a:ext cx="161864" cy="209418"/>
            </a:xfrm>
            <a:custGeom>
              <a:rect b="b" l="l" r="r" t="t"/>
              <a:pathLst>
                <a:path extrusionOk="0" h="209418" w="161864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5" name="Google Shape;1925;p14"/>
            <p:cNvSpPr/>
            <p:nvPr/>
          </p:nvSpPr>
          <p:spPr>
            <a:xfrm>
              <a:off x="4045651" y="1966906"/>
              <a:ext cx="50374" cy="107156"/>
            </a:xfrm>
            <a:custGeom>
              <a:rect b="b" l="l" r="r" t="t"/>
              <a:pathLst>
                <a:path extrusionOk="0" h="107156" w="50374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6" name="Google Shape;1926;p14"/>
            <p:cNvSpPr/>
            <p:nvPr/>
          </p:nvSpPr>
          <p:spPr>
            <a:xfrm>
              <a:off x="3899183" y="1178204"/>
              <a:ext cx="318787" cy="538687"/>
            </a:xfrm>
            <a:custGeom>
              <a:rect b="b" l="l" r="r" t="t"/>
              <a:pathLst>
                <a:path extrusionOk="0" h="538687" w="318787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7" name="Google Shape;1927;p14"/>
            <p:cNvSpPr/>
            <p:nvPr/>
          </p:nvSpPr>
          <p:spPr>
            <a:xfrm>
              <a:off x="3979213" y="1338206"/>
              <a:ext cx="159393" cy="203465"/>
            </a:xfrm>
            <a:custGeom>
              <a:rect b="b" l="l" r="r" t="t"/>
              <a:pathLst>
                <a:path extrusionOk="0" h="203465" w="159393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8" name="Google Shape;1928;p14"/>
            <p:cNvSpPr/>
            <p:nvPr/>
          </p:nvSpPr>
          <p:spPr>
            <a:xfrm>
              <a:off x="3993280" y="2480040"/>
              <a:ext cx="134491" cy="224767"/>
            </a:xfrm>
            <a:custGeom>
              <a:rect b="b" l="l" r="r" t="t"/>
              <a:pathLst>
                <a:path extrusionOk="0" h="224767" w="134491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9" name="Google Shape;1929;p14"/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rect b="b" l="l" r="r" t="t"/>
              <a:pathLst>
                <a:path extrusionOk="0" h="124586" w="71855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0" name="Google Shape;1930;p14"/>
            <p:cNvSpPr/>
            <p:nvPr/>
          </p:nvSpPr>
          <p:spPr>
            <a:xfrm>
              <a:off x="4492846" y="2048739"/>
              <a:ext cx="559351" cy="469824"/>
            </a:xfrm>
            <a:custGeom>
              <a:rect b="b" l="l" r="r" t="t"/>
              <a:pathLst>
                <a:path extrusionOk="0" h="469824" w="559351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1" name="Google Shape;1931;p14"/>
            <p:cNvSpPr/>
            <p:nvPr/>
          </p:nvSpPr>
          <p:spPr>
            <a:xfrm>
              <a:off x="4353888" y="2645824"/>
              <a:ext cx="1638988" cy="1231605"/>
            </a:xfrm>
            <a:custGeom>
              <a:rect b="b" l="l" r="r" t="t"/>
              <a:pathLst>
                <a:path extrusionOk="0" h="123160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14"/>
            <p:cNvSpPr/>
            <p:nvPr/>
          </p:nvSpPr>
          <p:spPr>
            <a:xfrm>
              <a:off x="4353888" y="2645824"/>
              <a:ext cx="1638988" cy="746475"/>
            </a:xfrm>
            <a:custGeom>
              <a:rect b="b" l="l" r="r" t="t"/>
              <a:pathLst>
                <a:path extrusionOk="0" h="74647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cap="flat" cmpd="sng" w="10075">
              <a:solidFill>
                <a:srgbClr val="CCCE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14"/>
            <p:cNvSpPr/>
            <p:nvPr/>
          </p:nvSpPr>
          <p:spPr>
            <a:xfrm>
              <a:off x="4257005" y="773645"/>
              <a:ext cx="165344" cy="325643"/>
            </a:xfrm>
            <a:custGeom>
              <a:rect b="b" l="l" r="r" t="t"/>
              <a:pathLst>
                <a:path extrusionOk="0" h="325643" w="165344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4" name="Google Shape;1934;p14"/>
            <p:cNvSpPr/>
            <p:nvPr/>
          </p:nvSpPr>
          <p:spPr>
            <a:xfrm>
              <a:off x="4272441" y="1538278"/>
              <a:ext cx="113451" cy="88273"/>
            </a:xfrm>
            <a:custGeom>
              <a:rect b="b" l="l" r="r" t="t"/>
              <a:pathLst>
                <a:path extrusionOk="0" h="88273" w="113451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5" name="Google Shape;1935;p14"/>
            <p:cNvSpPr/>
            <p:nvPr/>
          </p:nvSpPr>
          <p:spPr>
            <a:xfrm>
              <a:off x="4272622" y="1567332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6" name="Google Shape;1936;p14"/>
            <p:cNvSpPr/>
            <p:nvPr/>
          </p:nvSpPr>
          <p:spPr>
            <a:xfrm>
              <a:off x="4135669" y="1458312"/>
              <a:ext cx="113522" cy="85076"/>
            </a:xfrm>
            <a:custGeom>
              <a:rect b="b" l="l" r="r" t="t"/>
              <a:pathLst>
                <a:path extrusionOk="0" h="85076" w="113522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7" name="Google Shape;1937;p14"/>
            <p:cNvSpPr/>
            <p:nvPr/>
          </p:nvSpPr>
          <p:spPr>
            <a:xfrm>
              <a:off x="4135660" y="1485798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8" name="Google Shape;1938;p14"/>
            <p:cNvSpPr/>
            <p:nvPr/>
          </p:nvSpPr>
          <p:spPr>
            <a:xfrm>
              <a:off x="4163850" y="1066881"/>
              <a:ext cx="398264" cy="482949"/>
            </a:xfrm>
            <a:custGeom>
              <a:rect b="b" l="l" r="r" t="t"/>
              <a:pathLst>
                <a:path extrusionOk="0" h="482949" w="398264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9" name="Google Shape;1939;p14"/>
            <p:cNvSpPr/>
            <p:nvPr/>
          </p:nvSpPr>
          <p:spPr>
            <a:xfrm>
              <a:off x="4403391" y="743705"/>
              <a:ext cx="125692" cy="122150"/>
            </a:xfrm>
            <a:custGeom>
              <a:rect b="b" l="l" r="r" t="t"/>
              <a:pathLst>
                <a:path extrusionOk="0" h="122150" w="125692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0" name="Google Shape;1940;p14"/>
            <p:cNvSpPr/>
            <p:nvPr/>
          </p:nvSpPr>
          <p:spPr>
            <a:xfrm>
              <a:off x="4358991" y="760843"/>
              <a:ext cx="203859" cy="398340"/>
            </a:xfrm>
            <a:custGeom>
              <a:rect b="b" l="l" r="r" t="t"/>
              <a:pathLst>
                <a:path extrusionOk="0" h="398340" w="203859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1" name="Google Shape;1941;p14"/>
            <p:cNvSpPr/>
            <p:nvPr/>
          </p:nvSpPr>
          <p:spPr>
            <a:xfrm>
              <a:off x="4398650" y="616917"/>
              <a:ext cx="135166" cy="164844"/>
            </a:xfrm>
            <a:custGeom>
              <a:rect b="b" l="l" r="r" t="t"/>
              <a:pathLst>
                <a:path extrusionOk="0" h="164844" w="135166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2" name="Google Shape;1942;p14"/>
            <p:cNvSpPr/>
            <p:nvPr/>
          </p:nvSpPr>
          <p:spPr>
            <a:xfrm>
              <a:off x="4403852" y="602477"/>
              <a:ext cx="142520" cy="141227"/>
            </a:xfrm>
            <a:custGeom>
              <a:rect b="b" l="l" r="r" t="t"/>
              <a:pathLst>
                <a:path extrusionOk="0" h="141227" w="14252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3" name="Google Shape;1943;p14"/>
            <p:cNvSpPr/>
            <p:nvPr/>
          </p:nvSpPr>
          <p:spPr>
            <a:xfrm>
              <a:off x="4338015" y="761231"/>
              <a:ext cx="65677" cy="95630"/>
            </a:xfrm>
            <a:custGeom>
              <a:rect b="b" l="l" r="r" t="t"/>
              <a:pathLst>
                <a:path extrusionOk="0" h="95630" w="65677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4" name="Google Shape;1944;p14"/>
            <p:cNvSpPr/>
            <p:nvPr/>
          </p:nvSpPr>
          <p:spPr>
            <a:xfrm>
              <a:off x="5408528" y="1603174"/>
              <a:ext cx="974325" cy="1973896"/>
            </a:xfrm>
            <a:custGeom>
              <a:rect b="b" l="l" r="r" t="t"/>
              <a:pathLst>
                <a:path extrusionOk="0" h="1973896" w="974325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5" name="Google Shape;1945;p14"/>
            <p:cNvSpPr/>
            <p:nvPr/>
          </p:nvSpPr>
          <p:spPr>
            <a:xfrm>
              <a:off x="6324400" y="3534911"/>
              <a:ext cx="27183" cy="49530"/>
            </a:xfrm>
            <a:custGeom>
              <a:rect b="b" l="l" r="r" t="t"/>
              <a:pathLst>
                <a:path extrusionOk="0" h="49530" w="27183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6" name="Google Shape;1946;p14"/>
            <p:cNvSpPr/>
            <p:nvPr/>
          </p:nvSpPr>
          <p:spPr>
            <a:xfrm>
              <a:off x="5423355" y="1605432"/>
              <a:ext cx="45242" cy="39909"/>
            </a:xfrm>
            <a:custGeom>
              <a:rect b="b" l="l" r="r" t="t"/>
              <a:pathLst>
                <a:path extrusionOk="0" h="39909" w="45242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7" name="Google Shape;1947;p14"/>
            <p:cNvSpPr/>
            <p:nvPr/>
          </p:nvSpPr>
          <p:spPr>
            <a:xfrm>
              <a:off x="5387713" y="1613611"/>
              <a:ext cx="974325" cy="1973876"/>
            </a:xfrm>
            <a:custGeom>
              <a:rect b="b" l="l" r="r" t="t"/>
              <a:pathLst>
                <a:path extrusionOk="0" h="1973876" w="974325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8" name="Google Shape;1948;p14"/>
            <p:cNvSpPr/>
            <p:nvPr/>
          </p:nvSpPr>
          <p:spPr>
            <a:xfrm>
              <a:off x="5477912" y="174973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9" name="Google Shape;1949;p14"/>
            <p:cNvSpPr/>
            <p:nvPr/>
          </p:nvSpPr>
          <p:spPr>
            <a:xfrm>
              <a:off x="5649377" y="1848986"/>
              <a:ext cx="613432" cy="407098"/>
            </a:xfrm>
            <a:custGeom>
              <a:rect b="b" l="l" r="r" t="t"/>
              <a:pathLst>
                <a:path extrusionOk="0" h="407098" w="613432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0" name="Google Shape;1950;p14"/>
            <p:cNvSpPr/>
            <p:nvPr/>
          </p:nvSpPr>
          <p:spPr>
            <a:xfrm>
              <a:off x="5477912" y="191680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1" name="Google Shape;1951;p14"/>
            <p:cNvSpPr/>
            <p:nvPr/>
          </p:nvSpPr>
          <p:spPr>
            <a:xfrm>
              <a:off x="5649377" y="2015959"/>
              <a:ext cx="405945" cy="287083"/>
            </a:xfrm>
            <a:custGeom>
              <a:rect b="b" l="l" r="r" t="t"/>
              <a:pathLst>
                <a:path extrusionOk="0" h="287083" w="405945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2" name="Google Shape;1952;p14"/>
            <p:cNvSpPr/>
            <p:nvPr/>
          </p:nvSpPr>
          <p:spPr>
            <a:xfrm>
              <a:off x="5477912" y="2000338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3" name="Google Shape;1953;p14"/>
            <p:cNvSpPr/>
            <p:nvPr/>
          </p:nvSpPr>
          <p:spPr>
            <a:xfrm>
              <a:off x="5649377" y="2099494"/>
              <a:ext cx="505174" cy="344519"/>
            </a:xfrm>
            <a:custGeom>
              <a:rect b="b" l="l" r="r" t="t"/>
              <a:pathLst>
                <a:path extrusionOk="0" h="344519" w="505174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4" name="Google Shape;1954;p14"/>
            <p:cNvSpPr/>
            <p:nvPr/>
          </p:nvSpPr>
          <p:spPr>
            <a:xfrm>
              <a:off x="5477912" y="208377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5" name="Google Shape;1955;p14"/>
            <p:cNvSpPr/>
            <p:nvPr/>
          </p:nvSpPr>
          <p:spPr>
            <a:xfrm>
              <a:off x="5649377" y="2183028"/>
              <a:ext cx="351863" cy="255746"/>
            </a:xfrm>
            <a:custGeom>
              <a:rect b="b" l="l" r="r" t="t"/>
              <a:pathLst>
                <a:path extrusionOk="0" h="255746" w="351863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6" name="Google Shape;1956;p14"/>
            <p:cNvSpPr/>
            <p:nvPr/>
          </p:nvSpPr>
          <p:spPr>
            <a:xfrm>
              <a:off x="5477912" y="1833270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7" name="Google Shape;1957;p14"/>
            <p:cNvSpPr/>
            <p:nvPr/>
          </p:nvSpPr>
          <p:spPr>
            <a:xfrm>
              <a:off x="5649377" y="1932425"/>
              <a:ext cx="306716" cy="229742"/>
            </a:xfrm>
            <a:custGeom>
              <a:rect b="b" l="l" r="r" t="t"/>
              <a:pathLst>
                <a:path extrusionOk="0" h="229742" w="306716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8" name="Google Shape;1958;p14"/>
            <p:cNvSpPr/>
            <p:nvPr/>
          </p:nvSpPr>
          <p:spPr>
            <a:xfrm>
              <a:off x="5477912" y="216731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9" name="Google Shape;1959;p14"/>
            <p:cNvSpPr/>
            <p:nvPr/>
          </p:nvSpPr>
          <p:spPr>
            <a:xfrm>
              <a:off x="5649377" y="2266467"/>
              <a:ext cx="180399" cy="156591"/>
            </a:xfrm>
            <a:custGeom>
              <a:rect b="b" l="l" r="r" t="t"/>
              <a:pathLst>
                <a:path extrusionOk="0" h="156591" w="180399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0" name="Google Shape;1960;p14"/>
            <p:cNvSpPr/>
            <p:nvPr/>
          </p:nvSpPr>
          <p:spPr>
            <a:xfrm>
              <a:off x="5477912" y="2334380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1" name="Google Shape;1961;p14"/>
            <p:cNvSpPr/>
            <p:nvPr/>
          </p:nvSpPr>
          <p:spPr>
            <a:xfrm>
              <a:off x="5649377" y="2433536"/>
              <a:ext cx="568380" cy="381000"/>
            </a:xfrm>
            <a:custGeom>
              <a:rect b="b" l="l" r="r" t="t"/>
              <a:pathLst>
                <a:path extrusionOk="0" h="381000" w="56838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2" name="Google Shape;1962;p14"/>
            <p:cNvSpPr/>
            <p:nvPr/>
          </p:nvSpPr>
          <p:spPr>
            <a:xfrm>
              <a:off x="5477912" y="241781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3" name="Google Shape;1963;p14"/>
            <p:cNvSpPr/>
            <p:nvPr/>
          </p:nvSpPr>
          <p:spPr>
            <a:xfrm>
              <a:off x="5649377" y="2517070"/>
              <a:ext cx="171369" cy="151352"/>
            </a:xfrm>
            <a:custGeom>
              <a:rect b="b" l="l" r="r" t="t"/>
              <a:pathLst>
                <a:path extrusionOk="0" h="151352" w="171369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4" name="Google Shape;1964;p14"/>
            <p:cNvSpPr/>
            <p:nvPr/>
          </p:nvSpPr>
          <p:spPr>
            <a:xfrm>
              <a:off x="5477912" y="250135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5" name="Google Shape;1965;p14"/>
            <p:cNvSpPr/>
            <p:nvPr/>
          </p:nvSpPr>
          <p:spPr>
            <a:xfrm>
              <a:off x="5649377" y="2600604"/>
              <a:ext cx="505174" cy="344424"/>
            </a:xfrm>
            <a:custGeom>
              <a:rect b="b" l="l" r="r" t="t"/>
              <a:pathLst>
                <a:path extrusionOk="0" h="344424" w="505174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6" name="Google Shape;1966;p14"/>
            <p:cNvSpPr/>
            <p:nvPr/>
          </p:nvSpPr>
          <p:spPr>
            <a:xfrm>
              <a:off x="5477912" y="225084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7" name="Google Shape;1967;p14"/>
            <p:cNvSpPr/>
            <p:nvPr/>
          </p:nvSpPr>
          <p:spPr>
            <a:xfrm>
              <a:off x="5649377" y="2350001"/>
              <a:ext cx="478085" cy="328898"/>
            </a:xfrm>
            <a:custGeom>
              <a:rect b="b" l="l" r="r" t="t"/>
              <a:pathLst>
                <a:path extrusionOk="0" h="328898" w="478085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8" name="Google Shape;1968;p14"/>
            <p:cNvSpPr/>
            <p:nvPr/>
          </p:nvSpPr>
          <p:spPr>
            <a:xfrm>
              <a:off x="5477912" y="258488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9" name="Google Shape;1969;p14"/>
            <p:cNvSpPr/>
            <p:nvPr/>
          </p:nvSpPr>
          <p:spPr>
            <a:xfrm>
              <a:off x="5649377" y="2684043"/>
              <a:ext cx="63110" cy="88773"/>
            </a:xfrm>
            <a:custGeom>
              <a:rect b="b" l="l" r="r" t="t"/>
              <a:pathLst>
                <a:path extrusionOk="0" h="88773" w="6311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0" name="Google Shape;1970;p14"/>
            <p:cNvSpPr/>
            <p:nvPr/>
          </p:nvSpPr>
          <p:spPr>
            <a:xfrm>
              <a:off x="5477912" y="2751956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1" name="Google Shape;1971;p14"/>
            <p:cNvSpPr/>
            <p:nvPr/>
          </p:nvSpPr>
          <p:spPr>
            <a:xfrm>
              <a:off x="5649377" y="2851112"/>
              <a:ext cx="117287" cy="120014"/>
            </a:xfrm>
            <a:custGeom>
              <a:rect b="b" l="l" r="r" t="t"/>
              <a:pathLst>
                <a:path extrusionOk="0" h="120014" w="117287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2" name="Google Shape;1972;p14"/>
            <p:cNvSpPr/>
            <p:nvPr/>
          </p:nvSpPr>
          <p:spPr>
            <a:xfrm>
              <a:off x="5477912" y="2835395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3" name="Google Shape;1973;p14"/>
            <p:cNvSpPr/>
            <p:nvPr/>
          </p:nvSpPr>
          <p:spPr>
            <a:xfrm>
              <a:off x="5649377" y="2934646"/>
              <a:ext cx="306716" cy="229647"/>
            </a:xfrm>
            <a:custGeom>
              <a:rect b="b" l="l" r="r" t="t"/>
              <a:pathLst>
                <a:path extrusionOk="0" h="229647" w="306716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4" name="Google Shape;1974;p14"/>
            <p:cNvSpPr/>
            <p:nvPr/>
          </p:nvSpPr>
          <p:spPr>
            <a:xfrm>
              <a:off x="5477912" y="291892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5" name="Google Shape;1975;p14"/>
            <p:cNvSpPr/>
            <p:nvPr/>
          </p:nvSpPr>
          <p:spPr>
            <a:xfrm>
              <a:off x="5649377" y="3018085"/>
              <a:ext cx="487115" cy="334137"/>
            </a:xfrm>
            <a:custGeom>
              <a:rect b="b" l="l" r="r" t="t"/>
              <a:pathLst>
                <a:path extrusionOk="0" h="334137" w="487115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6" name="Google Shape;1976;p14"/>
            <p:cNvSpPr/>
            <p:nvPr/>
          </p:nvSpPr>
          <p:spPr>
            <a:xfrm>
              <a:off x="5477912" y="266842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7" name="Google Shape;1977;p14"/>
            <p:cNvSpPr/>
            <p:nvPr/>
          </p:nvSpPr>
          <p:spPr>
            <a:xfrm>
              <a:off x="5649377" y="2767577"/>
              <a:ext cx="613432" cy="407193"/>
            </a:xfrm>
            <a:custGeom>
              <a:rect b="b" l="l" r="r" t="t"/>
              <a:pathLst>
                <a:path extrusionOk="0" h="407193" w="613432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8" name="Google Shape;1978;p14"/>
            <p:cNvSpPr/>
            <p:nvPr/>
          </p:nvSpPr>
          <p:spPr>
            <a:xfrm>
              <a:off x="1926580" y="1674106"/>
              <a:ext cx="1230952" cy="1017480"/>
            </a:xfrm>
            <a:custGeom>
              <a:rect b="b" l="l" r="r" t="t"/>
              <a:pathLst>
                <a:path extrusionOk="0" h="1017480" w="1230952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9" name="Google Shape;1979;p14"/>
            <p:cNvSpPr/>
            <p:nvPr/>
          </p:nvSpPr>
          <p:spPr>
            <a:xfrm>
              <a:off x="3112195" y="1676584"/>
              <a:ext cx="59119" cy="52197"/>
            </a:xfrm>
            <a:custGeom>
              <a:rect b="b" l="l" r="r" t="t"/>
              <a:pathLst>
                <a:path extrusionOk="0" h="52197" w="59119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0" name="Google Shape;1980;p14"/>
            <p:cNvSpPr/>
            <p:nvPr/>
          </p:nvSpPr>
          <p:spPr>
            <a:xfrm>
              <a:off x="2269509" y="2593746"/>
              <a:ext cx="43151" cy="44767"/>
            </a:xfrm>
            <a:custGeom>
              <a:rect b="b" l="l" r="r" t="t"/>
              <a:pathLst>
                <a:path extrusionOk="0" h="44767" w="43151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1" name="Google Shape;1981;p14"/>
            <p:cNvSpPr/>
            <p:nvPr/>
          </p:nvSpPr>
          <p:spPr>
            <a:xfrm>
              <a:off x="1950116" y="2650325"/>
              <a:ext cx="58584" cy="57547"/>
            </a:xfrm>
            <a:custGeom>
              <a:rect b="b" l="l" r="r" t="t"/>
              <a:pathLst>
                <a:path extrusionOk="0" h="57547" w="58584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2" name="Google Shape;1982;p14"/>
            <p:cNvSpPr/>
            <p:nvPr/>
          </p:nvSpPr>
          <p:spPr>
            <a:xfrm>
              <a:off x="1969256" y="1691533"/>
              <a:ext cx="1231332" cy="1017436"/>
            </a:xfrm>
            <a:custGeom>
              <a:rect b="b" l="l" r="r" t="t"/>
              <a:pathLst>
                <a:path extrusionOk="0" h="1017436" w="1231332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3" name="Google Shape;1983;p14"/>
            <p:cNvSpPr/>
            <p:nvPr/>
          </p:nvSpPr>
          <p:spPr>
            <a:xfrm>
              <a:off x="2066299" y="1805171"/>
              <a:ext cx="1037246" cy="669226"/>
            </a:xfrm>
            <a:custGeom>
              <a:rect b="b" l="l" r="r" t="t"/>
              <a:pathLst>
                <a:path extrusionOk="0" h="669226" w="1037246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4" name="Google Shape;1984;p14"/>
            <p:cNvSpPr/>
            <p:nvPr/>
          </p:nvSpPr>
          <p:spPr>
            <a:xfrm>
              <a:off x="2066299" y="2133308"/>
              <a:ext cx="679110" cy="462057"/>
            </a:xfrm>
            <a:custGeom>
              <a:rect b="b" l="l" r="r" t="t"/>
              <a:pathLst>
                <a:path extrusionOk="0" h="462057" w="67911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85" name="Google Shape;1985;p14"/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1986" name="Google Shape;1986;p14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7" name="Google Shape;1987;p14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8" name="Google Shape;1988;p14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9" name="Google Shape;1989;p14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0" name="Google Shape;1990;p14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91" name="Google Shape;1991;p14"/>
            <p:cNvSpPr/>
            <p:nvPr/>
          </p:nvSpPr>
          <p:spPr>
            <a:xfrm>
              <a:off x="4444588" y="826743"/>
              <a:ext cx="153590" cy="431871"/>
            </a:xfrm>
            <a:custGeom>
              <a:rect b="b" l="l" r="r" t="t"/>
              <a:pathLst>
                <a:path extrusionOk="0" h="431871" w="15359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2" name="Google Shape;1992;p14"/>
            <p:cNvSpPr/>
            <p:nvPr/>
          </p:nvSpPr>
          <p:spPr>
            <a:xfrm>
              <a:off x="4515562" y="822838"/>
              <a:ext cx="88583" cy="120566"/>
            </a:xfrm>
            <a:custGeom>
              <a:rect b="b" l="l" r="r" t="t"/>
              <a:pathLst>
                <a:path extrusionOk="0" h="120566" w="88583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3" name="Google Shape;1993;p1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p1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Práctica guiada (Excel)</a:t>
            </a:r>
            <a:endParaRPr sz="3200"/>
          </a:p>
        </p:txBody>
      </p:sp>
      <p:sp>
        <p:nvSpPr>
          <p:cNvPr id="1999" name="Google Shape;1999;p15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400"/>
              <a:t>Construye una tabla ‘Progreso de Capacitación’: Nombre, Módulo, Puntaje, Estado.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400"/>
              <a:t>Aplica filtros, formato condicional y crea un gráfico de columnas.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400"/>
              <a:t>Comparte el archivo y revisa versiones.</a:t>
            </a:r>
            <a:endParaRPr/>
          </a:p>
        </p:txBody>
      </p:sp>
      <p:grpSp>
        <p:nvGrpSpPr>
          <p:cNvPr id="2000" name="Google Shape;2000;p15"/>
          <p:cNvGrpSpPr/>
          <p:nvPr/>
        </p:nvGrpSpPr>
        <p:grpSpPr>
          <a:xfrm>
            <a:off x="7432816" y="3393046"/>
            <a:ext cx="1641693" cy="1754492"/>
            <a:chOff x="1926580" y="602477"/>
            <a:chExt cx="4456273" cy="4762466"/>
          </a:xfrm>
        </p:grpSpPr>
        <p:sp>
          <p:nvSpPr>
            <p:cNvPr id="2001" name="Google Shape;2001;p15"/>
            <p:cNvSpPr/>
            <p:nvPr/>
          </p:nvSpPr>
          <p:spPr>
            <a:xfrm>
              <a:off x="4352367" y="1409287"/>
              <a:ext cx="1407834" cy="1779317"/>
            </a:xfrm>
            <a:custGeom>
              <a:rect b="b" l="l" r="r" t="t"/>
              <a:pathLst>
                <a:path extrusionOk="0" h="1779317" w="1407834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2" name="Google Shape;2002;p15"/>
            <p:cNvSpPr/>
            <p:nvPr/>
          </p:nvSpPr>
          <p:spPr>
            <a:xfrm>
              <a:off x="4492846" y="1745654"/>
              <a:ext cx="1118701" cy="793785"/>
            </a:xfrm>
            <a:custGeom>
              <a:rect b="b" l="l" r="r" t="t"/>
              <a:pathLst>
                <a:path extrusionOk="0" h="793785" w="1118701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3" name="Google Shape;2003;p15"/>
            <p:cNvSpPr/>
            <p:nvPr/>
          </p:nvSpPr>
          <p:spPr>
            <a:xfrm>
              <a:off x="3766118" y="879295"/>
              <a:ext cx="2497551" cy="3394041"/>
            </a:xfrm>
            <a:custGeom>
              <a:rect b="b" l="l" r="r" t="t"/>
              <a:pathLst>
                <a:path extrusionOk="0" h="3394041" w="2497551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4" name="Google Shape;2004;p15"/>
            <p:cNvSpPr/>
            <p:nvPr/>
          </p:nvSpPr>
          <p:spPr>
            <a:xfrm>
              <a:off x="3744257" y="892344"/>
              <a:ext cx="2498022" cy="3393845"/>
            </a:xfrm>
            <a:custGeom>
              <a:rect b="b" l="l" r="r" t="t"/>
              <a:pathLst>
                <a:path extrusionOk="0" h="3393845" w="2498022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5" name="Google Shape;2005;p15"/>
            <p:cNvSpPr/>
            <p:nvPr/>
          </p:nvSpPr>
          <p:spPr>
            <a:xfrm>
              <a:off x="3740075" y="894303"/>
              <a:ext cx="2498022" cy="3394082"/>
            </a:xfrm>
            <a:custGeom>
              <a:rect b="b" l="l" r="r" t="t"/>
              <a:pathLst>
                <a:path extrusionOk="0" h="3394082" w="2498022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6" name="Google Shape;2006;p15"/>
            <p:cNvSpPr/>
            <p:nvPr/>
          </p:nvSpPr>
          <p:spPr>
            <a:xfrm>
              <a:off x="3770110" y="934160"/>
              <a:ext cx="2435672" cy="3234830"/>
            </a:xfrm>
            <a:custGeom>
              <a:rect b="b" l="l" r="r" t="t"/>
              <a:pathLst>
                <a:path extrusionOk="0" h="3234830" w="2435672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7" name="Google Shape;2007;p15"/>
            <p:cNvSpPr/>
            <p:nvPr/>
          </p:nvSpPr>
          <p:spPr>
            <a:xfrm>
              <a:off x="3770110" y="934160"/>
              <a:ext cx="2435006" cy="3234925"/>
            </a:xfrm>
            <a:custGeom>
              <a:rect b="b" l="l" r="r" t="t"/>
              <a:pathLst>
                <a:path extrusionOk="0" h="3234925" w="2435006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8" name="Google Shape;2008;p15"/>
            <p:cNvSpPr/>
            <p:nvPr/>
          </p:nvSpPr>
          <p:spPr>
            <a:xfrm>
              <a:off x="6215951" y="4191660"/>
              <a:ext cx="26328" cy="93440"/>
            </a:xfrm>
            <a:custGeom>
              <a:rect b="b" l="l" r="r" t="t"/>
              <a:pathLst>
                <a:path extrusionOk="0" h="93440" w="26328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9" name="Google Shape;2009;p15"/>
            <p:cNvSpPr/>
            <p:nvPr/>
          </p:nvSpPr>
          <p:spPr>
            <a:xfrm>
              <a:off x="3761840" y="882675"/>
              <a:ext cx="63206" cy="27150"/>
            </a:xfrm>
            <a:custGeom>
              <a:rect b="b" l="l" r="r" t="t"/>
              <a:pathLst>
                <a:path extrusionOk="0" h="27150" w="63206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0" name="Google Shape;2010;p15"/>
            <p:cNvSpPr/>
            <p:nvPr/>
          </p:nvSpPr>
          <p:spPr>
            <a:xfrm>
              <a:off x="1985051" y="2961416"/>
              <a:ext cx="4154298" cy="2403527"/>
            </a:xfrm>
            <a:custGeom>
              <a:rect b="b" l="l" r="r" t="t"/>
              <a:pathLst>
                <a:path extrusionOk="0" h="2403527" w="4154298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1" name="Google Shape;2011;p15"/>
            <p:cNvSpPr/>
            <p:nvPr/>
          </p:nvSpPr>
          <p:spPr>
            <a:xfrm>
              <a:off x="2036757" y="2930659"/>
              <a:ext cx="4154369" cy="2403042"/>
            </a:xfrm>
            <a:custGeom>
              <a:rect b="b" l="l" r="r" t="t"/>
              <a:pathLst>
                <a:path extrusionOk="0" h="2403042" w="4154369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2" name="Google Shape;2012;p15"/>
            <p:cNvSpPr/>
            <p:nvPr/>
          </p:nvSpPr>
          <p:spPr>
            <a:xfrm>
              <a:off x="2036929" y="3869239"/>
              <a:ext cx="50374" cy="44958"/>
            </a:xfrm>
            <a:custGeom>
              <a:rect b="b" l="l" r="r" t="t"/>
              <a:pathLst>
                <a:path extrusionOk="0" h="44958" w="50374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3" name="Google Shape;2013;p15"/>
            <p:cNvSpPr/>
            <p:nvPr/>
          </p:nvSpPr>
          <p:spPr>
            <a:xfrm>
              <a:off x="6153886" y="4308341"/>
              <a:ext cx="37258" cy="49244"/>
            </a:xfrm>
            <a:custGeom>
              <a:rect b="b" l="l" r="r" t="t"/>
              <a:pathLst>
                <a:path extrusionOk="0" h="49244" w="37258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4" name="Google Shape;2014;p15"/>
            <p:cNvSpPr/>
            <p:nvPr/>
          </p:nvSpPr>
          <p:spPr>
            <a:xfrm>
              <a:off x="2036757" y="2892519"/>
              <a:ext cx="4154369" cy="2403360"/>
            </a:xfrm>
            <a:custGeom>
              <a:rect b="b" l="l" r="r" t="t"/>
              <a:pathLst>
                <a:path extrusionOk="0" h="2403360" w="4154369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5" name="Google Shape;2015;p15"/>
            <p:cNvSpPr/>
            <p:nvPr/>
          </p:nvSpPr>
          <p:spPr>
            <a:xfrm>
              <a:off x="2036757" y="2886502"/>
              <a:ext cx="4154369" cy="2403527"/>
            </a:xfrm>
            <a:custGeom>
              <a:rect b="b" l="l" r="r" t="t"/>
              <a:pathLst>
                <a:path extrusionOk="0" h="2403527" w="4154369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6" name="Google Shape;2016;p15"/>
            <p:cNvSpPr/>
            <p:nvPr/>
          </p:nvSpPr>
          <p:spPr>
            <a:xfrm>
              <a:off x="3500252" y="306524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7" name="Google Shape;2017;p15"/>
            <p:cNvSpPr/>
            <p:nvPr/>
          </p:nvSpPr>
          <p:spPr>
            <a:xfrm>
              <a:off x="3657092" y="3155925"/>
              <a:ext cx="266442" cy="153985"/>
            </a:xfrm>
            <a:custGeom>
              <a:rect b="b" l="l" r="r" t="t"/>
              <a:pathLst>
                <a:path extrusionOk="0" h="153985" w="266442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8" name="Google Shape;2018;p15"/>
            <p:cNvSpPr/>
            <p:nvPr/>
          </p:nvSpPr>
          <p:spPr>
            <a:xfrm>
              <a:off x="3815428" y="3247563"/>
              <a:ext cx="266636" cy="153995"/>
            </a:xfrm>
            <a:custGeom>
              <a:rect b="b" l="l" r="r" t="t"/>
              <a:pathLst>
                <a:path extrusionOk="0" h="153995" w="266636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9" name="Google Shape;2019;p15"/>
            <p:cNvSpPr/>
            <p:nvPr/>
          </p:nvSpPr>
          <p:spPr>
            <a:xfrm>
              <a:off x="3970462" y="3337185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0" name="Google Shape;2020;p15"/>
            <p:cNvSpPr/>
            <p:nvPr/>
          </p:nvSpPr>
          <p:spPr>
            <a:xfrm>
              <a:off x="4127000" y="3427863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1" name="Google Shape;2021;p15"/>
            <p:cNvSpPr/>
            <p:nvPr/>
          </p:nvSpPr>
          <p:spPr>
            <a:xfrm>
              <a:off x="4283886" y="3519017"/>
              <a:ext cx="266280" cy="153993"/>
            </a:xfrm>
            <a:custGeom>
              <a:rect b="b" l="l" r="r" t="t"/>
              <a:pathLst>
                <a:path extrusionOk="0" h="153993" w="26628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2" name="Google Shape;2022;p15"/>
            <p:cNvSpPr/>
            <p:nvPr/>
          </p:nvSpPr>
          <p:spPr>
            <a:xfrm>
              <a:off x="4440564" y="3609219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3" name="Google Shape;2023;p15"/>
            <p:cNvSpPr/>
            <p:nvPr/>
          </p:nvSpPr>
          <p:spPr>
            <a:xfrm>
              <a:off x="4597287" y="3699905"/>
              <a:ext cx="266442" cy="153983"/>
            </a:xfrm>
            <a:custGeom>
              <a:rect b="b" l="l" r="r" t="t"/>
              <a:pathLst>
                <a:path extrusionOk="0" h="153983" w="266442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4" name="Google Shape;2024;p15"/>
            <p:cNvSpPr/>
            <p:nvPr/>
          </p:nvSpPr>
          <p:spPr>
            <a:xfrm>
              <a:off x="4753934" y="3790488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5" name="Google Shape;2025;p15"/>
            <p:cNvSpPr/>
            <p:nvPr/>
          </p:nvSpPr>
          <p:spPr>
            <a:xfrm>
              <a:off x="4910657" y="3881158"/>
              <a:ext cx="266058" cy="153915"/>
            </a:xfrm>
            <a:custGeom>
              <a:rect b="b" l="l" r="r" t="t"/>
              <a:pathLst>
                <a:path extrusionOk="0" h="153915" w="266058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6" name="Google Shape;2026;p15"/>
            <p:cNvSpPr/>
            <p:nvPr/>
          </p:nvSpPr>
          <p:spPr>
            <a:xfrm>
              <a:off x="5067303" y="3971836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7" name="Google Shape;2027;p15"/>
            <p:cNvSpPr/>
            <p:nvPr/>
          </p:nvSpPr>
          <p:spPr>
            <a:xfrm>
              <a:off x="5224035" y="4062514"/>
              <a:ext cx="266528" cy="154092"/>
            </a:xfrm>
            <a:custGeom>
              <a:rect b="b" l="l" r="r" t="t"/>
              <a:pathLst>
                <a:path extrusionOk="0" h="154092" w="26652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8" name="Google Shape;2028;p15"/>
            <p:cNvSpPr/>
            <p:nvPr/>
          </p:nvSpPr>
          <p:spPr>
            <a:xfrm>
              <a:off x="5380534" y="4153137"/>
              <a:ext cx="266473" cy="154041"/>
            </a:xfrm>
            <a:custGeom>
              <a:rect b="b" l="l" r="r" t="t"/>
              <a:pathLst>
                <a:path extrusionOk="0" h="154041" w="266473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9" name="Google Shape;2029;p15"/>
            <p:cNvSpPr/>
            <p:nvPr/>
          </p:nvSpPr>
          <p:spPr>
            <a:xfrm>
              <a:off x="5537405" y="4243783"/>
              <a:ext cx="341715" cy="197836"/>
            </a:xfrm>
            <a:custGeom>
              <a:rect b="b" l="l" r="r" t="t"/>
              <a:pathLst>
                <a:path extrusionOk="0" h="197836" w="341715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0" name="Google Shape;2030;p15"/>
            <p:cNvSpPr/>
            <p:nvPr/>
          </p:nvSpPr>
          <p:spPr>
            <a:xfrm>
              <a:off x="3580766" y="3287750"/>
              <a:ext cx="266442" cy="153846"/>
            </a:xfrm>
            <a:custGeom>
              <a:rect b="b" l="l" r="r" t="t"/>
              <a:pathLst>
                <a:path extrusionOk="0" h="153846" w="266442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1" name="Google Shape;2031;p15"/>
            <p:cNvSpPr/>
            <p:nvPr/>
          </p:nvSpPr>
          <p:spPr>
            <a:xfrm>
              <a:off x="3737968" y="3378809"/>
              <a:ext cx="266343" cy="153636"/>
            </a:xfrm>
            <a:custGeom>
              <a:rect b="b" l="l" r="r" t="t"/>
              <a:pathLst>
                <a:path extrusionOk="0" h="153636" w="266343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2" name="Google Shape;2032;p15"/>
            <p:cNvSpPr/>
            <p:nvPr/>
          </p:nvSpPr>
          <p:spPr>
            <a:xfrm>
              <a:off x="3894706" y="346920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3" name="Google Shape;2033;p15"/>
            <p:cNvSpPr/>
            <p:nvPr/>
          </p:nvSpPr>
          <p:spPr>
            <a:xfrm>
              <a:off x="4051822" y="3559729"/>
              <a:ext cx="266144" cy="154280"/>
            </a:xfrm>
            <a:custGeom>
              <a:rect b="b" l="l" r="r" t="t"/>
              <a:pathLst>
                <a:path extrusionOk="0" h="154280" w="266144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4" name="Google Shape;2034;p15"/>
            <p:cNvSpPr/>
            <p:nvPr/>
          </p:nvSpPr>
          <p:spPr>
            <a:xfrm>
              <a:off x="4207595" y="3649708"/>
              <a:ext cx="266442" cy="154372"/>
            </a:xfrm>
            <a:custGeom>
              <a:rect b="b" l="l" r="r" t="t"/>
              <a:pathLst>
                <a:path extrusionOk="0" h="154372" w="266442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5" name="Google Shape;2035;p15"/>
            <p:cNvSpPr/>
            <p:nvPr/>
          </p:nvSpPr>
          <p:spPr>
            <a:xfrm>
              <a:off x="4364526" y="3740759"/>
              <a:ext cx="266248" cy="154101"/>
            </a:xfrm>
            <a:custGeom>
              <a:rect b="b" l="l" r="r" t="t"/>
              <a:pathLst>
                <a:path extrusionOk="0" h="154101" w="266248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6" name="Google Shape;2036;p15"/>
            <p:cNvSpPr/>
            <p:nvPr/>
          </p:nvSpPr>
          <p:spPr>
            <a:xfrm>
              <a:off x="4521449" y="3831731"/>
              <a:ext cx="266334" cy="153985"/>
            </a:xfrm>
            <a:custGeom>
              <a:rect b="b" l="l" r="r" t="t"/>
              <a:pathLst>
                <a:path extrusionOk="0" h="153985" w="266334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7" name="Google Shape;2037;p15"/>
            <p:cNvSpPr/>
            <p:nvPr/>
          </p:nvSpPr>
          <p:spPr>
            <a:xfrm>
              <a:off x="4678466" y="3922592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8" name="Google Shape;2038;p15"/>
            <p:cNvSpPr/>
            <p:nvPr/>
          </p:nvSpPr>
          <p:spPr>
            <a:xfrm>
              <a:off x="4835195" y="4013365"/>
              <a:ext cx="266474" cy="153993"/>
            </a:xfrm>
            <a:custGeom>
              <a:rect b="b" l="l" r="r" t="t"/>
              <a:pathLst>
                <a:path extrusionOk="0" h="153993" w="266474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9" name="Google Shape;2039;p15"/>
            <p:cNvSpPr/>
            <p:nvPr/>
          </p:nvSpPr>
          <p:spPr>
            <a:xfrm>
              <a:off x="4992397" y="4104213"/>
              <a:ext cx="266533" cy="154079"/>
            </a:xfrm>
            <a:custGeom>
              <a:rect b="b" l="l" r="r" t="t"/>
              <a:pathLst>
                <a:path extrusionOk="0" h="154079" w="266533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0" name="Google Shape;2040;p15"/>
            <p:cNvSpPr/>
            <p:nvPr/>
          </p:nvSpPr>
          <p:spPr>
            <a:xfrm>
              <a:off x="5149329" y="4195292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1" name="Google Shape;2041;p15"/>
            <p:cNvSpPr/>
            <p:nvPr/>
          </p:nvSpPr>
          <p:spPr>
            <a:xfrm>
              <a:off x="5306305" y="4285820"/>
              <a:ext cx="266280" cy="154040"/>
            </a:xfrm>
            <a:custGeom>
              <a:rect b="b" l="l" r="r" t="t"/>
              <a:pathLst>
                <a:path extrusionOk="0" h="154040" w="26628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2" name="Google Shape;2042;p15"/>
            <p:cNvSpPr/>
            <p:nvPr/>
          </p:nvSpPr>
          <p:spPr>
            <a:xfrm>
              <a:off x="3348561" y="3153075"/>
              <a:ext cx="342095" cy="197622"/>
            </a:xfrm>
            <a:custGeom>
              <a:rect b="b" l="l" r="r" t="t"/>
              <a:pathLst>
                <a:path extrusionOk="0" h="197622" w="342095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3" name="Google Shape;2043;p15"/>
            <p:cNvSpPr/>
            <p:nvPr/>
          </p:nvSpPr>
          <p:spPr>
            <a:xfrm>
              <a:off x="5350264" y="4375807"/>
              <a:ext cx="378572" cy="242223"/>
            </a:xfrm>
            <a:custGeom>
              <a:rect b="b" l="l" r="r" t="t"/>
              <a:pathLst>
                <a:path extrusionOk="0" h="242223" w="378572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4" name="Google Shape;2044;p15"/>
            <p:cNvSpPr/>
            <p:nvPr/>
          </p:nvSpPr>
          <p:spPr>
            <a:xfrm>
              <a:off x="2893378" y="3416909"/>
              <a:ext cx="266442" cy="154101"/>
            </a:xfrm>
            <a:custGeom>
              <a:rect b="b" l="l" r="r" t="t"/>
              <a:pathLst>
                <a:path extrusionOk="0" h="154101" w="266442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5" name="Google Shape;2045;p15"/>
            <p:cNvSpPr/>
            <p:nvPr/>
          </p:nvSpPr>
          <p:spPr>
            <a:xfrm>
              <a:off x="3049635" y="350749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6" name="Google Shape;2046;p15"/>
            <p:cNvSpPr/>
            <p:nvPr/>
          </p:nvSpPr>
          <p:spPr>
            <a:xfrm>
              <a:off x="3205860" y="3597884"/>
              <a:ext cx="266188" cy="153922"/>
            </a:xfrm>
            <a:custGeom>
              <a:rect b="b" l="l" r="r" t="t"/>
              <a:pathLst>
                <a:path extrusionOk="0" h="153922" w="266188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7" name="Google Shape;2047;p15"/>
            <p:cNvSpPr/>
            <p:nvPr/>
          </p:nvSpPr>
          <p:spPr>
            <a:xfrm>
              <a:off x="4536462" y="4367735"/>
              <a:ext cx="266437" cy="154256"/>
            </a:xfrm>
            <a:custGeom>
              <a:rect b="b" l="l" r="r" t="t"/>
              <a:pathLst>
                <a:path extrusionOk="0" h="154256" w="266437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8" name="Google Shape;2048;p15"/>
            <p:cNvSpPr/>
            <p:nvPr/>
          </p:nvSpPr>
          <p:spPr>
            <a:xfrm>
              <a:off x="4692711" y="4458183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9" name="Google Shape;2049;p15"/>
            <p:cNvSpPr/>
            <p:nvPr/>
          </p:nvSpPr>
          <p:spPr>
            <a:xfrm>
              <a:off x="4849162" y="4548575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0" name="Google Shape;2050;p15"/>
            <p:cNvSpPr/>
            <p:nvPr/>
          </p:nvSpPr>
          <p:spPr>
            <a:xfrm>
              <a:off x="5005419" y="4638967"/>
              <a:ext cx="266537" cy="154092"/>
            </a:xfrm>
            <a:custGeom>
              <a:rect b="b" l="l" r="r" t="t"/>
              <a:pathLst>
                <a:path extrusionOk="0" h="154092" w="266537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1" name="Google Shape;2051;p15"/>
            <p:cNvSpPr/>
            <p:nvPr/>
          </p:nvSpPr>
          <p:spPr>
            <a:xfrm>
              <a:off x="3362257" y="3688277"/>
              <a:ext cx="306733" cy="177321"/>
            </a:xfrm>
            <a:custGeom>
              <a:rect b="b" l="l" r="r" t="t"/>
              <a:pathLst>
                <a:path extrusionOk="0" h="177321" w="306733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2" name="Google Shape;2052;p15"/>
            <p:cNvSpPr/>
            <p:nvPr/>
          </p:nvSpPr>
          <p:spPr>
            <a:xfrm>
              <a:off x="4339992" y="4254062"/>
              <a:ext cx="306655" cy="177321"/>
            </a:xfrm>
            <a:custGeom>
              <a:rect b="b" l="l" r="r" t="t"/>
              <a:pathLst>
                <a:path extrusionOk="0" h="177321" w="306655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3" name="Google Shape;2053;p15"/>
            <p:cNvSpPr/>
            <p:nvPr/>
          </p:nvSpPr>
          <p:spPr>
            <a:xfrm>
              <a:off x="3558805" y="3802100"/>
              <a:ext cx="891371" cy="515693"/>
            </a:xfrm>
            <a:custGeom>
              <a:rect b="b" l="l" r="r" t="t"/>
              <a:pathLst>
                <a:path extrusionOk="0" h="515693" w="891371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4" name="Google Shape;2054;p15"/>
            <p:cNvSpPr/>
            <p:nvPr/>
          </p:nvSpPr>
          <p:spPr>
            <a:xfrm>
              <a:off x="3471751" y="3400145"/>
              <a:ext cx="266623" cy="154042"/>
            </a:xfrm>
            <a:custGeom>
              <a:rect b="b" l="l" r="r" t="t"/>
              <a:pathLst>
                <a:path extrusionOk="0" h="154042" w="266623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5" name="Google Shape;2055;p15"/>
            <p:cNvSpPr/>
            <p:nvPr/>
          </p:nvSpPr>
          <p:spPr>
            <a:xfrm>
              <a:off x="3628284" y="3490390"/>
              <a:ext cx="266442" cy="154037"/>
            </a:xfrm>
            <a:custGeom>
              <a:rect b="b" l="l" r="r" t="t"/>
              <a:pathLst>
                <a:path extrusionOk="0" h="154037" w="266442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6" name="Google Shape;2056;p15"/>
            <p:cNvSpPr/>
            <p:nvPr/>
          </p:nvSpPr>
          <p:spPr>
            <a:xfrm>
              <a:off x="3784546" y="3581216"/>
              <a:ext cx="266667" cy="153993"/>
            </a:xfrm>
            <a:custGeom>
              <a:rect b="b" l="l" r="r" t="t"/>
              <a:pathLst>
                <a:path extrusionOk="0" h="153993" w="266667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7" name="Google Shape;2057;p15"/>
            <p:cNvSpPr/>
            <p:nvPr/>
          </p:nvSpPr>
          <p:spPr>
            <a:xfrm>
              <a:off x="3941088" y="3671799"/>
              <a:ext cx="266351" cy="153784"/>
            </a:xfrm>
            <a:custGeom>
              <a:rect b="b" l="l" r="r" t="t"/>
              <a:pathLst>
                <a:path extrusionOk="0" h="153784" w="266351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8" name="Google Shape;2058;p15"/>
            <p:cNvSpPr/>
            <p:nvPr/>
          </p:nvSpPr>
          <p:spPr>
            <a:xfrm>
              <a:off x="4097622" y="3762381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9" name="Google Shape;2059;p15"/>
            <p:cNvSpPr/>
            <p:nvPr/>
          </p:nvSpPr>
          <p:spPr>
            <a:xfrm>
              <a:off x="4254133" y="3852876"/>
              <a:ext cx="266854" cy="154172"/>
            </a:xfrm>
            <a:custGeom>
              <a:rect b="b" l="l" r="r" t="t"/>
              <a:pathLst>
                <a:path extrusionOk="0" h="154172" w="266854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0" name="Google Shape;2060;p15"/>
            <p:cNvSpPr/>
            <p:nvPr/>
          </p:nvSpPr>
          <p:spPr>
            <a:xfrm>
              <a:off x="4410814" y="394345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1" name="Google Shape;2061;p15"/>
            <p:cNvSpPr/>
            <p:nvPr/>
          </p:nvSpPr>
          <p:spPr>
            <a:xfrm>
              <a:off x="4567356" y="4034034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2" name="Google Shape;2062;p15"/>
            <p:cNvSpPr/>
            <p:nvPr/>
          </p:nvSpPr>
          <p:spPr>
            <a:xfrm>
              <a:off x="4723985" y="4124617"/>
              <a:ext cx="266248" cy="154017"/>
            </a:xfrm>
            <a:custGeom>
              <a:rect b="b" l="l" r="r" t="t"/>
              <a:pathLst>
                <a:path extrusionOk="0" h="154017" w="266248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3" name="Google Shape;2063;p15"/>
            <p:cNvSpPr/>
            <p:nvPr/>
          </p:nvSpPr>
          <p:spPr>
            <a:xfrm>
              <a:off x="4880346" y="4215112"/>
              <a:ext cx="266334" cy="154040"/>
            </a:xfrm>
            <a:custGeom>
              <a:rect b="b" l="l" r="r" t="t"/>
              <a:pathLst>
                <a:path extrusionOk="0" h="154040" w="266334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4" name="Google Shape;2064;p15"/>
            <p:cNvSpPr/>
            <p:nvPr/>
          </p:nvSpPr>
          <p:spPr>
            <a:xfrm>
              <a:off x="5036888" y="430568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5" name="Google Shape;2065;p15"/>
            <p:cNvSpPr/>
            <p:nvPr/>
          </p:nvSpPr>
          <p:spPr>
            <a:xfrm>
              <a:off x="5193145" y="4396270"/>
              <a:ext cx="266239" cy="154284"/>
            </a:xfrm>
            <a:custGeom>
              <a:rect b="b" l="l" r="r" t="t"/>
              <a:pathLst>
                <a:path extrusionOk="0" h="154284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6" name="Google Shape;2066;p15"/>
            <p:cNvSpPr/>
            <p:nvPr/>
          </p:nvSpPr>
          <p:spPr>
            <a:xfrm>
              <a:off x="3196776" y="3241078"/>
              <a:ext cx="384874" cy="222382"/>
            </a:xfrm>
            <a:custGeom>
              <a:rect b="b" l="l" r="r" t="t"/>
              <a:pathLst>
                <a:path extrusionOk="0" h="222382" w="384874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7" name="Google Shape;2067;p15"/>
            <p:cNvSpPr/>
            <p:nvPr/>
          </p:nvSpPr>
          <p:spPr>
            <a:xfrm>
              <a:off x="3242171" y="3443016"/>
              <a:ext cx="266280" cy="153882"/>
            </a:xfrm>
            <a:custGeom>
              <a:rect b="b" l="l" r="r" t="t"/>
              <a:pathLst>
                <a:path extrusionOk="0" h="153882" w="26628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8" name="Google Shape;2068;p15"/>
            <p:cNvSpPr/>
            <p:nvPr/>
          </p:nvSpPr>
          <p:spPr>
            <a:xfrm>
              <a:off x="3398660" y="353359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9" name="Google Shape;2069;p15"/>
            <p:cNvSpPr/>
            <p:nvPr/>
          </p:nvSpPr>
          <p:spPr>
            <a:xfrm>
              <a:off x="3554723" y="3624118"/>
              <a:ext cx="266722" cy="153784"/>
            </a:xfrm>
            <a:custGeom>
              <a:rect b="b" l="l" r="r" t="t"/>
              <a:pathLst>
                <a:path extrusionOk="0" h="153784" w="266722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0" name="Google Shape;2070;p15"/>
            <p:cNvSpPr/>
            <p:nvPr/>
          </p:nvSpPr>
          <p:spPr>
            <a:xfrm>
              <a:off x="3711455" y="3714661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1" name="Google Shape;2071;p15"/>
            <p:cNvSpPr/>
            <p:nvPr/>
          </p:nvSpPr>
          <p:spPr>
            <a:xfrm>
              <a:off x="3868572" y="3805244"/>
              <a:ext cx="266280" cy="154106"/>
            </a:xfrm>
            <a:custGeom>
              <a:rect b="b" l="l" r="r" t="t"/>
              <a:pathLst>
                <a:path extrusionOk="0" h="154106" w="26628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2" name="Google Shape;2072;p15"/>
            <p:cNvSpPr/>
            <p:nvPr/>
          </p:nvSpPr>
          <p:spPr>
            <a:xfrm>
              <a:off x="4024630" y="3895731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3" name="Google Shape;2073;p15"/>
            <p:cNvSpPr/>
            <p:nvPr/>
          </p:nvSpPr>
          <p:spPr>
            <a:xfrm>
              <a:off x="4181086" y="398631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4" name="Google Shape;2074;p15"/>
            <p:cNvSpPr/>
            <p:nvPr/>
          </p:nvSpPr>
          <p:spPr>
            <a:xfrm>
              <a:off x="4337714" y="4076809"/>
              <a:ext cx="266248" cy="154040"/>
            </a:xfrm>
            <a:custGeom>
              <a:rect b="b" l="l" r="r" t="t"/>
              <a:pathLst>
                <a:path extrusionOk="0" h="154040" w="266248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5" name="Google Shape;2075;p15"/>
            <p:cNvSpPr/>
            <p:nvPr/>
          </p:nvSpPr>
          <p:spPr>
            <a:xfrm>
              <a:off x="4494075" y="416738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6" name="Google Shape;2076;p15"/>
            <p:cNvSpPr/>
            <p:nvPr/>
          </p:nvSpPr>
          <p:spPr>
            <a:xfrm>
              <a:off x="4650609" y="4257915"/>
              <a:ext cx="266153" cy="154012"/>
            </a:xfrm>
            <a:custGeom>
              <a:rect b="b" l="l" r="r" t="t"/>
              <a:pathLst>
                <a:path extrusionOk="0" h="154012" w="266153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7" name="Google Shape;2077;p15"/>
            <p:cNvSpPr/>
            <p:nvPr/>
          </p:nvSpPr>
          <p:spPr>
            <a:xfrm>
              <a:off x="4807065" y="434845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8" name="Google Shape;2078;p15"/>
            <p:cNvSpPr/>
            <p:nvPr/>
          </p:nvSpPr>
          <p:spPr>
            <a:xfrm>
              <a:off x="4963756" y="4439037"/>
              <a:ext cx="459701" cy="266038"/>
            </a:xfrm>
            <a:custGeom>
              <a:rect b="b" l="l" r="r" t="t"/>
              <a:pathLst>
                <a:path extrusionOk="0" h="266038" w="459701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9" name="Google Shape;2079;p15"/>
            <p:cNvSpPr/>
            <p:nvPr/>
          </p:nvSpPr>
          <p:spPr>
            <a:xfrm>
              <a:off x="3045263" y="3329192"/>
              <a:ext cx="306655" cy="177371"/>
            </a:xfrm>
            <a:custGeom>
              <a:rect b="b" l="l" r="r" t="t"/>
              <a:pathLst>
                <a:path extrusionOk="0" h="177371" w="306655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0" name="Google Shape;2080;p15"/>
            <p:cNvSpPr/>
            <p:nvPr/>
          </p:nvSpPr>
          <p:spPr>
            <a:xfrm>
              <a:off x="3658039" y="3005282"/>
              <a:ext cx="2325529" cy="1345328"/>
            </a:xfrm>
            <a:custGeom>
              <a:rect b="b" l="l" r="r" t="t"/>
              <a:pathLst>
                <a:path extrusionOk="0" h="1345328" w="2325529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1" name="Google Shape;2081;p15"/>
            <p:cNvSpPr/>
            <p:nvPr/>
          </p:nvSpPr>
          <p:spPr>
            <a:xfrm>
              <a:off x="2758377" y="3858961"/>
              <a:ext cx="1752611" cy="1013632"/>
            </a:xfrm>
            <a:custGeom>
              <a:rect b="b" l="l" r="r" t="t"/>
              <a:pathLst>
                <a:path extrusionOk="0" h="1013632" w="1752611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2" name="Google Shape;2082;p15"/>
            <p:cNvSpPr/>
            <p:nvPr/>
          </p:nvSpPr>
          <p:spPr>
            <a:xfrm>
              <a:off x="2759571" y="3871207"/>
              <a:ext cx="1750478" cy="1001386"/>
            </a:xfrm>
            <a:custGeom>
              <a:rect b="b" l="l" r="r" t="t"/>
              <a:pathLst>
                <a:path extrusionOk="0" h="1001386" w="1750478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3" name="Google Shape;2083;p15"/>
            <p:cNvSpPr/>
            <p:nvPr/>
          </p:nvSpPr>
          <p:spPr>
            <a:xfrm>
              <a:off x="3817633" y="2891711"/>
              <a:ext cx="2255273" cy="1359741"/>
            </a:xfrm>
            <a:custGeom>
              <a:rect b="b" l="l" r="r" t="t"/>
              <a:pathLst>
                <a:path extrusionOk="0" h="1359741" w="2255273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4" name="Google Shape;2084;p15"/>
            <p:cNvSpPr/>
            <p:nvPr/>
          </p:nvSpPr>
          <p:spPr>
            <a:xfrm>
              <a:off x="3899944" y="2334804"/>
              <a:ext cx="319167" cy="507819"/>
            </a:xfrm>
            <a:custGeom>
              <a:rect b="b" l="l" r="r" t="t"/>
              <a:pathLst>
                <a:path extrusionOk="0" h="507819" w="319167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5" name="Google Shape;2085;p15"/>
            <p:cNvSpPr/>
            <p:nvPr/>
          </p:nvSpPr>
          <p:spPr>
            <a:xfrm>
              <a:off x="3899468" y="1737396"/>
              <a:ext cx="318787" cy="562544"/>
            </a:xfrm>
            <a:custGeom>
              <a:rect b="b" l="l" r="r" t="t"/>
              <a:pathLst>
                <a:path extrusionOk="0" h="562544" w="318787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6" name="Google Shape;2086;p15"/>
            <p:cNvSpPr/>
            <p:nvPr/>
          </p:nvSpPr>
          <p:spPr>
            <a:xfrm>
              <a:off x="3979213" y="1913870"/>
              <a:ext cx="161864" cy="209418"/>
            </a:xfrm>
            <a:custGeom>
              <a:rect b="b" l="l" r="r" t="t"/>
              <a:pathLst>
                <a:path extrusionOk="0" h="209418" w="161864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7" name="Google Shape;2087;p15"/>
            <p:cNvSpPr/>
            <p:nvPr/>
          </p:nvSpPr>
          <p:spPr>
            <a:xfrm>
              <a:off x="4045651" y="1966906"/>
              <a:ext cx="50374" cy="107156"/>
            </a:xfrm>
            <a:custGeom>
              <a:rect b="b" l="l" r="r" t="t"/>
              <a:pathLst>
                <a:path extrusionOk="0" h="107156" w="50374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8" name="Google Shape;2088;p15"/>
            <p:cNvSpPr/>
            <p:nvPr/>
          </p:nvSpPr>
          <p:spPr>
            <a:xfrm>
              <a:off x="3899183" y="1178204"/>
              <a:ext cx="318787" cy="538687"/>
            </a:xfrm>
            <a:custGeom>
              <a:rect b="b" l="l" r="r" t="t"/>
              <a:pathLst>
                <a:path extrusionOk="0" h="538687" w="318787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9" name="Google Shape;2089;p15"/>
            <p:cNvSpPr/>
            <p:nvPr/>
          </p:nvSpPr>
          <p:spPr>
            <a:xfrm>
              <a:off x="3979213" y="1338206"/>
              <a:ext cx="159393" cy="203465"/>
            </a:xfrm>
            <a:custGeom>
              <a:rect b="b" l="l" r="r" t="t"/>
              <a:pathLst>
                <a:path extrusionOk="0" h="203465" w="159393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0" name="Google Shape;2090;p15"/>
            <p:cNvSpPr/>
            <p:nvPr/>
          </p:nvSpPr>
          <p:spPr>
            <a:xfrm>
              <a:off x="3993280" y="2480040"/>
              <a:ext cx="134491" cy="224767"/>
            </a:xfrm>
            <a:custGeom>
              <a:rect b="b" l="l" r="r" t="t"/>
              <a:pathLst>
                <a:path extrusionOk="0" h="224767" w="134491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1" name="Google Shape;2091;p15"/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rect b="b" l="l" r="r" t="t"/>
              <a:pathLst>
                <a:path extrusionOk="0" h="124586" w="71855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2" name="Google Shape;2092;p15"/>
            <p:cNvSpPr/>
            <p:nvPr/>
          </p:nvSpPr>
          <p:spPr>
            <a:xfrm>
              <a:off x="4492846" y="2048739"/>
              <a:ext cx="559351" cy="469824"/>
            </a:xfrm>
            <a:custGeom>
              <a:rect b="b" l="l" r="r" t="t"/>
              <a:pathLst>
                <a:path extrusionOk="0" h="469824" w="559351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3" name="Google Shape;2093;p15"/>
            <p:cNvSpPr/>
            <p:nvPr/>
          </p:nvSpPr>
          <p:spPr>
            <a:xfrm>
              <a:off x="4353888" y="2645824"/>
              <a:ext cx="1638988" cy="1231605"/>
            </a:xfrm>
            <a:custGeom>
              <a:rect b="b" l="l" r="r" t="t"/>
              <a:pathLst>
                <a:path extrusionOk="0" h="123160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4" name="Google Shape;2094;p15"/>
            <p:cNvSpPr/>
            <p:nvPr/>
          </p:nvSpPr>
          <p:spPr>
            <a:xfrm>
              <a:off x="4353888" y="2645824"/>
              <a:ext cx="1638988" cy="746475"/>
            </a:xfrm>
            <a:custGeom>
              <a:rect b="b" l="l" r="r" t="t"/>
              <a:pathLst>
                <a:path extrusionOk="0" h="74647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cap="flat" cmpd="sng" w="10075">
              <a:solidFill>
                <a:srgbClr val="CCCE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5" name="Google Shape;2095;p15"/>
            <p:cNvSpPr/>
            <p:nvPr/>
          </p:nvSpPr>
          <p:spPr>
            <a:xfrm>
              <a:off x="4257005" y="773645"/>
              <a:ext cx="165344" cy="325643"/>
            </a:xfrm>
            <a:custGeom>
              <a:rect b="b" l="l" r="r" t="t"/>
              <a:pathLst>
                <a:path extrusionOk="0" h="325643" w="165344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6" name="Google Shape;2096;p15"/>
            <p:cNvSpPr/>
            <p:nvPr/>
          </p:nvSpPr>
          <p:spPr>
            <a:xfrm>
              <a:off x="4272441" y="1538278"/>
              <a:ext cx="113451" cy="88273"/>
            </a:xfrm>
            <a:custGeom>
              <a:rect b="b" l="l" r="r" t="t"/>
              <a:pathLst>
                <a:path extrusionOk="0" h="88273" w="113451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7" name="Google Shape;2097;p15"/>
            <p:cNvSpPr/>
            <p:nvPr/>
          </p:nvSpPr>
          <p:spPr>
            <a:xfrm>
              <a:off x="4272622" y="1567332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8" name="Google Shape;2098;p15"/>
            <p:cNvSpPr/>
            <p:nvPr/>
          </p:nvSpPr>
          <p:spPr>
            <a:xfrm>
              <a:off x="4135669" y="1458312"/>
              <a:ext cx="113522" cy="85076"/>
            </a:xfrm>
            <a:custGeom>
              <a:rect b="b" l="l" r="r" t="t"/>
              <a:pathLst>
                <a:path extrusionOk="0" h="85076" w="113522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9" name="Google Shape;2099;p15"/>
            <p:cNvSpPr/>
            <p:nvPr/>
          </p:nvSpPr>
          <p:spPr>
            <a:xfrm>
              <a:off x="4135660" y="1485798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0" name="Google Shape;2100;p15"/>
            <p:cNvSpPr/>
            <p:nvPr/>
          </p:nvSpPr>
          <p:spPr>
            <a:xfrm>
              <a:off x="4163850" y="1066881"/>
              <a:ext cx="398264" cy="482949"/>
            </a:xfrm>
            <a:custGeom>
              <a:rect b="b" l="l" r="r" t="t"/>
              <a:pathLst>
                <a:path extrusionOk="0" h="482949" w="398264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1" name="Google Shape;2101;p15"/>
            <p:cNvSpPr/>
            <p:nvPr/>
          </p:nvSpPr>
          <p:spPr>
            <a:xfrm>
              <a:off x="4403391" y="743705"/>
              <a:ext cx="125692" cy="122150"/>
            </a:xfrm>
            <a:custGeom>
              <a:rect b="b" l="l" r="r" t="t"/>
              <a:pathLst>
                <a:path extrusionOk="0" h="122150" w="125692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2" name="Google Shape;2102;p15"/>
            <p:cNvSpPr/>
            <p:nvPr/>
          </p:nvSpPr>
          <p:spPr>
            <a:xfrm>
              <a:off x="4358991" y="760843"/>
              <a:ext cx="203859" cy="398340"/>
            </a:xfrm>
            <a:custGeom>
              <a:rect b="b" l="l" r="r" t="t"/>
              <a:pathLst>
                <a:path extrusionOk="0" h="398340" w="203859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3" name="Google Shape;2103;p15"/>
            <p:cNvSpPr/>
            <p:nvPr/>
          </p:nvSpPr>
          <p:spPr>
            <a:xfrm>
              <a:off x="4398650" y="616917"/>
              <a:ext cx="135166" cy="164844"/>
            </a:xfrm>
            <a:custGeom>
              <a:rect b="b" l="l" r="r" t="t"/>
              <a:pathLst>
                <a:path extrusionOk="0" h="164844" w="135166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4" name="Google Shape;2104;p15"/>
            <p:cNvSpPr/>
            <p:nvPr/>
          </p:nvSpPr>
          <p:spPr>
            <a:xfrm>
              <a:off x="4403852" y="602477"/>
              <a:ext cx="142520" cy="141227"/>
            </a:xfrm>
            <a:custGeom>
              <a:rect b="b" l="l" r="r" t="t"/>
              <a:pathLst>
                <a:path extrusionOk="0" h="141227" w="14252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5" name="Google Shape;2105;p15"/>
            <p:cNvSpPr/>
            <p:nvPr/>
          </p:nvSpPr>
          <p:spPr>
            <a:xfrm>
              <a:off x="4338015" y="761231"/>
              <a:ext cx="65677" cy="95630"/>
            </a:xfrm>
            <a:custGeom>
              <a:rect b="b" l="l" r="r" t="t"/>
              <a:pathLst>
                <a:path extrusionOk="0" h="95630" w="65677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6" name="Google Shape;2106;p15"/>
            <p:cNvSpPr/>
            <p:nvPr/>
          </p:nvSpPr>
          <p:spPr>
            <a:xfrm>
              <a:off x="5408528" y="1603174"/>
              <a:ext cx="974325" cy="1973896"/>
            </a:xfrm>
            <a:custGeom>
              <a:rect b="b" l="l" r="r" t="t"/>
              <a:pathLst>
                <a:path extrusionOk="0" h="1973896" w="974325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7" name="Google Shape;2107;p15"/>
            <p:cNvSpPr/>
            <p:nvPr/>
          </p:nvSpPr>
          <p:spPr>
            <a:xfrm>
              <a:off x="6324400" y="3534911"/>
              <a:ext cx="27183" cy="49530"/>
            </a:xfrm>
            <a:custGeom>
              <a:rect b="b" l="l" r="r" t="t"/>
              <a:pathLst>
                <a:path extrusionOk="0" h="49530" w="27183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8" name="Google Shape;2108;p15"/>
            <p:cNvSpPr/>
            <p:nvPr/>
          </p:nvSpPr>
          <p:spPr>
            <a:xfrm>
              <a:off x="5423355" y="1605432"/>
              <a:ext cx="45242" cy="39909"/>
            </a:xfrm>
            <a:custGeom>
              <a:rect b="b" l="l" r="r" t="t"/>
              <a:pathLst>
                <a:path extrusionOk="0" h="39909" w="45242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9" name="Google Shape;2109;p15"/>
            <p:cNvSpPr/>
            <p:nvPr/>
          </p:nvSpPr>
          <p:spPr>
            <a:xfrm>
              <a:off x="5387713" y="1613611"/>
              <a:ext cx="974325" cy="1973876"/>
            </a:xfrm>
            <a:custGeom>
              <a:rect b="b" l="l" r="r" t="t"/>
              <a:pathLst>
                <a:path extrusionOk="0" h="1973876" w="974325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0" name="Google Shape;2110;p15"/>
            <p:cNvSpPr/>
            <p:nvPr/>
          </p:nvSpPr>
          <p:spPr>
            <a:xfrm>
              <a:off x="5477912" y="174973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1" name="Google Shape;2111;p15"/>
            <p:cNvSpPr/>
            <p:nvPr/>
          </p:nvSpPr>
          <p:spPr>
            <a:xfrm>
              <a:off x="5649377" y="1848986"/>
              <a:ext cx="613432" cy="407098"/>
            </a:xfrm>
            <a:custGeom>
              <a:rect b="b" l="l" r="r" t="t"/>
              <a:pathLst>
                <a:path extrusionOk="0" h="407098" w="613432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2" name="Google Shape;2112;p15"/>
            <p:cNvSpPr/>
            <p:nvPr/>
          </p:nvSpPr>
          <p:spPr>
            <a:xfrm>
              <a:off x="5477912" y="191680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3" name="Google Shape;2113;p15"/>
            <p:cNvSpPr/>
            <p:nvPr/>
          </p:nvSpPr>
          <p:spPr>
            <a:xfrm>
              <a:off x="5649377" y="2015959"/>
              <a:ext cx="405945" cy="287083"/>
            </a:xfrm>
            <a:custGeom>
              <a:rect b="b" l="l" r="r" t="t"/>
              <a:pathLst>
                <a:path extrusionOk="0" h="287083" w="405945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4" name="Google Shape;2114;p15"/>
            <p:cNvSpPr/>
            <p:nvPr/>
          </p:nvSpPr>
          <p:spPr>
            <a:xfrm>
              <a:off x="5477912" y="2000338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5" name="Google Shape;2115;p15"/>
            <p:cNvSpPr/>
            <p:nvPr/>
          </p:nvSpPr>
          <p:spPr>
            <a:xfrm>
              <a:off x="5649377" y="2099494"/>
              <a:ext cx="505174" cy="344519"/>
            </a:xfrm>
            <a:custGeom>
              <a:rect b="b" l="l" r="r" t="t"/>
              <a:pathLst>
                <a:path extrusionOk="0" h="344519" w="505174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6" name="Google Shape;2116;p15"/>
            <p:cNvSpPr/>
            <p:nvPr/>
          </p:nvSpPr>
          <p:spPr>
            <a:xfrm>
              <a:off x="5477912" y="208377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7" name="Google Shape;2117;p15"/>
            <p:cNvSpPr/>
            <p:nvPr/>
          </p:nvSpPr>
          <p:spPr>
            <a:xfrm>
              <a:off x="5649377" y="2183028"/>
              <a:ext cx="351863" cy="255746"/>
            </a:xfrm>
            <a:custGeom>
              <a:rect b="b" l="l" r="r" t="t"/>
              <a:pathLst>
                <a:path extrusionOk="0" h="255746" w="351863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8" name="Google Shape;2118;p15"/>
            <p:cNvSpPr/>
            <p:nvPr/>
          </p:nvSpPr>
          <p:spPr>
            <a:xfrm>
              <a:off x="5477912" y="1833270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9" name="Google Shape;2119;p15"/>
            <p:cNvSpPr/>
            <p:nvPr/>
          </p:nvSpPr>
          <p:spPr>
            <a:xfrm>
              <a:off x="5649377" y="1932425"/>
              <a:ext cx="306716" cy="229742"/>
            </a:xfrm>
            <a:custGeom>
              <a:rect b="b" l="l" r="r" t="t"/>
              <a:pathLst>
                <a:path extrusionOk="0" h="229742" w="306716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15"/>
            <p:cNvSpPr/>
            <p:nvPr/>
          </p:nvSpPr>
          <p:spPr>
            <a:xfrm>
              <a:off x="5477912" y="216731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1" name="Google Shape;2121;p15"/>
            <p:cNvSpPr/>
            <p:nvPr/>
          </p:nvSpPr>
          <p:spPr>
            <a:xfrm>
              <a:off x="5649377" y="2266467"/>
              <a:ext cx="180399" cy="156591"/>
            </a:xfrm>
            <a:custGeom>
              <a:rect b="b" l="l" r="r" t="t"/>
              <a:pathLst>
                <a:path extrusionOk="0" h="156591" w="180399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2" name="Google Shape;2122;p15"/>
            <p:cNvSpPr/>
            <p:nvPr/>
          </p:nvSpPr>
          <p:spPr>
            <a:xfrm>
              <a:off x="5477912" y="2334380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3" name="Google Shape;2123;p15"/>
            <p:cNvSpPr/>
            <p:nvPr/>
          </p:nvSpPr>
          <p:spPr>
            <a:xfrm>
              <a:off x="5649377" y="2433536"/>
              <a:ext cx="568380" cy="381000"/>
            </a:xfrm>
            <a:custGeom>
              <a:rect b="b" l="l" r="r" t="t"/>
              <a:pathLst>
                <a:path extrusionOk="0" h="381000" w="56838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4" name="Google Shape;2124;p15"/>
            <p:cNvSpPr/>
            <p:nvPr/>
          </p:nvSpPr>
          <p:spPr>
            <a:xfrm>
              <a:off x="5477912" y="241781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5" name="Google Shape;2125;p15"/>
            <p:cNvSpPr/>
            <p:nvPr/>
          </p:nvSpPr>
          <p:spPr>
            <a:xfrm>
              <a:off x="5649377" y="2517070"/>
              <a:ext cx="171369" cy="151352"/>
            </a:xfrm>
            <a:custGeom>
              <a:rect b="b" l="l" r="r" t="t"/>
              <a:pathLst>
                <a:path extrusionOk="0" h="151352" w="171369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6" name="Google Shape;2126;p15"/>
            <p:cNvSpPr/>
            <p:nvPr/>
          </p:nvSpPr>
          <p:spPr>
            <a:xfrm>
              <a:off x="5477912" y="250135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7" name="Google Shape;2127;p15"/>
            <p:cNvSpPr/>
            <p:nvPr/>
          </p:nvSpPr>
          <p:spPr>
            <a:xfrm>
              <a:off x="5649377" y="2600604"/>
              <a:ext cx="505174" cy="344424"/>
            </a:xfrm>
            <a:custGeom>
              <a:rect b="b" l="l" r="r" t="t"/>
              <a:pathLst>
                <a:path extrusionOk="0" h="344424" w="505174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8" name="Google Shape;2128;p15"/>
            <p:cNvSpPr/>
            <p:nvPr/>
          </p:nvSpPr>
          <p:spPr>
            <a:xfrm>
              <a:off x="5477912" y="225084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9" name="Google Shape;2129;p15"/>
            <p:cNvSpPr/>
            <p:nvPr/>
          </p:nvSpPr>
          <p:spPr>
            <a:xfrm>
              <a:off x="5649377" y="2350001"/>
              <a:ext cx="478085" cy="328898"/>
            </a:xfrm>
            <a:custGeom>
              <a:rect b="b" l="l" r="r" t="t"/>
              <a:pathLst>
                <a:path extrusionOk="0" h="328898" w="478085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0" name="Google Shape;2130;p15"/>
            <p:cNvSpPr/>
            <p:nvPr/>
          </p:nvSpPr>
          <p:spPr>
            <a:xfrm>
              <a:off x="5477912" y="258488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1" name="Google Shape;2131;p15"/>
            <p:cNvSpPr/>
            <p:nvPr/>
          </p:nvSpPr>
          <p:spPr>
            <a:xfrm>
              <a:off x="5649377" y="2684043"/>
              <a:ext cx="63110" cy="88773"/>
            </a:xfrm>
            <a:custGeom>
              <a:rect b="b" l="l" r="r" t="t"/>
              <a:pathLst>
                <a:path extrusionOk="0" h="88773" w="6311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2" name="Google Shape;2132;p15"/>
            <p:cNvSpPr/>
            <p:nvPr/>
          </p:nvSpPr>
          <p:spPr>
            <a:xfrm>
              <a:off x="5477912" y="2751956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3" name="Google Shape;2133;p15"/>
            <p:cNvSpPr/>
            <p:nvPr/>
          </p:nvSpPr>
          <p:spPr>
            <a:xfrm>
              <a:off x="5649377" y="2851112"/>
              <a:ext cx="117287" cy="120014"/>
            </a:xfrm>
            <a:custGeom>
              <a:rect b="b" l="l" r="r" t="t"/>
              <a:pathLst>
                <a:path extrusionOk="0" h="120014" w="117287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4" name="Google Shape;2134;p15"/>
            <p:cNvSpPr/>
            <p:nvPr/>
          </p:nvSpPr>
          <p:spPr>
            <a:xfrm>
              <a:off x="5477912" y="2835395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5" name="Google Shape;2135;p15"/>
            <p:cNvSpPr/>
            <p:nvPr/>
          </p:nvSpPr>
          <p:spPr>
            <a:xfrm>
              <a:off x="5649377" y="2934646"/>
              <a:ext cx="306716" cy="229647"/>
            </a:xfrm>
            <a:custGeom>
              <a:rect b="b" l="l" r="r" t="t"/>
              <a:pathLst>
                <a:path extrusionOk="0" h="229647" w="306716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6" name="Google Shape;2136;p15"/>
            <p:cNvSpPr/>
            <p:nvPr/>
          </p:nvSpPr>
          <p:spPr>
            <a:xfrm>
              <a:off x="5477912" y="291892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7" name="Google Shape;2137;p15"/>
            <p:cNvSpPr/>
            <p:nvPr/>
          </p:nvSpPr>
          <p:spPr>
            <a:xfrm>
              <a:off x="5649377" y="3018085"/>
              <a:ext cx="487115" cy="334137"/>
            </a:xfrm>
            <a:custGeom>
              <a:rect b="b" l="l" r="r" t="t"/>
              <a:pathLst>
                <a:path extrusionOk="0" h="334137" w="487115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8" name="Google Shape;2138;p15"/>
            <p:cNvSpPr/>
            <p:nvPr/>
          </p:nvSpPr>
          <p:spPr>
            <a:xfrm>
              <a:off x="5477912" y="266842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9" name="Google Shape;2139;p15"/>
            <p:cNvSpPr/>
            <p:nvPr/>
          </p:nvSpPr>
          <p:spPr>
            <a:xfrm>
              <a:off x="5649377" y="2767577"/>
              <a:ext cx="613432" cy="407193"/>
            </a:xfrm>
            <a:custGeom>
              <a:rect b="b" l="l" r="r" t="t"/>
              <a:pathLst>
                <a:path extrusionOk="0" h="407193" w="613432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0" name="Google Shape;2140;p15"/>
            <p:cNvSpPr/>
            <p:nvPr/>
          </p:nvSpPr>
          <p:spPr>
            <a:xfrm>
              <a:off x="1926580" y="1674106"/>
              <a:ext cx="1230952" cy="1017480"/>
            </a:xfrm>
            <a:custGeom>
              <a:rect b="b" l="l" r="r" t="t"/>
              <a:pathLst>
                <a:path extrusionOk="0" h="1017480" w="1230952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1" name="Google Shape;2141;p15"/>
            <p:cNvSpPr/>
            <p:nvPr/>
          </p:nvSpPr>
          <p:spPr>
            <a:xfrm>
              <a:off x="3112195" y="1676584"/>
              <a:ext cx="59119" cy="52197"/>
            </a:xfrm>
            <a:custGeom>
              <a:rect b="b" l="l" r="r" t="t"/>
              <a:pathLst>
                <a:path extrusionOk="0" h="52197" w="59119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2" name="Google Shape;2142;p15"/>
            <p:cNvSpPr/>
            <p:nvPr/>
          </p:nvSpPr>
          <p:spPr>
            <a:xfrm>
              <a:off x="2269509" y="2593746"/>
              <a:ext cx="43151" cy="44767"/>
            </a:xfrm>
            <a:custGeom>
              <a:rect b="b" l="l" r="r" t="t"/>
              <a:pathLst>
                <a:path extrusionOk="0" h="44767" w="43151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3" name="Google Shape;2143;p15"/>
            <p:cNvSpPr/>
            <p:nvPr/>
          </p:nvSpPr>
          <p:spPr>
            <a:xfrm>
              <a:off x="1950116" y="2650325"/>
              <a:ext cx="58584" cy="57547"/>
            </a:xfrm>
            <a:custGeom>
              <a:rect b="b" l="l" r="r" t="t"/>
              <a:pathLst>
                <a:path extrusionOk="0" h="57547" w="58584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4" name="Google Shape;2144;p15"/>
            <p:cNvSpPr/>
            <p:nvPr/>
          </p:nvSpPr>
          <p:spPr>
            <a:xfrm>
              <a:off x="1969256" y="1691533"/>
              <a:ext cx="1231332" cy="1017436"/>
            </a:xfrm>
            <a:custGeom>
              <a:rect b="b" l="l" r="r" t="t"/>
              <a:pathLst>
                <a:path extrusionOk="0" h="1017436" w="1231332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5" name="Google Shape;2145;p15"/>
            <p:cNvSpPr/>
            <p:nvPr/>
          </p:nvSpPr>
          <p:spPr>
            <a:xfrm>
              <a:off x="2066299" y="1805171"/>
              <a:ext cx="1037246" cy="669226"/>
            </a:xfrm>
            <a:custGeom>
              <a:rect b="b" l="l" r="r" t="t"/>
              <a:pathLst>
                <a:path extrusionOk="0" h="669226" w="1037246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6" name="Google Shape;2146;p15"/>
            <p:cNvSpPr/>
            <p:nvPr/>
          </p:nvSpPr>
          <p:spPr>
            <a:xfrm>
              <a:off x="2066299" y="2133308"/>
              <a:ext cx="679110" cy="462057"/>
            </a:xfrm>
            <a:custGeom>
              <a:rect b="b" l="l" r="r" t="t"/>
              <a:pathLst>
                <a:path extrusionOk="0" h="462057" w="67911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47" name="Google Shape;2147;p15"/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2148" name="Google Shape;2148;p15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9" name="Google Shape;2149;p15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0" name="Google Shape;2150;p15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1" name="Google Shape;2151;p15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2" name="Google Shape;2152;p15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53" name="Google Shape;2153;p15"/>
            <p:cNvSpPr/>
            <p:nvPr/>
          </p:nvSpPr>
          <p:spPr>
            <a:xfrm>
              <a:off x="4444588" y="826743"/>
              <a:ext cx="153590" cy="431871"/>
            </a:xfrm>
            <a:custGeom>
              <a:rect b="b" l="l" r="r" t="t"/>
              <a:pathLst>
                <a:path extrusionOk="0" h="431871" w="15359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4" name="Google Shape;2154;p15"/>
            <p:cNvSpPr/>
            <p:nvPr/>
          </p:nvSpPr>
          <p:spPr>
            <a:xfrm>
              <a:off x="4515562" y="822838"/>
              <a:ext cx="88583" cy="120566"/>
            </a:xfrm>
            <a:custGeom>
              <a:rect b="b" l="l" r="r" t="t"/>
              <a:pathLst>
                <a:path extrusionOk="0" h="120566" w="88583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5" name="Google Shape;2155;p1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1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Módulo 3 · PowerPoint efectivo</a:t>
            </a:r>
            <a:r>
              <a:rPr lang="es-ES" sz="3200">
                <a:solidFill>
                  <a:srgbClr val="007BB9"/>
                </a:solidFill>
              </a:rPr>
              <a:t>.</a:t>
            </a:r>
            <a:br>
              <a:rPr lang="es-ES" sz="3200">
                <a:solidFill>
                  <a:srgbClr val="007BB9"/>
                </a:solidFill>
              </a:rPr>
            </a:br>
            <a:br>
              <a:rPr lang="es-ES" sz="3200">
                <a:solidFill>
                  <a:srgbClr val="007BB9"/>
                </a:solidFill>
              </a:rPr>
            </a:br>
            <a:br>
              <a:rPr lang="es-ES" sz="3200">
                <a:solidFill>
                  <a:srgbClr val="007BB9"/>
                </a:solidFill>
              </a:rPr>
            </a:br>
            <a:endParaRPr sz="3200"/>
          </a:p>
        </p:txBody>
      </p:sp>
      <p:sp>
        <p:nvSpPr>
          <p:cNvPr id="2161" name="Google Shape;2161;p16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Objetivo: Diseño claro para presentaciones que conectan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grpSp>
        <p:nvGrpSpPr>
          <p:cNvPr id="2162" name="Google Shape;2162;p16"/>
          <p:cNvGrpSpPr/>
          <p:nvPr/>
        </p:nvGrpSpPr>
        <p:grpSpPr>
          <a:xfrm>
            <a:off x="6678287" y="3123695"/>
            <a:ext cx="1782593" cy="1812070"/>
            <a:chOff x="2011725" y="44285"/>
            <a:chExt cx="4684870" cy="4762340"/>
          </a:xfrm>
        </p:grpSpPr>
        <p:grpSp>
          <p:nvGrpSpPr>
            <p:cNvPr id="2163" name="Google Shape;2163;p16"/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2164" name="Google Shape;2164;p16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5" name="Google Shape;2165;p16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6" name="Google Shape;2166;p16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7" name="Google Shape;2167;p16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8" name="Google Shape;2168;p16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9" name="Google Shape;2169;p16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0" name="Google Shape;2170;p16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1" name="Google Shape;2171;p16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2" name="Google Shape;2172;p16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3" name="Google Shape;2173;p16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4" name="Google Shape;2174;p16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5" name="Google Shape;2175;p16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6" name="Google Shape;2176;p16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7" name="Google Shape;2177;p16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8" name="Google Shape;2178;p16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9" name="Google Shape;2179;p16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0" name="Google Shape;2180;p16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1" name="Google Shape;2181;p16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2" name="Google Shape;2182;p16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3" name="Google Shape;2183;p16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4" name="Google Shape;2184;p16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5" name="Google Shape;2185;p16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6" name="Google Shape;2186;p16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7" name="Google Shape;2187;p16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8" name="Google Shape;2188;p16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9" name="Google Shape;2189;p16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0" name="Google Shape;2190;p16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1" name="Google Shape;2191;p16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2" name="Google Shape;2192;p16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3" name="Google Shape;2193;p16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4" name="Google Shape;2194;p16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5" name="Google Shape;2195;p16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6" name="Google Shape;2196;p16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7" name="Google Shape;2197;p16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8" name="Google Shape;2198;p16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9" name="Google Shape;2199;p16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0" name="Google Shape;2200;p16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1" name="Google Shape;2201;p16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2" name="Google Shape;2202;p16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3" name="Google Shape;2203;p16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4" name="Google Shape;2204;p16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5" name="Google Shape;2205;p16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6" name="Google Shape;2206;p16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7" name="Google Shape;2207;p16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8" name="Google Shape;2208;p16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9" name="Google Shape;2209;p16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0" name="Google Shape;2210;p16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1" name="Google Shape;2211;p16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2" name="Google Shape;2212;p16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3" name="Google Shape;2213;p16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4" name="Google Shape;2214;p16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5" name="Google Shape;2215;p16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6" name="Google Shape;2216;p16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7" name="Google Shape;2217;p16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8" name="Google Shape;2218;p16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9" name="Google Shape;2219;p16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0" name="Google Shape;2220;p16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1" name="Google Shape;2221;p16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2" name="Google Shape;2222;p16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3" name="Google Shape;2223;p16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4" name="Google Shape;2224;p16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5" name="Google Shape;2225;p16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6" name="Google Shape;2226;p16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7" name="Google Shape;2227;p16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8" name="Google Shape;2228;p16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9" name="Google Shape;2229;p16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0" name="Google Shape;2230;p16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1" name="Google Shape;2231;p16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2" name="Google Shape;2232;p16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3" name="Google Shape;2233;p16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4" name="Google Shape;2234;p16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5" name="Google Shape;2235;p16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6" name="Google Shape;2236;p16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7" name="Google Shape;2237;p16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8" name="Google Shape;2238;p16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9" name="Google Shape;2239;p16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0" name="Google Shape;2240;p16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1" name="Google Shape;2241;p16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2" name="Google Shape;2242;p16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3" name="Google Shape;2243;p16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4" name="Google Shape;2244;p16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5" name="Google Shape;2245;p16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6" name="Google Shape;2246;p16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7" name="Google Shape;2247;p16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8" name="Google Shape;2248;p16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9" name="Google Shape;2249;p16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0" name="Google Shape;2250;p16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1" name="Google Shape;2251;p16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2" name="Google Shape;2252;p16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3" name="Google Shape;2253;p16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4" name="Google Shape;2254;p16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5" name="Google Shape;2255;p16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6" name="Google Shape;2256;p16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7" name="Google Shape;2257;p16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8" name="Google Shape;2258;p16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9" name="Google Shape;2259;p16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0" name="Google Shape;2260;p16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1" name="Google Shape;2261;p16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2" name="Google Shape;2262;p16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3" name="Google Shape;2263;p16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4" name="Google Shape;2264;p16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5" name="Google Shape;2265;p16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6" name="Google Shape;2266;p16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7" name="Google Shape;2267;p16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8" name="Google Shape;2268;p16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9" name="Google Shape;2269;p16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0" name="Google Shape;2270;p16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71" name="Google Shape;2271;p16"/>
            <p:cNvSpPr/>
            <p:nvPr/>
          </p:nvSpPr>
          <p:spPr>
            <a:xfrm>
              <a:off x="4424312" y="3389781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2" name="Google Shape;2272;p16"/>
            <p:cNvSpPr/>
            <p:nvPr/>
          </p:nvSpPr>
          <p:spPr>
            <a:xfrm>
              <a:off x="4458697" y="3370540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3" name="Google Shape;2273;p16"/>
            <p:cNvSpPr/>
            <p:nvPr/>
          </p:nvSpPr>
          <p:spPr>
            <a:xfrm>
              <a:off x="4458697" y="3334726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4" name="Google Shape;2274;p16"/>
            <p:cNvSpPr/>
            <p:nvPr/>
          </p:nvSpPr>
          <p:spPr>
            <a:xfrm>
              <a:off x="5662371" y="3457123"/>
              <a:ext cx="830865" cy="479678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5" name="Google Shape;2275;p16"/>
            <p:cNvSpPr/>
            <p:nvPr/>
          </p:nvSpPr>
          <p:spPr>
            <a:xfrm>
              <a:off x="5582647" y="3524845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6" name="Google Shape;2276;p16"/>
            <p:cNvSpPr/>
            <p:nvPr/>
          </p:nvSpPr>
          <p:spPr>
            <a:xfrm>
              <a:off x="5520830" y="3560469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7" name="Google Shape;2277;p16"/>
            <p:cNvSpPr/>
            <p:nvPr/>
          </p:nvSpPr>
          <p:spPr>
            <a:xfrm>
              <a:off x="5459108" y="3596188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8" name="Google Shape;2278;p16"/>
            <p:cNvSpPr/>
            <p:nvPr/>
          </p:nvSpPr>
          <p:spPr>
            <a:xfrm>
              <a:off x="5006003" y="3836122"/>
              <a:ext cx="830770" cy="479679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9" name="Google Shape;2279;p16"/>
            <p:cNvSpPr/>
            <p:nvPr/>
          </p:nvSpPr>
          <p:spPr>
            <a:xfrm>
              <a:off x="4926279" y="3903750"/>
              <a:ext cx="741616" cy="428244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0" name="Google Shape;2280;p16"/>
            <p:cNvSpPr/>
            <p:nvPr/>
          </p:nvSpPr>
          <p:spPr>
            <a:xfrm>
              <a:off x="4864462" y="3939468"/>
              <a:ext cx="727614" cy="42005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1" name="Google Shape;2281;p16"/>
            <p:cNvSpPr/>
            <p:nvPr/>
          </p:nvSpPr>
          <p:spPr>
            <a:xfrm>
              <a:off x="4802740" y="3975092"/>
              <a:ext cx="620839" cy="358520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2" name="Google Shape;2282;p16"/>
            <p:cNvSpPr/>
            <p:nvPr/>
          </p:nvSpPr>
          <p:spPr>
            <a:xfrm>
              <a:off x="5169357" y="3663339"/>
              <a:ext cx="421766" cy="243458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3" name="Google Shape;2283;p16"/>
            <p:cNvSpPr/>
            <p:nvPr/>
          </p:nvSpPr>
          <p:spPr>
            <a:xfrm>
              <a:off x="5441867" y="3820597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4" name="Google Shape;2284;p16"/>
            <p:cNvSpPr/>
            <p:nvPr/>
          </p:nvSpPr>
          <p:spPr>
            <a:xfrm>
              <a:off x="5714378" y="3977950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5" name="Google Shape;2285;p16"/>
            <p:cNvSpPr/>
            <p:nvPr/>
          </p:nvSpPr>
          <p:spPr>
            <a:xfrm>
              <a:off x="2242896" y="2171438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6" name="Google Shape;2286;p16"/>
            <p:cNvSpPr/>
            <p:nvPr/>
          </p:nvSpPr>
          <p:spPr>
            <a:xfrm>
              <a:off x="2526170" y="20060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7" name="Google Shape;2287;p16"/>
            <p:cNvSpPr/>
            <p:nvPr/>
          </p:nvSpPr>
          <p:spPr>
            <a:xfrm>
              <a:off x="2632278" y="1017294"/>
              <a:ext cx="357473" cy="206311"/>
            </a:xfrm>
            <a:custGeom>
              <a:rect b="b" l="l" r="r" t="t"/>
              <a:pathLst>
                <a:path extrusionOk="0" h="206311" w="357473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8" name="Google Shape;2288;p16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9" name="Google Shape;2289;p16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0" name="Google Shape;2290;p16"/>
            <p:cNvSpPr/>
            <p:nvPr/>
          </p:nvSpPr>
          <p:spPr>
            <a:xfrm>
              <a:off x="2811062" y="1120450"/>
              <a:ext cx="178689" cy="1032319"/>
            </a:xfrm>
            <a:custGeom>
              <a:rect b="b" l="l" r="r" t="t"/>
              <a:pathLst>
                <a:path extrusionOk="0" h="1032319" w="178689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1" name="Google Shape;2291;p16"/>
            <p:cNvSpPr/>
            <p:nvPr/>
          </p:nvSpPr>
          <p:spPr>
            <a:xfrm>
              <a:off x="2364150" y="1481542"/>
              <a:ext cx="357473" cy="206501"/>
            </a:xfrm>
            <a:custGeom>
              <a:rect b="b" l="l" r="r" t="t"/>
              <a:pathLst>
                <a:path extrusionOk="0" h="206501" w="357473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2" name="Google Shape;2292;p16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3" name="Google Shape;2293;p16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4" name="Google Shape;2294;p16"/>
            <p:cNvSpPr/>
            <p:nvPr/>
          </p:nvSpPr>
          <p:spPr>
            <a:xfrm>
              <a:off x="2542934" y="1584793"/>
              <a:ext cx="178688" cy="721899"/>
            </a:xfrm>
            <a:custGeom>
              <a:rect b="b" l="l" r="r" t="t"/>
              <a:pathLst>
                <a:path extrusionOk="0" h="721899" w="178688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5" name="Google Shape;2295;p16"/>
            <p:cNvSpPr/>
            <p:nvPr/>
          </p:nvSpPr>
          <p:spPr>
            <a:xfrm>
              <a:off x="2013915" y="2306693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6" name="Google Shape;2296;p16"/>
            <p:cNvSpPr/>
            <p:nvPr/>
          </p:nvSpPr>
          <p:spPr>
            <a:xfrm>
              <a:off x="2078685" y="19719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7" name="Google Shape;2297;p16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8" name="Google Shape;2298;p16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9" name="Google Shape;2299;p16"/>
            <p:cNvSpPr/>
            <p:nvPr/>
          </p:nvSpPr>
          <p:spPr>
            <a:xfrm>
              <a:off x="2257469" y="2075140"/>
              <a:ext cx="178689" cy="399097"/>
            </a:xfrm>
            <a:custGeom>
              <a:rect b="b" l="l" r="r" t="t"/>
              <a:pathLst>
                <a:path extrusionOk="0" h="399097" w="178689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0" name="Google Shape;2300;p16"/>
            <p:cNvSpPr/>
            <p:nvPr/>
          </p:nvSpPr>
          <p:spPr>
            <a:xfrm>
              <a:off x="4050634" y="46890"/>
              <a:ext cx="205002" cy="299719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1" name="Google Shape;2301;p16"/>
            <p:cNvSpPr/>
            <p:nvPr/>
          </p:nvSpPr>
          <p:spPr>
            <a:xfrm>
              <a:off x="4066180" y="44285"/>
              <a:ext cx="98194" cy="12100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2" name="Google Shape;2302;p16"/>
            <p:cNvSpPr/>
            <p:nvPr/>
          </p:nvSpPr>
          <p:spPr>
            <a:xfrm>
              <a:off x="4085379" y="175665"/>
              <a:ext cx="121123" cy="13556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3" name="Google Shape;2303;p16"/>
            <p:cNvSpPr/>
            <p:nvPr/>
          </p:nvSpPr>
          <p:spPr>
            <a:xfrm>
              <a:off x="3878508" y="229758"/>
              <a:ext cx="228579" cy="325392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4" name="Google Shape;2304;p16"/>
            <p:cNvSpPr/>
            <p:nvPr/>
          </p:nvSpPr>
          <p:spPr>
            <a:xfrm>
              <a:off x="4050113" y="220052"/>
              <a:ext cx="176568" cy="232904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5" name="Google Shape;2305;p16"/>
            <p:cNvSpPr/>
            <p:nvPr/>
          </p:nvSpPr>
          <p:spPr>
            <a:xfrm>
              <a:off x="4081568" y="53558"/>
              <a:ext cx="129892" cy="160015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6" name="Google Shape;2306;p16"/>
            <p:cNvSpPr/>
            <p:nvPr/>
          </p:nvSpPr>
          <p:spPr>
            <a:xfrm>
              <a:off x="4086841" y="52931"/>
              <a:ext cx="130406" cy="122734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7" name="Google Shape;2307;p16"/>
            <p:cNvSpPr/>
            <p:nvPr/>
          </p:nvSpPr>
          <p:spPr>
            <a:xfrm>
              <a:off x="3930273" y="858890"/>
              <a:ext cx="102549" cy="78223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8" name="Google Shape;2308;p16"/>
            <p:cNvSpPr/>
            <p:nvPr/>
          </p:nvSpPr>
          <p:spPr>
            <a:xfrm>
              <a:off x="3930726" y="883849"/>
              <a:ext cx="102084" cy="53297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9" name="Google Shape;2309;p16"/>
            <p:cNvSpPr/>
            <p:nvPr/>
          </p:nvSpPr>
          <p:spPr>
            <a:xfrm>
              <a:off x="3878956" y="825175"/>
              <a:ext cx="93870" cy="7271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0" name="Google Shape;2310;p16"/>
            <p:cNvSpPr/>
            <p:nvPr/>
          </p:nvSpPr>
          <p:spPr>
            <a:xfrm>
              <a:off x="3879387" y="849177"/>
              <a:ext cx="93498" cy="48808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1" name="Google Shape;2311;p16"/>
            <p:cNvSpPr/>
            <p:nvPr/>
          </p:nvSpPr>
          <p:spPr>
            <a:xfrm>
              <a:off x="3913772" y="449985"/>
              <a:ext cx="223526" cy="385528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2" name="Google Shape;2312;p16"/>
            <p:cNvSpPr/>
            <p:nvPr/>
          </p:nvSpPr>
          <p:spPr>
            <a:xfrm>
              <a:off x="3974732" y="450747"/>
              <a:ext cx="222535" cy="417442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3" name="Google Shape;2313;p16"/>
            <p:cNvSpPr/>
            <p:nvPr/>
          </p:nvSpPr>
          <p:spPr>
            <a:xfrm>
              <a:off x="3891839" y="424458"/>
              <a:ext cx="332782" cy="306321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4" name="Google Shape;2314;p16"/>
            <p:cNvSpPr/>
            <p:nvPr/>
          </p:nvSpPr>
          <p:spPr>
            <a:xfrm>
              <a:off x="4159410" y="243442"/>
              <a:ext cx="115651" cy="405453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5" name="Google Shape;2315;p16"/>
            <p:cNvSpPr/>
            <p:nvPr/>
          </p:nvSpPr>
          <p:spPr>
            <a:xfrm>
              <a:off x="4182076" y="238331"/>
              <a:ext cx="69928" cy="88934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6" name="Google Shape;2316;p16"/>
            <p:cNvSpPr/>
            <p:nvPr/>
          </p:nvSpPr>
          <p:spPr>
            <a:xfrm>
              <a:off x="4044931" y="219924"/>
              <a:ext cx="59816" cy="62802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7" name="Google Shape;2317;p16"/>
            <p:cNvSpPr/>
            <p:nvPr/>
          </p:nvSpPr>
          <p:spPr>
            <a:xfrm>
              <a:off x="2494198" y="1192008"/>
              <a:ext cx="154251" cy="303342"/>
            </a:xfrm>
            <a:custGeom>
              <a:rect b="b" l="l" r="r" t="t"/>
              <a:pathLst>
                <a:path extrusionOk="0" h="303342" w="154251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8" name="Google Shape;2318;p16"/>
            <p:cNvSpPr/>
            <p:nvPr/>
          </p:nvSpPr>
          <p:spPr>
            <a:xfrm>
              <a:off x="2527565" y="1904831"/>
              <a:ext cx="106588" cy="82319"/>
            </a:xfrm>
            <a:custGeom>
              <a:rect b="b" l="l" r="r" t="t"/>
              <a:pathLst>
                <a:path extrusionOk="0" h="82319" w="106588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9" name="Google Shape;2319;p16"/>
            <p:cNvSpPr/>
            <p:nvPr/>
          </p:nvSpPr>
          <p:spPr>
            <a:xfrm>
              <a:off x="2527774" y="1931884"/>
              <a:ext cx="106123" cy="55368"/>
            </a:xfrm>
            <a:custGeom>
              <a:rect b="b" l="l" r="r" t="t"/>
              <a:pathLst>
                <a:path extrusionOk="0" h="55368" w="106123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0" name="Google Shape;2320;p16"/>
            <p:cNvSpPr/>
            <p:nvPr/>
          </p:nvSpPr>
          <p:spPr>
            <a:xfrm>
              <a:off x="2655329" y="1830290"/>
              <a:ext cx="106576" cy="79516"/>
            </a:xfrm>
            <a:custGeom>
              <a:rect b="b" l="l" r="r" t="t"/>
              <a:pathLst>
                <a:path extrusionOk="0" h="79516" w="106576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1" name="Google Shape;2321;p16"/>
            <p:cNvSpPr/>
            <p:nvPr/>
          </p:nvSpPr>
          <p:spPr>
            <a:xfrm>
              <a:off x="2655759" y="1855875"/>
              <a:ext cx="106154" cy="55320"/>
            </a:xfrm>
            <a:custGeom>
              <a:rect b="b" l="l" r="r" t="t"/>
              <a:pathLst>
                <a:path extrusionOk="0" h="55320" w="106154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2" name="Google Shape;2322;p16"/>
            <p:cNvSpPr/>
            <p:nvPr/>
          </p:nvSpPr>
          <p:spPr>
            <a:xfrm>
              <a:off x="2362866" y="1465363"/>
              <a:ext cx="372536" cy="450662"/>
            </a:xfrm>
            <a:custGeom>
              <a:rect b="b" l="l" r="r" t="t"/>
              <a:pathLst>
                <a:path extrusionOk="0" h="450662" w="372536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3" name="Google Shape;2323;p16"/>
            <p:cNvSpPr/>
            <p:nvPr/>
          </p:nvSpPr>
          <p:spPr>
            <a:xfrm>
              <a:off x="2393925" y="1163883"/>
              <a:ext cx="117160" cy="114020"/>
            </a:xfrm>
            <a:custGeom>
              <a:rect b="b" l="l" r="r" t="t"/>
              <a:pathLst>
                <a:path extrusionOk="0" h="114020" w="11716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4" name="Google Shape;2324;p16"/>
            <p:cNvSpPr/>
            <p:nvPr/>
          </p:nvSpPr>
          <p:spPr>
            <a:xfrm>
              <a:off x="2362970" y="1179922"/>
              <a:ext cx="189574" cy="370837"/>
            </a:xfrm>
            <a:custGeom>
              <a:rect b="b" l="l" r="r" t="t"/>
              <a:pathLst>
                <a:path extrusionOk="0" h="370837" w="189574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5" name="Google Shape;2325;p16"/>
            <p:cNvSpPr/>
            <p:nvPr/>
          </p:nvSpPr>
          <p:spPr>
            <a:xfrm>
              <a:off x="2389574" y="1045793"/>
              <a:ext cx="126365" cy="153696"/>
            </a:xfrm>
            <a:custGeom>
              <a:rect b="b" l="l" r="r" t="t"/>
              <a:pathLst>
                <a:path extrusionOk="0" h="153696" w="126365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6" name="Google Shape;2326;p16"/>
            <p:cNvSpPr/>
            <p:nvPr/>
          </p:nvSpPr>
          <p:spPr>
            <a:xfrm>
              <a:off x="2377852" y="1032078"/>
              <a:ext cx="133256" cy="131805"/>
            </a:xfrm>
            <a:custGeom>
              <a:rect b="b" l="l" r="r" t="t"/>
              <a:pathLst>
                <a:path extrusionOk="0" h="131805" w="133256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7" name="Google Shape;2327;p16"/>
            <p:cNvSpPr/>
            <p:nvPr/>
          </p:nvSpPr>
          <p:spPr>
            <a:xfrm>
              <a:off x="2511120" y="1180647"/>
              <a:ext cx="61436" cy="88868"/>
            </a:xfrm>
            <a:custGeom>
              <a:rect b="b" l="l" r="r" t="t"/>
              <a:pathLst>
                <a:path extrusionOk="0" h="88868" w="61436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8" name="Google Shape;2328;p16"/>
            <p:cNvSpPr/>
            <p:nvPr/>
          </p:nvSpPr>
          <p:spPr>
            <a:xfrm>
              <a:off x="6137574" y="3350157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9" name="Google Shape;2329;p16"/>
            <p:cNvSpPr/>
            <p:nvPr/>
          </p:nvSpPr>
          <p:spPr>
            <a:xfrm>
              <a:off x="6267054" y="2297586"/>
              <a:ext cx="217597" cy="318657"/>
            </a:xfrm>
            <a:custGeom>
              <a:rect b="b" l="l" r="r" t="t"/>
              <a:pathLst>
                <a:path extrusionOk="0" h="318657" w="217597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0" name="Google Shape;2330;p16"/>
            <p:cNvSpPr/>
            <p:nvPr/>
          </p:nvSpPr>
          <p:spPr>
            <a:xfrm>
              <a:off x="6260770" y="2526901"/>
              <a:ext cx="40647" cy="235450"/>
            </a:xfrm>
            <a:custGeom>
              <a:rect b="b" l="l" r="r" t="t"/>
              <a:pathLst>
                <a:path extrusionOk="0" h="235450" w="40647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1" name="Google Shape;2331;p16"/>
            <p:cNvSpPr/>
            <p:nvPr/>
          </p:nvSpPr>
          <p:spPr>
            <a:xfrm>
              <a:off x="6283969" y="2294668"/>
              <a:ext cx="103921" cy="128329"/>
            </a:xfrm>
            <a:custGeom>
              <a:rect b="b" l="l" r="r" t="t"/>
              <a:pathLst>
                <a:path extrusionOk="0" h="128329" w="103921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2" name="Google Shape;2332;p16"/>
            <p:cNvSpPr/>
            <p:nvPr/>
          </p:nvSpPr>
          <p:spPr>
            <a:xfrm>
              <a:off x="6304395" y="2434900"/>
              <a:ext cx="128622" cy="143860"/>
            </a:xfrm>
            <a:custGeom>
              <a:rect b="b" l="l" r="r" t="t"/>
              <a:pathLst>
                <a:path extrusionOk="0" h="143860" w="128622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3" name="Google Shape;2333;p16"/>
            <p:cNvSpPr/>
            <p:nvPr/>
          </p:nvSpPr>
          <p:spPr>
            <a:xfrm>
              <a:off x="6266985" y="2481191"/>
              <a:ext cx="187397" cy="215209"/>
            </a:xfrm>
            <a:custGeom>
              <a:rect b="b" l="l" r="r" t="t"/>
              <a:pathLst>
                <a:path extrusionOk="0" h="215209" w="187397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4" name="Google Shape;2334;p16"/>
            <p:cNvSpPr/>
            <p:nvPr/>
          </p:nvSpPr>
          <p:spPr>
            <a:xfrm>
              <a:off x="6300305" y="2304949"/>
              <a:ext cx="138529" cy="170431"/>
            </a:xfrm>
            <a:custGeom>
              <a:rect b="b" l="l" r="r" t="t"/>
              <a:pathLst>
                <a:path extrusionOk="0" h="170431" w="138529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5" name="Google Shape;2335;p16"/>
            <p:cNvSpPr/>
            <p:nvPr/>
          </p:nvSpPr>
          <p:spPr>
            <a:xfrm>
              <a:off x="6305880" y="2304032"/>
              <a:ext cx="138474" cy="130867"/>
            </a:xfrm>
            <a:custGeom>
              <a:rect b="b" l="l" r="r" t="t"/>
              <a:pathLst>
                <a:path extrusionOk="0" h="130867" w="138474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6" name="Google Shape;2336;p16"/>
            <p:cNvSpPr/>
            <p:nvPr/>
          </p:nvSpPr>
          <p:spPr>
            <a:xfrm>
              <a:off x="6412912" y="2510225"/>
              <a:ext cx="93089" cy="307779"/>
            </a:xfrm>
            <a:custGeom>
              <a:rect b="b" l="l" r="r" t="t"/>
              <a:pathLst>
                <a:path extrusionOk="0" h="307779" w="93089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7" name="Google Shape;2337;p16"/>
            <p:cNvSpPr/>
            <p:nvPr/>
          </p:nvSpPr>
          <p:spPr>
            <a:xfrm>
              <a:off x="6328850" y="3433403"/>
              <a:ext cx="108744" cy="83141"/>
            </a:xfrm>
            <a:custGeom>
              <a:rect b="b" l="l" r="r" t="t"/>
              <a:pathLst>
                <a:path extrusionOk="0" h="83141" w="108744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8" name="Google Shape;2338;p16"/>
            <p:cNvSpPr/>
            <p:nvPr/>
          </p:nvSpPr>
          <p:spPr>
            <a:xfrm>
              <a:off x="6329407" y="3459885"/>
              <a:ext cx="108204" cy="56238"/>
            </a:xfrm>
            <a:custGeom>
              <a:rect b="b" l="l" r="r" t="t"/>
              <a:pathLst>
                <a:path extrusionOk="0" h="56238" w="108204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9" name="Google Shape;2339;p16"/>
            <p:cNvSpPr/>
            <p:nvPr/>
          </p:nvSpPr>
          <p:spPr>
            <a:xfrm>
              <a:off x="6246119" y="3415021"/>
              <a:ext cx="99827" cy="77341"/>
            </a:xfrm>
            <a:custGeom>
              <a:rect b="b" l="l" r="r" t="t"/>
              <a:pathLst>
                <a:path extrusionOk="0" h="77341" w="99827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0" name="Google Shape;2340;p16"/>
            <p:cNvSpPr/>
            <p:nvPr/>
          </p:nvSpPr>
          <p:spPr>
            <a:xfrm>
              <a:off x="6246063" y="3440454"/>
              <a:ext cx="99536" cy="51729"/>
            </a:xfrm>
            <a:custGeom>
              <a:rect b="b" l="l" r="r" t="t"/>
              <a:pathLst>
                <a:path extrusionOk="0" h="51729" w="99536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1" name="Google Shape;2341;p16"/>
            <p:cNvSpPr/>
            <p:nvPr/>
          </p:nvSpPr>
          <p:spPr>
            <a:xfrm>
              <a:off x="6262125" y="2696837"/>
              <a:ext cx="213068" cy="744450"/>
            </a:xfrm>
            <a:custGeom>
              <a:rect b="b" l="l" r="r" t="t"/>
              <a:pathLst>
                <a:path extrusionOk="0" h="744450" w="213068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2" name="Google Shape;2342;p16"/>
            <p:cNvSpPr/>
            <p:nvPr/>
          </p:nvSpPr>
          <p:spPr>
            <a:xfrm>
              <a:off x="6253173" y="2679311"/>
              <a:ext cx="226922" cy="495109"/>
            </a:xfrm>
            <a:custGeom>
              <a:rect b="b" l="l" r="r" t="t"/>
              <a:pathLst>
                <a:path extrusionOk="0" h="495109" w="226922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3" name="Google Shape;2343;p16"/>
            <p:cNvSpPr/>
            <p:nvPr/>
          </p:nvSpPr>
          <p:spPr>
            <a:xfrm>
              <a:off x="6408973" y="2507035"/>
              <a:ext cx="76263" cy="95029"/>
            </a:xfrm>
            <a:custGeom>
              <a:rect b="b" l="l" r="r" t="t"/>
              <a:pathLst>
                <a:path extrusionOk="0" h="95029" w="76263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4" name="Google Shape;2344;p16"/>
            <p:cNvSpPr/>
            <p:nvPr/>
          </p:nvSpPr>
          <p:spPr>
            <a:xfrm>
              <a:off x="6261399" y="2481311"/>
              <a:ext cx="63531" cy="66745"/>
            </a:xfrm>
            <a:custGeom>
              <a:rect b="b" l="l" r="r" t="t"/>
              <a:pathLst>
                <a:path extrusionOk="0" h="66745" w="63531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5" name="Google Shape;2345;p16"/>
            <p:cNvSpPr/>
            <p:nvPr/>
          </p:nvSpPr>
          <p:spPr>
            <a:xfrm>
              <a:off x="2608942" y="4557070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6" name="Google Shape;2346;p16"/>
            <p:cNvSpPr/>
            <p:nvPr/>
          </p:nvSpPr>
          <p:spPr>
            <a:xfrm>
              <a:off x="2930982" y="3722965"/>
              <a:ext cx="85002" cy="305847"/>
            </a:xfrm>
            <a:custGeom>
              <a:rect b="b" l="l" r="r" t="t"/>
              <a:pathLst>
                <a:path extrusionOk="0" h="305847" w="85002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7" name="Google Shape;2347;p16"/>
            <p:cNvSpPr/>
            <p:nvPr/>
          </p:nvSpPr>
          <p:spPr>
            <a:xfrm>
              <a:off x="2667241" y="4676337"/>
              <a:ext cx="123900" cy="70118"/>
            </a:xfrm>
            <a:custGeom>
              <a:rect b="b" l="l" r="r" t="t"/>
              <a:pathLst>
                <a:path extrusionOk="0" h="70118" w="12390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8" name="Google Shape;2348;p16"/>
            <p:cNvSpPr/>
            <p:nvPr/>
          </p:nvSpPr>
          <p:spPr>
            <a:xfrm>
              <a:off x="2667120" y="4688038"/>
              <a:ext cx="121939" cy="58416"/>
            </a:xfrm>
            <a:custGeom>
              <a:rect b="b" l="l" r="r" t="t"/>
              <a:pathLst>
                <a:path extrusionOk="0" h="58416" w="121939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9" name="Google Shape;2349;p16"/>
            <p:cNvSpPr/>
            <p:nvPr/>
          </p:nvSpPr>
          <p:spPr>
            <a:xfrm>
              <a:off x="2825027" y="4597173"/>
              <a:ext cx="119416" cy="67472"/>
            </a:xfrm>
            <a:custGeom>
              <a:rect b="b" l="l" r="r" t="t"/>
              <a:pathLst>
                <a:path extrusionOk="0" h="67472" w="119416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0" name="Google Shape;2350;p16"/>
            <p:cNvSpPr/>
            <p:nvPr/>
          </p:nvSpPr>
          <p:spPr>
            <a:xfrm>
              <a:off x="2825072" y="4608314"/>
              <a:ext cx="117340" cy="56332"/>
            </a:xfrm>
            <a:custGeom>
              <a:rect b="b" l="l" r="r" t="t"/>
              <a:pathLst>
                <a:path extrusionOk="0" h="56332" w="11734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1" name="Google Shape;2351;p16"/>
            <p:cNvSpPr/>
            <p:nvPr/>
          </p:nvSpPr>
          <p:spPr>
            <a:xfrm>
              <a:off x="2742284" y="3964900"/>
              <a:ext cx="238054" cy="732926"/>
            </a:xfrm>
            <a:custGeom>
              <a:rect b="b" l="l" r="r" t="t"/>
              <a:pathLst>
                <a:path extrusionOk="0" h="732926" w="238054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2" name="Google Shape;2352;p16"/>
            <p:cNvSpPr/>
            <p:nvPr/>
          </p:nvSpPr>
          <p:spPr>
            <a:xfrm>
              <a:off x="2743301" y="3964900"/>
              <a:ext cx="236925" cy="409866"/>
            </a:xfrm>
            <a:custGeom>
              <a:rect b="b" l="l" r="r" t="t"/>
              <a:pathLst>
                <a:path extrusionOk="0" h="409866" w="236925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3" name="Google Shape;2353;p16"/>
            <p:cNvSpPr/>
            <p:nvPr/>
          </p:nvSpPr>
          <p:spPr>
            <a:xfrm>
              <a:off x="2790577" y="3522142"/>
              <a:ext cx="160521" cy="258577"/>
            </a:xfrm>
            <a:custGeom>
              <a:rect b="b" l="l" r="r" t="t"/>
              <a:pathLst>
                <a:path extrusionOk="0" h="258577" w="160521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4" name="Google Shape;2354;p16"/>
            <p:cNvSpPr/>
            <p:nvPr/>
          </p:nvSpPr>
          <p:spPr>
            <a:xfrm>
              <a:off x="2954700" y="3752463"/>
              <a:ext cx="61341" cy="108805"/>
            </a:xfrm>
            <a:custGeom>
              <a:rect b="b" l="l" r="r" t="t"/>
              <a:pathLst>
                <a:path extrusionOk="0" h="108805" w="61341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5" name="Google Shape;2355;p16"/>
            <p:cNvSpPr/>
            <p:nvPr/>
          </p:nvSpPr>
          <p:spPr>
            <a:xfrm>
              <a:off x="2782487" y="3720882"/>
              <a:ext cx="191546" cy="273865"/>
            </a:xfrm>
            <a:custGeom>
              <a:rect b="b" l="l" r="r" t="t"/>
              <a:pathLst>
                <a:path extrusionOk="0" h="273865" w="191546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6" name="Google Shape;2356;p16"/>
            <p:cNvSpPr/>
            <p:nvPr/>
          </p:nvSpPr>
          <p:spPr>
            <a:xfrm>
              <a:off x="2469603" y="3777311"/>
              <a:ext cx="368747" cy="265455"/>
            </a:xfrm>
            <a:custGeom>
              <a:rect b="b" l="l" r="r" t="t"/>
              <a:pathLst>
                <a:path extrusionOk="0" h="265455" w="368747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7" name="Google Shape;2357;p16"/>
            <p:cNvSpPr/>
            <p:nvPr/>
          </p:nvSpPr>
          <p:spPr>
            <a:xfrm>
              <a:off x="2743245" y="3761847"/>
              <a:ext cx="100785" cy="104755"/>
            </a:xfrm>
            <a:custGeom>
              <a:rect b="b" l="l" r="r" t="t"/>
              <a:pathLst>
                <a:path extrusionOk="0" h="104755" w="100785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8" name="Google Shape;2358;p16"/>
            <p:cNvSpPr/>
            <p:nvPr/>
          </p:nvSpPr>
          <p:spPr>
            <a:xfrm>
              <a:off x="2783810" y="3522089"/>
              <a:ext cx="201012" cy="328692"/>
            </a:xfrm>
            <a:custGeom>
              <a:rect b="b" l="l" r="r" t="t"/>
              <a:pathLst>
                <a:path extrusionOk="0" h="328692" w="201012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9" name="Google Shape;2359;p16"/>
            <p:cNvSpPr/>
            <p:nvPr/>
          </p:nvSpPr>
          <p:spPr>
            <a:xfrm>
              <a:off x="2011725" y="4252365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0" name="Google Shape;2360;p16"/>
            <p:cNvSpPr/>
            <p:nvPr/>
          </p:nvSpPr>
          <p:spPr>
            <a:xfrm>
              <a:off x="2116256" y="4345803"/>
              <a:ext cx="122876" cy="95119"/>
            </a:xfrm>
            <a:custGeom>
              <a:rect b="b" l="l" r="r" t="t"/>
              <a:pathLst>
                <a:path extrusionOk="0" h="95119" w="122876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1" name="Google Shape;2361;p16"/>
            <p:cNvSpPr/>
            <p:nvPr/>
          </p:nvSpPr>
          <p:spPr>
            <a:xfrm>
              <a:off x="2116272" y="4377142"/>
              <a:ext cx="122242" cy="63751"/>
            </a:xfrm>
            <a:custGeom>
              <a:rect b="b" l="l" r="r" t="t"/>
              <a:pathLst>
                <a:path extrusionOk="0" h="63751" w="122242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2" name="Google Shape;2362;p16"/>
            <p:cNvSpPr/>
            <p:nvPr/>
          </p:nvSpPr>
          <p:spPr>
            <a:xfrm>
              <a:off x="2242069" y="4298215"/>
              <a:ext cx="122771" cy="91654"/>
            </a:xfrm>
            <a:custGeom>
              <a:rect b="b" l="l" r="r" t="t"/>
              <a:pathLst>
                <a:path extrusionOk="0" h="91654" w="122771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3" name="Google Shape;2363;p16"/>
            <p:cNvSpPr/>
            <p:nvPr/>
          </p:nvSpPr>
          <p:spPr>
            <a:xfrm>
              <a:off x="2242300" y="4327803"/>
              <a:ext cx="122230" cy="63800"/>
            </a:xfrm>
            <a:custGeom>
              <a:rect b="b" l="l" r="r" t="t"/>
              <a:pathLst>
                <a:path extrusionOk="0" h="63800" w="12223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4" name="Google Shape;2364;p16"/>
            <p:cNvSpPr/>
            <p:nvPr/>
          </p:nvSpPr>
          <p:spPr>
            <a:xfrm>
              <a:off x="2122246" y="3749635"/>
              <a:ext cx="211613" cy="606004"/>
            </a:xfrm>
            <a:custGeom>
              <a:rect b="b" l="l" r="r" t="t"/>
              <a:pathLst>
                <a:path extrusionOk="0" h="606004" w="211613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5" name="Google Shape;2365;p16"/>
            <p:cNvSpPr/>
            <p:nvPr/>
          </p:nvSpPr>
          <p:spPr>
            <a:xfrm>
              <a:off x="2150411" y="3371683"/>
              <a:ext cx="135319" cy="132132"/>
            </a:xfrm>
            <a:custGeom>
              <a:rect b="b" l="l" r="r" t="t"/>
              <a:pathLst>
                <a:path extrusionOk="0" h="132132" w="135319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6" name="Google Shape;2366;p16"/>
            <p:cNvSpPr/>
            <p:nvPr/>
          </p:nvSpPr>
          <p:spPr>
            <a:xfrm>
              <a:off x="2307535" y="3402925"/>
              <a:ext cx="192267" cy="377666"/>
            </a:xfrm>
            <a:custGeom>
              <a:rect b="b" l="l" r="r" t="t"/>
              <a:pathLst>
                <a:path extrusionOk="0" h="377666" w="192267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7" name="Google Shape;2367;p16"/>
            <p:cNvSpPr/>
            <p:nvPr/>
          </p:nvSpPr>
          <p:spPr>
            <a:xfrm>
              <a:off x="2114600" y="3389774"/>
              <a:ext cx="219367" cy="442443"/>
            </a:xfrm>
            <a:custGeom>
              <a:rect b="b" l="l" r="r" t="t"/>
              <a:pathLst>
                <a:path extrusionOk="0" h="442443" w="219367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8" name="Google Shape;2368;p16"/>
            <p:cNvSpPr/>
            <p:nvPr/>
          </p:nvSpPr>
          <p:spPr>
            <a:xfrm>
              <a:off x="2145213" y="3235029"/>
              <a:ext cx="146094" cy="177613"/>
            </a:xfrm>
            <a:custGeom>
              <a:rect b="b" l="l" r="r" t="t"/>
              <a:pathLst>
                <a:path extrusionOk="0" h="177613" w="146094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9" name="Google Shape;2369;p16"/>
            <p:cNvSpPr/>
            <p:nvPr/>
          </p:nvSpPr>
          <p:spPr>
            <a:xfrm>
              <a:off x="2131725" y="3219615"/>
              <a:ext cx="154031" cy="152067"/>
            </a:xfrm>
            <a:custGeom>
              <a:rect b="b" l="l" r="r" t="t"/>
              <a:pathLst>
                <a:path extrusionOk="0" h="152067" w="154031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0" name="Google Shape;2370;p16"/>
            <p:cNvSpPr/>
            <p:nvPr/>
          </p:nvSpPr>
          <p:spPr>
            <a:xfrm>
              <a:off x="2103052" y="3477411"/>
              <a:ext cx="196972" cy="338613"/>
            </a:xfrm>
            <a:custGeom>
              <a:rect b="b" l="l" r="r" t="t"/>
              <a:pathLst>
                <a:path extrusionOk="0" h="338613" w="196972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1" name="Google Shape;2371;p16"/>
            <p:cNvSpPr/>
            <p:nvPr/>
          </p:nvSpPr>
          <p:spPr>
            <a:xfrm>
              <a:off x="2312810" y="3580852"/>
              <a:ext cx="228028" cy="306609"/>
            </a:xfrm>
            <a:custGeom>
              <a:rect b="b" l="l" r="r" t="t"/>
              <a:pathLst>
                <a:path extrusionOk="0" h="306609" w="228028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2" name="Google Shape;2372;p16"/>
            <p:cNvSpPr/>
            <p:nvPr/>
          </p:nvSpPr>
          <p:spPr>
            <a:xfrm>
              <a:off x="2273486" y="3773067"/>
              <a:ext cx="115992" cy="56976"/>
            </a:xfrm>
            <a:custGeom>
              <a:rect b="b" l="l" r="r" t="t"/>
              <a:pathLst>
                <a:path extrusionOk="0" h="56976" w="115992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3" name="Google Shape;2373;p16"/>
            <p:cNvSpPr/>
            <p:nvPr/>
          </p:nvSpPr>
          <p:spPr>
            <a:xfrm>
              <a:off x="2440714" y="3737029"/>
              <a:ext cx="71478" cy="59099"/>
            </a:xfrm>
            <a:custGeom>
              <a:rect b="b" l="l" r="r" t="t"/>
              <a:pathLst>
                <a:path extrusionOk="0" h="59099" w="71478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4" name="Google Shape;2374;p16"/>
            <p:cNvSpPr/>
            <p:nvPr/>
          </p:nvSpPr>
          <p:spPr>
            <a:xfrm>
              <a:off x="2285854" y="3390448"/>
              <a:ext cx="70866" cy="103155"/>
            </a:xfrm>
            <a:custGeom>
              <a:rect b="b" l="l" r="r" t="t"/>
              <a:pathLst>
                <a:path extrusionOk="0" h="103155" w="70866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5" name="Google Shape;2375;p16"/>
            <p:cNvSpPr/>
            <p:nvPr/>
          </p:nvSpPr>
          <p:spPr>
            <a:xfrm>
              <a:off x="2088637" y="3460502"/>
              <a:ext cx="85975" cy="128318"/>
            </a:xfrm>
            <a:custGeom>
              <a:rect b="b" l="l" r="r" t="t"/>
              <a:pathLst>
                <a:path extrusionOk="0" h="128318" w="85975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6" name="Google Shape;2376;p16"/>
            <p:cNvSpPr/>
            <p:nvPr/>
          </p:nvSpPr>
          <p:spPr>
            <a:xfrm>
              <a:off x="4813163" y="609565"/>
              <a:ext cx="169617" cy="33321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7" name="Google Shape;2377;p16"/>
            <p:cNvSpPr/>
            <p:nvPr/>
          </p:nvSpPr>
          <p:spPr>
            <a:xfrm>
              <a:off x="4828467" y="1392196"/>
              <a:ext cx="116692" cy="90410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8" name="Google Shape;2378;p16"/>
            <p:cNvSpPr/>
            <p:nvPr/>
          </p:nvSpPr>
          <p:spPr>
            <a:xfrm>
              <a:off x="4829505" y="1421916"/>
              <a:ext cx="116196" cy="60608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9" name="Google Shape;2379;p16"/>
            <p:cNvSpPr/>
            <p:nvPr/>
          </p:nvSpPr>
          <p:spPr>
            <a:xfrm>
              <a:off x="4688430" y="1310886"/>
              <a:ext cx="116665" cy="87067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0" name="Google Shape;2380;p16"/>
            <p:cNvSpPr/>
            <p:nvPr/>
          </p:nvSpPr>
          <p:spPr>
            <a:xfrm>
              <a:off x="4688726" y="1338477"/>
              <a:ext cx="116135" cy="60608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1" name="Google Shape;2381;p16"/>
            <p:cNvSpPr/>
            <p:nvPr/>
          </p:nvSpPr>
          <p:spPr>
            <a:xfrm>
              <a:off x="4717732" y="910305"/>
              <a:ext cx="408631" cy="493987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2" name="Google Shape;2382;p16"/>
            <p:cNvSpPr/>
            <p:nvPr/>
          </p:nvSpPr>
          <p:spPr>
            <a:xfrm>
              <a:off x="4963696" y="579048"/>
              <a:ext cx="128556" cy="125075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3" name="Google Shape;2383;p16"/>
            <p:cNvSpPr/>
            <p:nvPr/>
          </p:nvSpPr>
          <p:spPr>
            <a:xfrm>
              <a:off x="4918440" y="596574"/>
              <a:ext cx="208599" cy="407146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4" name="Google Shape;2384;p16"/>
            <p:cNvSpPr/>
            <p:nvPr/>
          </p:nvSpPr>
          <p:spPr>
            <a:xfrm>
              <a:off x="4958560" y="449309"/>
              <a:ext cx="138537" cy="168686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5" name="Google Shape;2385;p16"/>
            <p:cNvSpPr/>
            <p:nvPr/>
          </p:nvSpPr>
          <p:spPr>
            <a:xfrm>
              <a:off x="4963736" y="434568"/>
              <a:ext cx="146199" cy="144480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6" name="Google Shape;2386;p16"/>
            <p:cNvSpPr/>
            <p:nvPr/>
          </p:nvSpPr>
          <p:spPr>
            <a:xfrm>
              <a:off x="4896275" y="596956"/>
              <a:ext cx="67341" cy="98012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7" name="Google Shape;2387;p16"/>
            <p:cNvSpPr/>
            <p:nvPr/>
          </p:nvSpPr>
          <p:spPr>
            <a:xfrm>
              <a:off x="5434686" y="3650290"/>
              <a:ext cx="676058" cy="390429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8" name="Google Shape;2388;p16"/>
            <p:cNvSpPr/>
            <p:nvPr/>
          </p:nvSpPr>
          <p:spPr>
            <a:xfrm>
              <a:off x="5472633" y="3576375"/>
              <a:ext cx="587572" cy="226763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9" name="Google Shape;2389;p16"/>
            <p:cNvSpPr/>
            <p:nvPr/>
          </p:nvSpPr>
          <p:spPr>
            <a:xfrm>
              <a:off x="5434724" y="3741253"/>
              <a:ext cx="51339" cy="103346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0" name="Google Shape;2390;p16"/>
            <p:cNvSpPr/>
            <p:nvPr/>
          </p:nvSpPr>
          <p:spPr>
            <a:xfrm>
              <a:off x="6065565" y="3741825"/>
              <a:ext cx="45148" cy="102774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1" name="Google Shape;2391;p16"/>
            <p:cNvSpPr/>
            <p:nvPr/>
          </p:nvSpPr>
          <p:spPr>
            <a:xfrm>
              <a:off x="5494446" y="3630573"/>
              <a:ext cx="562737" cy="32480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2" name="Google Shape;2392;p16"/>
            <p:cNvSpPr/>
            <p:nvPr/>
          </p:nvSpPr>
          <p:spPr>
            <a:xfrm>
              <a:off x="5460441" y="3803737"/>
              <a:ext cx="614737" cy="220544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3" name="Google Shape;2393;p16"/>
            <p:cNvSpPr/>
            <p:nvPr/>
          </p:nvSpPr>
          <p:spPr>
            <a:xfrm>
              <a:off x="5434724" y="3551706"/>
              <a:ext cx="675989" cy="390489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4" name="Google Shape;2394;p16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5" name="Google Shape;2395;p16"/>
            <p:cNvSpPr/>
            <p:nvPr/>
          </p:nvSpPr>
          <p:spPr>
            <a:xfrm>
              <a:off x="5382050" y="3902892"/>
              <a:ext cx="186213" cy="107537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6" name="Google Shape;2396;p16"/>
            <p:cNvSpPr/>
            <p:nvPr/>
          </p:nvSpPr>
          <p:spPr>
            <a:xfrm>
              <a:off x="5425961" y="3928134"/>
              <a:ext cx="142303" cy="132873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7" name="Google Shape;2397;p16"/>
            <p:cNvSpPr/>
            <p:nvPr/>
          </p:nvSpPr>
          <p:spPr>
            <a:xfrm>
              <a:off x="5023720" y="3961462"/>
              <a:ext cx="431291" cy="317858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8" name="Google Shape;2398;p16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9" name="Google Shape;2399;p16"/>
            <p:cNvSpPr/>
            <p:nvPr/>
          </p:nvSpPr>
          <p:spPr>
            <a:xfrm>
              <a:off x="5833536" y="4556308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0" name="Google Shape;2400;p16"/>
            <p:cNvSpPr/>
            <p:nvPr/>
          </p:nvSpPr>
          <p:spPr>
            <a:xfrm>
              <a:off x="6124048" y="3784878"/>
              <a:ext cx="99113" cy="215741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1" name="Google Shape;2401;p16"/>
            <p:cNvSpPr/>
            <p:nvPr/>
          </p:nvSpPr>
          <p:spPr>
            <a:xfrm>
              <a:off x="6137955" y="3696137"/>
              <a:ext cx="71246" cy="137090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2" name="Google Shape;2402;p16"/>
            <p:cNvSpPr/>
            <p:nvPr/>
          </p:nvSpPr>
          <p:spPr>
            <a:xfrm>
              <a:off x="5898535" y="4644969"/>
              <a:ext cx="153698" cy="86203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3" name="Google Shape;2403;p16"/>
            <p:cNvSpPr/>
            <p:nvPr/>
          </p:nvSpPr>
          <p:spPr>
            <a:xfrm>
              <a:off x="5898544" y="4659654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4" name="Google Shape;2404;p16"/>
            <p:cNvSpPr/>
            <p:nvPr/>
          </p:nvSpPr>
          <p:spPr>
            <a:xfrm>
              <a:off x="6010930" y="4594540"/>
              <a:ext cx="153698" cy="86245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5" name="Google Shape;2405;p16"/>
            <p:cNvSpPr/>
            <p:nvPr/>
          </p:nvSpPr>
          <p:spPr>
            <a:xfrm>
              <a:off x="6010940" y="4609266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6" name="Google Shape;2406;p16"/>
            <p:cNvSpPr/>
            <p:nvPr/>
          </p:nvSpPr>
          <p:spPr>
            <a:xfrm>
              <a:off x="5939834" y="4034528"/>
              <a:ext cx="224738" cy="6344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7" name="Google Shape;2407;p16"/>
            <p:cNvSpPr/>
            <p:nvPr/>
          </p:nvSpPr>
          <p:spPr>
            <a:xfrm>
              <a:off x="5972635" y="3514319"/>
              <a:ext cx="163123" cy="261076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8" name="Google Shape;2408;p16"/>
            <p:cNvSpPr/>
            <p:nvPr/>
          </p:nvSpPr>
          <p:spPr>
            <a:xfrm>
              <a:off x="5938247" y="3698937"/>
              <a:ext cx="250857" cy="415389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9" name="Google Shape;2409;p16"/>
            <p:cNvSpPr/>
            <p:nvPr/>
          </p:nvSpPr>
          <p:spPr>
            <a:xfrm>
              <a:off x="5692823" y="3751153"/>
              <a:ext cx="318504" cy="248122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0" name="Google Shape;2410;p16"/>
            <p:cNvSpPr/>
            <p:nvPr/>
          </p:nvSpPr>
          <p:spPr>
            <a:xfrm>
              <a:off x="5925738" y="3745773"/>
              <a:ext cx="96916" cy="141862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1" name="Google Shape;2411;p16"/>
            <p:cNvSpPr/>
            <p:nvPr/>
          </p:nvSpPr>
          <p:spPr>
            <a:xfrm>
              <a:off x="5972396" y="3502859"/>
              <a:ext cx="158142" cy="174304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12" name="Google Shape;2412;p16"/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2413" name="Google Shape;2413;p16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4" name="Google Shape;2414;p16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5" name="Google Shape;2415;p16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6" name="Google Shape;2416;p16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7" name="Google Shape;2417;p16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18" name="Google Shape;2418;p16"/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2419" name="Google Shape;2419;p16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0" name="Google Shape;2420;p16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1" name="Google Shape;2421;p16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2" name="Google Shape;2422;p16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3" name="Google Shape;2423;p16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24" name="Google Shape;2424;p16"/>
            <p:cNvSpPr/>
            <p:nvPr/>
          </p:nvSpPr>
          <p:spPr>
            <a:xfrm>
              <a:off x="5005135" y="663654"/>
              <a:ext cx="157949" cy="441664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5" name="Google Shape;2425;p16"/>
            <p:cNvSpPr/>
            <p:nvPr/>
          </p:nvSpPr>
          <p:spPr>
            <a:xfrm>
              <a:off x="5078203" y="660182"/>
              <a:ext cx="90963" cy="123358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26" name="Google Shape;2426;p16"/>
            <p:cNvGrpSpPr/>
            <p:nvPr/>
          </p:nvGrpSpPr>
          <p:grpSpPr>
            <a:xfrm flipH="1">
              <a:off x="2446567" y="1414371"/>
              <a:ext cx="298963" cy="226660"/>
              <a:chOff x="6621095" y="1452181"/>
              <a:chExt cx="330894" cy="250785"/>
            </a:xfrm>
          </p:grpSpPr>
          <p:sp>
            <p:nvSpPr>
              <p:cNvPr id="2427" name="Google Shape;2427;p16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8" name="Google Shape;2428;p16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9" name="Google Shape;2429;p16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0" name="Google Shape;2430;p16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1" name="Google Shape;2431;p16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32" name="Google Shape;2432;p16"/>
            <p:cNvSpPr/>
            <p:nvPr/>
          </p:nvSpPr>
          <p:spPr>
            <a:xfrm>
              <a:off x="2329846" y="1241863"/>
              <a:ext cx="143174" cy="402337"/>
            </a:xfrm>
            <a:custGeom>
              <a:rect b="b" l="l" r="r" t="t"/>
              <a:pathLst>
                <a:path extrusionOk="0" h="402337" w="143174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3" name="Google Shape;2433;p16"/>
            <p:cNvSpPr/>
            <p:nvPr/>
          </p:nvSpPr>
          <p:spPr>
            <a:xfrm>
              <a:off x="2323859" y="1237315"/>
              <a:ext cx="82772" cy="112806"/>
            </a:xfrm>
            <a:custGeom>
              <a:rect b="b" l="l" r="r" t="t"/>
              <a:pathLst>
                <a:path extrusionOk="0" h="112806" w="82772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4" name="Google Shape;2434;p1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8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Google Shape;2439;p17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Principios de diseño esenciales</a:t>
            </a:r>
            <a:r>
              <a:rPr lang="es-ES" sz="3200">
                <a:solidFill>
                  <a:srgbClr val="007BB9"/>
                </a:solidFill>
              </a:rPr>
              <a:t>.</a:t>
            </a:r>
            <a:endParaRPr sz="3200"/>
          </a:p>
        </p:txBody>
      </p:sp>
      <p:sp>
        <p:nvSpPr>
          <p:cNvPr id="2440" name="Google Shape;2440;p17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Contraste: texto oscuro sobre claro (o viceversa) y tamaños jerárquicos.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Alineación: usa guías y cuadrícula para orden visual.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Jerarquía: 1 idea principal por diapositiva; máximo 5–6 bullets.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grpSp>
        <p:nvGrpSpPr>
          <p:cNvPr id="2441" name="Google Shape;2441;p17"/>
          <p:cNvGrpSpPr/>
          <p:nvPr/>
        </p:nvGrpSpPr>
        <p:grpSpPr>
          <a:xfrm>
            <a:off x="6678287" y="3123695"/>
            <a:ext cx="1782593" cy="1812070"/>
            <a:chOff x="2011725" y="44285"/>
            <a:chExt cx="4684870" cy="4762340"/>
          </a:xfrm>
        </p:grpSpPr>
        <p:grpSp>
          <p:nvGrpSpPr>
            <p:cNvPr id="2442" name="Google Shape;2442;p17"/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2443" name="Google Shape;2443;p17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4" name="Google Shape;2444;p17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5" name="Google Shape;2445;p17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6" name="Google Shape;2446;p17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7" name="Google Shape;2447;p17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8" name="Google Shape;2448;p17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9" name="Google Shape;2449;p17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0" name="Google Shape;2450;p17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1" name="Google Shape;2451;p17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2" name="Google Shape;2452;p17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3" name="Google Shape;2453;p17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4" name="Google Shape;2454;p17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5" name="Google Shape;2455;p17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6" name="Google Shape;2456;p17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7" name="Google Shape;2457;p17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8" name="Google Shape;2458;p17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9" name="Google Shape;2459;p17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0" name="Google Shape;2460;p17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1" name="Google Shape;2461;p17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2" name="Google Shape;2462;p17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3" name="Google Shape;2463;p17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4" name="Google Shape;2464;p17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5" name="Google Shape;2465;p17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6" name="Google Shape;2466;p17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7" name="Google Shape;2467;p17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8" name="Google Shape;2468;p17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9" name="Google Shape;2469;p17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0" name="Google Shape;2470;p17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1" name="Google Shape;2471;p17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2" name="Google Shape;2472;p17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3" name="Google Shape;2473;p17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4" name="Google Shape;2474;p17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5" name="Google Shape;2475;p17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6" name="Google Shape;2476;p17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7" name="Google Shape;2477;p17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8" name="Google Shape;2478;p17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9" name="Google Shape;2479;p17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0" name="Google Shape;2480;p17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1" name="Google Shape;2481;p17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2" name="Google Shape;2482;p17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3" name="Google Shape;2483;p17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4" name="Google Shape;2484;p17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5" name="Google Shape;2485;p17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6" name="Google Shape;2486;p17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7" name="Google Shape;2487;p17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8" name="Google Shape;2488;p17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9" name="Google Shape;2489;p17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0" name="Google Shape;2490;p17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1" name="Google Shape;2491;p17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2" name="Google Shape;2492;p17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3" name="Google Shape;2493;p17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4" name="Google Shape;2494;p17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5" name="Google Shape;2495;p17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6" name="Google Shape;2496;p17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7" name="Google Shape;2497;p17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8" name="Google Shape;2498;p17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9" name="Google Shape;2499;p17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0" name="Google Shape;2500;p17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1" name="Google Shape;2501;p17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2" name="Google Shape;2502;p17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3" name="Google Shape;2503;p17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4" name="Google Shape;2504;p17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5" name="Google Shape;2505;p17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6" name="Google Shape;2506;p17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7" name="Google Shape;2507;p17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8" name="Google Shape;2508;p17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9" name="Google Shape;2509;p17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0" name="Google Shape;2510;p17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1" name="Google Shape;2511;p17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2" name="Google Shape;2512;p17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3" name="Google Shape;2513;p17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4" name="Google Shape;2514;p17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5" name="Google Shape;2515;p17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6" name="Google Shape;2516;p17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7" name="Google Shape;2517;p17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8" name="Google Shape;2518;p17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9" name="Google Shape;2519;p17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0" name="Google Shape;2520;p17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1" name="Google Shape;2521;p17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2" name="Google Shape;2522;p17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3" name="Google Shape;2523;p17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4" name="Google Shape;2524;p17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5" name="Google Shape;2525;p17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6" name="Google Shape;2526;p17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7" name="Google Shape;2527;p17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8" name="Google Shape;2528;p17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9" name="Google Shape;2529;p17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0" name="Google Shape;2530;p17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1" name="Google Shape;2531;p17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2" name="Google Shape;2532;p17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3" name="Google Shape;2533;p17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4" name="Google Shape;2534;p17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5" name="Google Shape;2535;p17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6" name="Google Shape;2536;p17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7" name="Google Shape;2537;p17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8" name="Google Shape;2538;p17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9" name="Google Shape;2539;p17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0" name="Google Shape;2540;p17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1" name="Google Shape;2541;p17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2" name="Google Shape;2542;p17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3" name="Google Shape;2543;p17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4" name="Google Shape;2544;p17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5" name="Google Shape;2545;p17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6" name="Google Shape;2546;p17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7" name="Google Shape;2547;p17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8" name="Google Shape;2548;p17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9" name="Google Shape;2549;p17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50" name="Google Shape;2550;p17"/>
            <p:cNvSpPr/>
            <p:nvPr/>
          </p:nvSpPr>
          <p:spPr>
            <a:xfrm>
              <a:off x="4424312" y="3389781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1" name="Google Shape;2551;p17"/>
            <p:cNvSpPr/>
            <p:nvPr/>
          </p:nvSpPr>
          <p:spPr>
            <a:xfrm>
              <a:off x="4458697" y="3370540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2" name="Google Shape;2552;p17"/>
            <p:cNvSpPr/>
            <p:nvPr/>
          </p:nvSpPr>
          <p:spPr>
            <a:xfrm>
              <a:off x="4458697" y="3334726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3" name="Google Shape;2553;p17"/>
            <p:cNvSpPr/>
            <p:nvPr/>
          </p:nvSpPr>
          <p:spPr>
            <a:xfrm>
              <a:off x="5662371" y="3457123"/>
              <a:ext cx="830865" cy="479678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4" name="Google Shape;2554;p17"/>
            <p:cNvSpPr/>
            <p:nvPr/>
          </p:nvSpPr>
          <p:spPr>
            <a:xfrm>
              <a:off x="5582647" y="3524845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5" name="Google Shape;2555;p17"/>
            <p:cNvSpPr/>
            <p:nvPr/>
          </p:nvSpPr>
          <p:spPr>
            <a:xfrm>
              <a:off x="5520830" y="3560469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6" name="Google Shape;2556;p17"/>
            <p:cNvSpPr/>
            <p:nvPr/>
          </p:nvSpPr>
          <p:spPr>
            <a:xfrm>
              <a:off x="5459108" y="3596188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7" name="Google Shape;2557;p17"/>
            <p:cNvSpPr/>
            <p:nvPr/>
          </p:nvSpPr>
          <p:spPr>
            <a:xfrm>
              <a:off x="5006003" y="3836122"/>
              <a:ext cx="830770" cy="479679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8" name="Google Shape;2558;p17"/>
            <p:cNvSpPr/>
            <p:nvPr/>
          </p:nvSpPr>
          <p:spPr>
            <a:xfrm>
              <a:off x="4926279" y="3903750"/>
              <a:ext cx="741616" cy="428244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9" name="Google Shape;2559;p17"/>
            <p:cNvSpPr/>
            <p:nvPr/>
          </p:nvSpPr>
          <p:spPr>
            <a:xfrm>
              <a:off x="4864462" y="3939468"/>
              <a:ext cx="727614" cy="42005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0" name="Google Shape;2560;p17"/>
            <p:cNvSpPr/>
            <p:nvPr/>
          </p:nvSpPr>
          <p:spPr>
            <a:xfrm>
              <a:off x="4802740" y="3975092"/>
              <a:ext cx="620839" cy="358520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1" name="Google Shape;2561;p17"/>
            <p:cNvSpPr/>
            <p:nvPr/>
          </p:nvSpPr>
          <p:spPr>
            <a:xfrm>
              <a:off x="5169357" y="3663339"/>
              <a:ext cx="421766" cy="243458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2" name="Google Shape;2562;p17"/>
            <p:cNvSpPr/>
            <p:nvPr/>
          </p:nvSpPr>
          <p:spPr>
            <a:xfrm>
              <a:off x="5441867" y="3820597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3" name="Google Shape;2563;p17"/>
            <p:cNvSpPr/>
            <p:nvPr/>
          </p:nvSpPr>
          <p:spPr>
            <a:xfrm>
              <a:off x="5714378" y="3977950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4" name="Google Shape;2564;p17"/>
            <p:cNvSpPr/>
            <p:nvPr/>
          </p:nvSpPr>
          <p:spPr>
            <a:xfrm>
              <a:off x="2242896" y="2171438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5" name="Google Shape;2565;p17"/>
            <p:cNvSpPr/>
            <p:nvPr/>
          </p:nvSpPr>
          <p:spPr>
            <a:xfrm>
              <a:off x="2526170" y="20060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6" name="Google Shape;2566;p17"/>
            <p:cNvSpPr/>
            <p:nvPr/>
          </p:nvSpPr>
          <p:spPr>
            <a:xfrm>
              <a:off x="2632278" y="1017294"/>
              <a:ext cx="357473" cy="206311"/>
            </a:xfrm>
            <a:custGeom>
              <a:rect b="b" l="l" r="r" t="t"/>
              <a:pathLst>
                <a:path extrusionOk="0" h="206311" w="357473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7" name="Google Shape;2567;p17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8" name="Google Shape;2568;p17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9" name="Google Shape;2569;p17"/>
            <p:cNvSpPr/>
            <p:nvPr/>
          </p:nvSpPr>
          <p:spPr>
            <a:xfrm>
              <a:off x="2811062" y="1120450"/>
              <a:ext cx="178689" cy="1032319"/>
            </a:xfrm>
            <a:custGeom>
              <a:rect b="b" l="l" r="r" t="t"/>
              <a:pathLst>
                <a:path extrusionOk="0" h="1032319" w="178689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0" name="Google Shape;2570;p17"/>
            <p:cNvSpPr/>
            <p:nvPr/>
          </p:nvSpPr>
          <p:spPr>
            <a:xfrm>
              <a:off x="2364150" y="1481542"/>
              <a:ext cx="357473" cy="206501"/>
            </a:xfrm>
            <a:custGeom>
              <a:rect b="b" l="l" r="r" t="t"/>
              <a:pathLst>
                <a:path extrusionOk="0" h="206501" w="357473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1" name="Google Shape;2571;p17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2" name="Google Shape;2572;p17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3" name="Google Shape;2573;p17"/>
            <p:cNvSpPr/>
            <p:nvPr/>
          </p:nvSpPr>
          <p:spPr>
            <a:xfrm>
              <a:off x="2542934" y="1584793"/>
              <a:ext cx="178688" cy="721899"/>
            </a:xfrm>
            <a:custGeom>
              <a:rect b="b" l="l" r="r" t="t"/>
              <a:pathLst>
                <a:path extrusionOk="0" h="721899" w="178688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4" name="Google Shape;2574;p17"/>
            <p:cNvSpPr/>
            <p:nvPr/>
          </p:nvSpPr>
          <p:spPr>
            <a:xfrm>
              <a:off x="2013915" y="2306693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5" name="Google Shape;2575;p17"/>
            <p:cNvSpPr/>
            <p:nvPr/>
          </p:nvSpPr>
          <p:spPr>
            <a:xfrm>
              <a:off x="2078685" y="19719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6" name="Google Shape;2576;p17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7" name="Google Shape;2577;p17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8" name="Google Shape;2578;p17"/>
            <p:cNvSpPr/>
            <p:nvPr/>
          </p:nvSpPr>
          <p:spPr>
            <a:xfrm>
              <a:off x="2257469" y="2075140"/>
              <a:ext cx="178689" cy="399097"/>
            </a:xfrm>
            <a:custGeom>
              <a:rect b="b" l="l" r="r" t="t"/>
              <a:pathLst>
                <a:path extrusionOk="0" h="399097" w="178689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9" name="Google Shape;2579;p17"/>
            <p:cNvSpPr/>
            <p:nvPr/>
          </p:nvSpPr>
          <p:spPr>
            <a:xfrm>
              <a:off x="4050634" y="46890"/>
              <a:ext cx="205002" cy="299719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0" name="Google Shape;2580;p17"/>
            <p:cNvSpPr/>
            <p:nvPr/>
          </p:nvSpPr>
          <p:spPr>
            <a:xfrm>
              <a:off x="4066180" y="44285"/>
              <a:ext cx="98194" cy="12100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1" name="Google Shape;2581;p17"/>
            <p:cNvSpPr/>
            <p:nvPr/>
          </p:nvSpPr>
          <p:spPr>
            <a:xfrm>
              <a:off x="4085379" y="175665"/>
              <a:ext cx="121123" cy="13556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2" name="Google Shape;2582;p17"/>
            <p:cNvSpPr/>
            <p:nvPr/>
          </p:nvSpPr>
          <p:spPr>
            <a:xfrm>
              <a:off x="3878508" y="229758"/>
              <a:ext cx="228579" cy="325392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3" name="Google Shape;2583;p17"/>
            <p:cNvSpPr/>
            <p:nvPr/>
          </p:nvSpPr>
          <p:spPr>
            <a:xfrm>
              <a:off x="4050113" y="220052"/>
              <a:ext cx="176568" cy="232904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4" name="Google Shape;2584;p17"/>
            <p:cNvSpPr/>
            <p:nvPr/>
          </p:nvSpPr>
          <p:spPr>
            <a:xfrm>
              <a:off x="4081568" y="53558"/>
              <a:ext cx="129892" cy="160015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5" name="Google Shape;2585;p17"/>
            <p:cNvSpPr/>
            <p:nvPr/>
          </p:nvSpPr>
          <p:spPr>
            <a:xfrm>
              <a:off x="4086841" y="52931"/>
              <a:ext cx="130406" cy="122734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6" name="Google Shape;2586;p17"/>
            <p:cNvSpPr/>
            <p:nvPr/>
          </p:nvSpPr>
          <p:spPr>
            <a:xfrm>
              <a:off x="3930273" y="858890"/>
              <a:ext cx="102549" cy="78223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7" name="Google Shape;2587;p17"/>
            <p:cNvSpPr/>
            <p:nvPr/>
          </p:nvSpPr>
          <p:spPr>
            <a:xfrm>
              <a:off x="3930726" y="883849"/>
              <a:ext cx="102084" cy="53297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8" name="Google Shape;2588;p17"/>
            <p:cNvSpPr/>
            <p:nvPr/>
          </p:nvSpPr>
          <p:spPr>
            <a:xfrm>
              <a:off x="3878956" y="825175"/>
              <a:ext cx="93870" cy="7271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9" name="Google Shape;2589;p17"/>
            <p:cNvSpPr/>
            <p:nvPr/>
          </p:nvSpPr>
          <p:spPr>
            <a:xfrm>
              <a:off x="3879387" y="849177"/>
              <a:ext cx="93498" cy="48808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0" name="Google Shape;2590;p17"/>
            <p:cNvSpPr/>
            <p:nvPr/>
          </p:nvSpPr>
          <p:spPr>
            <a:xfrm>
              <a:off x="3913772" y="449985"/>
              <a:ext cx="223526" cy="385528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1" name="Google Shape;2591;p17"/>
            <p:cNvSpPr/>
            <p:nvPr/>
          </p:nvSpPr>
          <p:spPr>
            <a:xfrm>
              <a:off x="3974732" y="450747"/>
              <a:ext cx="222535" cy="417442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2" name="Google Shape;2592;p17"/>
            <p:cNvSpPr/>
            <p:nvPr/>
          </p:nvSpPr>
          <p:spPr>
            <a:xfrm>
              <a:off x="3891839" y="424458"/>
              <a:ext cx="332782" cy="306321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3" name="Google Shape;2593;p17"/>
            <p:cNvSpPr/>
            <p:nvPr/>
          </p:nvSpPr>
          <p:spPr>
            <a:xfrm>
              <a:off x="4159410" y="243442"/>
              <a:ext cx="115651" cy="405453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4" name="Google Shape;2594;p17"/>
            <p:cNvSpPr/>
            <p:nvPr/>
          </p:nvSpPr>
          <p:spPr>
            <a:xfrm>
              <a:off x="4182076" y="238331"/>
              <a:ext cx="69928" cy="88934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5" name="Google Shape;2595;p17"/>
            <p:cNvSpPr/>
            <p:nvPr/>
          </p:nvSpPr>
          <p:spPr>
            <a:xfrm>
              <a:off x="4044931" y="219924"/>
              <a:ext cx="59816" cy="62802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6" name="Google Shape;2596;p17"/>
            <p:cNvSpPr/>
            <p:nvPr/>
          </p:nvSpPr>
          <p:spPr>
            <a:xfrm>
              <a:off x="2494198" y="1192008"/>
              <a:ext cx="154251" cy="303342"/>
            </a:xfrm>
            <a:custGeom>
              <a:rect b="b" l="l" r="r" t="t"/>
              <a:pathLst>
                <a:path extrusionOk="0" h="303342" w="154251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7" name="Google Shape;2597;p17"/>
            <p:cNvSpPr/>
            <p:nvPr/>
          </p:nvSpPr>
          <p:spPr>
            <a:xfrm>
              <a:off x="2527565" y="1904831"/>
              <a:ext cx="106588" cy="82319"/>
            </a:xfrm>
            <a:custGeom>
              <a:rect b="b" l="l" r="r" t="t"/>
              <a:pathLst>
                <a:path extrusionOk="0" h="82319" w="106588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8" name="Google Shape;2598;p17"/>
            <p:cNvSpPr/>
            <p:nvPr/>
          </p:nvSpPr>
          <p:spPr>
            <a:xfrm>
              <a:off x="2527774" y="1931884"/>
              <a:ext cx="106123" cy="55368"/>
            </a:xfrm>
            <a:custGeom>
              <a:rect b="b" l="l" r="r" t="t"/>
              <a:pathLst>
                <a:path extrusionOk="0" h="55368" w="106123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9" name="Google Shape;2599;p17"/>
            <p:cNvSpPr/>
            <p:nvPr/>
          </p:nvSpPr>
          <p:spPr>
            <a:xfrm>
              <a:off x="2655329" y="1830290"/>
              <a:ext cx="106576" cy="79516"/>
            </a:xfrm>
            <a:custGeom>
              <a:rect b="b" l="l" r="r" t="t"/>
              <a:pathLst>
                <a:path extrusionOk="0" h="79516" w="106576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0" name="Google Shape;2600;p17"/>
            <p:cNvSpPr/>
            <p:nvPr/>
          </p:nvSpPr>
          <p:spPr>
            <a:xfrm>
              <a:off x="2655759" y="1855875"/>
              <a:ext cx="106154" cy="55320"/>
            </a:xfrm>
            <a:custGeom>
              <a:rect b="b" l="l" r="r" t="t"/>
              <a:pathLst>
                <a:path extrusionOk="0" h="55320" w="106154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1" name="Google Shape;2601;p17"/>
            <p:cNvSpPr/>
            <p:nvPr/>
          </p:nvSpPr>
          <p:spPr>
            <a:xfrm>
              <a:off x="2362866" y="1465363"/>
              <a:ext cx="372536" cy="450662"/>
            </a:xfrm>
            <a:custGeom>
              <a:rect b="b" l="l" r="r" t="t"/>
              <a:pathLst>
                <a:path extrusionOk="0" h="450662" w="372536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2" name="Google Shape;2602;p17"/>
            <p:cNvSpPr/>
            <p:nvPr/>
          </p:nvSpPr>
          <p:spPr>
            <a:xfrm>
              <a:off x="2393925" y="1163883"/>
              <a:ext cx="117160" cy="114020"/>
            </a:xfrm>
            <a:custGeom>
              <a:rect b="b" l="l" r="r" t="t"/>
              <a:pathLst>
                <a:path extrusionOk="0" h="114020" w="11716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3" name="Google Shape;2603;p17"/>
            <p:cNvSpPr/>
            <p:nvPr/>
          </p:nvSpPr>
          <p:spPr>
            <a:xfrm>
              <a:off x="2362970" y="1179922"/>
              <a:ext cx="189574" cy="370837"/>
            </a:xfrm>
            <a:custGeom>
              <a:rect b="b" l="l" r="r" t="t"/>
              <a:pathLst>
                <a:path extrusionOk="0" h="370837" w="189574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4" name="Google Shape;2604;p17"/>
            <p:cNvSpPr/>
            <p:nvPr/>
          </p:nvSpPr>
          <p:spPr>
            <a:xfrm>
              <a:off x="2389574" y="1045793"/>
              <a:ext cx="126365" cy="153696"/>
            </a:xfrm>
            <a:custGeom>
              <a:rect b="b" l="l" r="r" t="t"/>
              <a:pathLst>
                <a:path extrusionOk="0" h="153696" w="126365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5" name="Google Shape;2605;p17"/>
            <p:cNvSpPr/>
            <p:nvPr/>
          </p:nvSpPr>
          <p:spPr>
            <a:xfrm>
              <a:off x="2377852" y="1032078"/>
              <a:ext cx="133256" cy="131805"/>
            </a:xfrm>
            <a:custGeom>
              <a:rect b="b" l="l" r="r" t="t"/>
              <a:pathLst>
                <a:path extrusionOk="0" h="131805" w="133256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6" name="Google Shape;2606;p17"/>
            <p:cNvSpPr/>
            <p:nvPr/>
          </p:nvSpPr>
          <p:spPr>
            <a:xfrm>
              <a:off x="2511120" y="1180647"/>
              <a:ext cx="61436" cy="88868"/>
            </a:xfrm>
            <a:custGeom>
              <a:rect b="b" l="l" r="r" t="t"/>
              <a:pathLst>
                <a:path extrusionOk="0" h="88868" w="61436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7" name="Google Shape;2607;p17"/>
            <p:cNvSpPr/>
            <p:nvPr/>
          </p:nvSpPr>
          <p:spPr>
            <a:xfrm>
              <a:off x="6137574" y="3350157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8" name="Google Shape;2608;p17"/>
            <p:cNvSpPr/>
            <p:nvPr/>
          </p:nvSpPr>
          <p:spPr>
            <a:xfrm>
              <a:off x="6267054" y="2297586"/>
              <a:ext cx="217597" cy="318657"/>
            </a:xfrm>
            <a:custGeom>
              <a:rect b="b" l="l" r="r" t="t"/>
              <a:pathLst>
                <a:path extrusionOk="0" h="318657" w="217597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9" name="Google Shape;2609;p17"/>
            <p:cNvSpPr/>
            <p:nvPr/>
          </p:nvSpPr>
          <p:spPr>
            <a:xfrm>
              <a:off x="6260770" y="2526901"/>
              <a:ext cx="40647" cy="235450"/>
            </a:xfrm>
            <a:custGeom>
              <a:rect b="b" l="l" r="r" t="t"/>
              <a:pathLst>
                <a:path extrusionOk="0" h="235450" w="40647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0" name="Google Shape;2610;p17"/>
            <p:cNvSpPr/>
            <p:nvPr/>
          </p:nvSpPr>
          <p:spPr>
            <a:xfrm>
              <a:off x="6283969" y="2294668"/>
              <a:ext cx="103921" cy="128329"/>
            </a:xfrm>
            <a:custGeom>
              <a:rect b="b" l="l" r="r" t="t"/>
              <a:pathLst>
                <a:path extrusionOk="0" h="128329" w="103921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1" name="Google Shape;2611;p17"/>
            <p:cNvSpPr/>
            <p:nvPr/>
          </p:nvSpPr>
          <p:spPr>
            <a:xfrm>
              <a:off x="6304395" y="2434900"/>
              <a:ext cx="128622" cy="143860"/>
            </a:xfrm>
            <a:custGeom>
              <a:rect b="b" l="l" r="r" t="t"/>
              <a:pathLst>
                <a:path extrusionOk="0" h="143860" w="128622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2" name="Google Shape;2612;p17"/>
            <p:cNvSpPr/>
            <p:nvPr/>
          </p:nvSpPr>
          <p:spPr>
            <a:xfrm>
              <a:off x="6266985" y="2481191"/>
              <a:ext cx="187397" cy="215209"/>
            </a:xfrm>
            <a:custGeom>
              <a:rect b="b" l="l" r="r" t="t"/>
              <a:pathLst>
                <a:path extrusionOk="0" h="215209" w="187397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3" name="Google Shape;2613;p17"/>
            <p:cNvSpPr/>
            <p:nvPr/>
          </p:nvSpPr>
          <p:spPr>
            <a:xfrm>
              <a:off x="6300305" y="2304949"/>
              <a:ext cx="138529" cy="170431"/>
            </a:xfrm>
            <a:custGeom>
              <a:rect b="b" l="l" r="r" t="t"/>
              <a:pathLst>
                <a:path extrusionOk="0" h="170431" w="138529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4" name="Google Shape;2614;p17"/>
            <p:cNvSpPr/>
            <p:nvPr/>
          </p:nvSpPr>
          <p:spPr>
            <a:xfrm>
              <a:off x="6305880" y="2304032"/>
              <a:ext cx="138474" cy="130867"/>
            </a:xfrm>
            <a:custGeom>
              <a:rect b="b" l="l" r="r" t="t"/>
              <a:pathLst>
                <a:path extrusionOk="0" h="130867" w="138474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5" name="Google Shape;2615;p17"/>
            <p:cNvSpPr/>
            <p:nvPr/>
          </p:nvSpPr>
          <p:spPr>
            <a:xfrm>
              <a:off x="6412912" y="2510225"/>
              <a:ext cx="93089" cy="307779"/>
            </a:xfrm>
            <a:custGeom>
              <a:rect b="b" l="l" r="r" t="t"/>
              <a:pathLst>
                <a:path extrusionOk="0" h="307779" w="93089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6" name="Google Shape;2616;p17"/>
            <p:cNvSpPr/>
            <p:nvPr/>
          </p:nvSpPr>
          <p:spPr>
            <a:xfrm>
              <a:off x="6328850" y="3433403"/>
              <a:ext cx="108744" cy="83141"/>
            </a:xfrm>
            <a:custGeom>
              <a:rect b="b" l="l" r="r" t="t"/>
              <a:pathLst>
                <a:path extrusionOk="0" h="83141" w="108744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7" name="Google Shape;2617;p17"/>
            <p:cNvSpPr/>
            <p:nvPr/>
          </p:nvSpPr>
          <p:spPr>
            <a:xfrm>
              <a:off x="6329407" y="3459885"/>
              <a:ext cx="108204" cy="56238"/>
            </a:xfrm>
            <a:custGeom>
              <a:rect b="b" l="l" r="r" t="t"/>
              <a:pathLst>
                <a:path extrusionOk="0" h="56238" w="108204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8" name="Google Shape;2618;p17"/>
            <p:cNvSpPr/>
            <p:nvPr/>
          </p:nvSpPr>
          <p:spPr>
            <a:xfrm>
              <a:off x="6246119" y="3415021"/>
              <a:ext cx="99827" cy="77341"/>
            </a:xfrm>
            <a:custGeom>
              <a:rect b="b" l="l" r="r" t="t"/>
              <a:pathLst>
                <a:path extrusionOk="0" h="77341" w="99827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9" name="Google Shape;2619;p17"/>
            <p:cNvSpPr/>
            <p:nvPr/>
          </p:nvSpPr>
          <p:spPr>
            <a:xfrm>
              <a:off x="6246063" y="3440454"/>
              <a:ext cx="99536" cy="51729"/>
            </a:xfrm>
            <a:custGeom>
              <a:rect b="b" l="l" r="r" t="t"/>
              <a:pathLst>
                <a:path extrusionOk="0" h="51729" w="99536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0" name="Google Shape;2620;p17"/>
            <p:cNvSpPr/>
            <p:nvPr/>
          </p:nvSpPr>
          <p:spPr>
            <a:xfrm>
              <a:off x="6262125" y="2696837"/>
              <a:ext cx="213068" cy="744450"/>
            </a:xfrm>
            <a:custGeom>
              <a:rect b="b" l="l" r="r" t="t"/>
              <a:pathLst>
                <a:path extrusionOk="0" h="744450" w="213068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1" name="Google Shape;2621;p17"/>
            <p:cNvSpPr/>
            <p:nvPr/>
          </p:nvSpPr>
          <p:spPr>
            <a:xfrm>
              <a:off x="6253173" y="2679311"/>
              <a:ext cx="226922" cy="495109"/>
            </a:xfrm>
            <a:custGeom>
              <a:rect b="b" l="l" r="r" t="t"/>
              <a:pathLst>
                <a:path extrusionOk="0" h="495109" w="226922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2" name="Google Shape;2622;p17"/>
            <p:cNvSpPr/>
            <p:nvPr/>
          </p:nvSpPr>
          <p:spPr>
            <a:xfrm>
              <a:off x="6408973" y="2507035"/>
              <a:ext cx="76263" cy="95029"/>
            </a:xfrm>
            <a:custGeom>
              <a:rect b="b" l="l" r="r" t="t"/>
              <a:pathLst>
                <a:path extrusionOk="0" h="95029" w="76263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3" name="Google Shape;2623;p17"/>
            <p:cNvSpPr/>
            <p:nvPr/>
          </p:nvSpPr>
          <p:spPr>
            <a:xfrm>
              <a:off x="6261399" y="2481311"/>
              <a:ext cx="63531" cy="66745"/>
            </a:xfrm>
            <a:custGeom>
              <a:rect b="b" l="l" r="r" t="t"/>
              <a:pathLst>
                <a:path extrusionOk="0" h="66745" w="63531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4" name="Google Shape;2624;p17"/>
            <p:cNvSpPr/>
            <p:nvPr/>
          </p:nvSpPr>
          <p:spPr>
            <a:xfrm>
              <a:off x="2608942" y="4557070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5" name="Google Shape;2625;p17"/>
            <p:cNvSpPr/>
            <p:nvPr/>
          </p:nvSpPr>
          <p:spPr>
            <a:xfrm>
              <a:off x="2930982" y="3722965"/>
              <a:ext cx="85002" cy="305847"/>
            </a:xfrm>
            <a:custGeom>
              <a:rect b="b" l="l" r="r" t="t"/>
              <a:pathLst>
                <a:path extrusionOk="0" h="305847" w="85002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6" name="Google Shape;2626;p17"/>
            <p:cNvSpPr/>
            <p:nvPr/>
          </p:nvSpPr>
          <p:spPr>
            <a:xfrm>
              <a:off x="2667241" y="4676337"/>
              <a:ext cx="123900" cy="70118"/>
            </a:xfrm>
            <a:custGeom>
              <a:rect b="b" l="l" r="r" t="t"/>
              <a:pathLst>
                <a:path extrusionOk="0" h="70118" w="12390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7" name="Google Shape;2627;p17"/>
            <p:cNvSpPr/>
            <p:nvPr/>
          </p:nvSpPr>
          <p:spPr>
            <a:xfrm>
              <a:off x="2667120" y="4688038"/>
              <a:ext cx="121939" cy="58416"/>
            </a:xfrm>
            <a:custGeom>
              <a:rect b="b" l="l" r="r" t="t"/>
              <a:pathLst>
                <a:path extrusionOk="0" h="58416" w="121939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8" name="Google Shape;2628;p17"/>
            <p:cNvSpPr/>
            <p:nvPr/>
          </p:nvSpPr>
          <p:spPr>
            <a:xfrm>
              <a:off x="2825027" y="4597173"/>
              <a:ext cx="119416" cy="67472"/>
            </a:xfrm>
            <a:custGeom>
              <a:rect b="b" l="l" r="r" t="t"/>
              <a:pathLst>
                <a:path extrusionOk="0" h="67472" w="119416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9" name="Google Shape;2629;p17"/>
            <p:cNvSpPr/>
            <p:nvPr/>
          </p:nvSpPr>
          <p:spPr>
            <a:xfrm>
              <a:off x="2825072" y="4608314"/>
              <a:ext cx="117340" cy="56332"/>
            </a:xfrm>
            <a:custGeom>
              <a:rect b="b" l="l" r="r" t="t"/>
              <a:pathLst>
                <a:path extrusionOk="0" h="56332" w="11734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0" name="Google Shape;2630;p17"/>
            <p:cNvSpPr/>
            <p:nvPr/>
          </p:nvSpPr>
          <p:spPr>
            <a:xfrm>
              <a:off x="2742284" y="3964900"/>
              <a:ext cx="238054" cy="732926"/>
            </a:xfrm>
            <a:custGeom>
              <a:rect b="b" l="l" r="r" t="t"/>
              <a:pathLst>
                <a:path extrusionOk="0" h="732926" w="238054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1" name="Google Shape;2631;p17"/>
            <p:cNvSpPr/>
            <p:nvPr/>
          </p:nvSpPr>
          <p:spPr>
            <a:xfrm>
              <a:off x="2743301" y="3964900"/>
              <a:ext cx="236925" cy="409866"/>
            </a:xfrm>
            <a:custGeom>
              <a:rect b="b" l="l" r="r" t="t"/>
              <a:pathLst>
                <a:path extrusionOk="0" h="409866" w="236925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2" name="Google Shape;2632;p17"/>
            <p:cNvSpPr/>
            <p:nvPr/>
          </p:nvSpPr>
          <p:spPr>
            <a:xfrm>
              <a:off x="2790577" y="3522142"/>
              <a:ext cx="160521" cy="258577"/>
            </a:xfrm>
            <a:custGeom>
              <a:rect b="b" l="l" r="r" t="t"/>
              <a:pathLst>
                <a:path extrusionOk="0" h="258577" w="160521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3" name="Google Shape;2633;p17"/>
            <p:cNvSpPr/>
            <p:nvPr/>
          </p:nvSpPr>
          <p:spPr>
            <a:xfrm>
              <a:off x="2954700" y="3752463"/>
              <a:ext cx="61341" cy="108805"/>
            </a:xfrm>
            <a:custGeom>
              <a:rect b="b" l="l" r="r" t="t"/>
              <a:pathLst>
                <a:path extrusionOk="0" h="108805" w="61341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4" name="Google Shape;2634;p17"/>
            <p:cNvSpPr/>
            <p:nvPr/>
          </p:nvSpPr>
          <p:spPr>
            <a:xfrm>
              <a:off x="2782487" y="3720882"/>
              <a:ext cx="191546" cy="273865"/>
            </a:xfrm>
            <a:custGeom>
              <a:rect b="b" l="l" r="r" t="t"/>
              <a:pathLst>
                <a:path extrusionOk="0" h="273865" w="191546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5" name="Google Shape;2635;p17"/>
            <p:cNvSpPr/>
            <p:nvPr/>
          </p:nvSpPr>
          <p:spPr>
            <a:xfrm>
              <a:off x="2469603" y="3777311"/>
              <a:ext cx="368747" cy="265455"/>
            </a:xfrm>
            <a:custGeom>
              <a:rect b="b" l="l" r="r" t="t"/>
              <a:pathLst>
                <a:path extrusionOk="0" h="265455" w="368747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6" name="Google Shape;2636;p17"/>
            <p:cNvSpPr/>
            <p:nvPr/>
          </p:nvSpPr>
          <p:spPr>
            <a:xfrm>
              <a:off x="2743245" y="3761847"/>
              <a:ext cx="100785" cy="104755"/>
            </a:xfrm>
            <a:custGeom>
              <a:rect b="b" l="l" r="r" t="t"/>
              <a:pathLst>
                <a:path extrusionOk="0" h="104755" w="100785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7" name="Google Shape;2637;p17"/>
            <p:cNvSpPr/>
            <p:nvPr/>
          </p:nvSpPr>
          <p:spPr>
            <a:xfrm>
              <a:off x="2783810" y="3522089"/>
              <a:ext cx="201012" cy="328692"/>
            </a:xfrm>
            <a:custGeom>
              <a:rect b="b" l="l" r="r" t="t"/>
              <a:pathLst>
                <a:path extrusionOk="0" h="328692" w="201012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8" name="Google Shape;2638;p17"/>
            <p:cNvSpPr/>
            <p:nvPr/>
          </p:nvSpPr>
          <p:spPr>
            <a:xfrm>
              <a:off x="2011725" y="4252365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9" name="Google Shape;2639;p17"/>
            <p:cNvSpPr/>
            <p:nvPr/>
          </p:nvSpPr>
          <p:spPr>
            <a:xfrm>
              <a:off x="2116256" y="4345803"/>
              <a:ext cx="122876" cy="95119"/>
            </a:xfrm>
            <a:custGeom>
              <a:rect b="b" l="l" r="r" t="t"/>
              <a:pathLst>
                <a:path extrusionOk="0" h="95119" w="122876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0" name="Google Shape;2640;p17"/>
            <p:cNvSpPr/>
            <p:nvPr/>
          </p:nvSpPr>
          <p:spPr>
            <a:xfrm>
              <a:off x="2116272" y="4377142"/>
              <a:ext cx="122242" cy="63751"/>
            </a:xfrm>
            <a:custGeom>
              <a:rect b="b" l="l" r="r" t="t"/>
              <a:pathLst>
                <a:path extrusionOk="0" h="63751" w="122242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1" name="Google Shape;2641;p17"/>
            <p:cNvSpPr/>
            <p:nvPr/>
          </p:nvSpPr>
          <p:spPr>
            <a:xfrm>
              <a:off x="2242069" y="4298215"/>
              <a:ext cx="122771" cy="91654"/>
            </a:xfrm>
            <a:custGeom>
              <a:rect b="b" l="l" r="r" t="t"/>
              <a:pathLst>
                <a:path extrusionOk="0" h="91654" w="122771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2" name="Google Shape;2642;p17"/>
            <p:cNvSpPr/>
            <p:nvPr/>
          </p:nvSpPr>
          <p:spPr>
            <a:xfrm>
              <a:off x="2242300" y="4327803"/>
              <a:ext cx="122230" cy="63800"/>
            </a:xfrm>
            <a:custGeom>
              <a:rect b="b" l="l" r="r" t="t"/>
              <a:pathLst>
                <a:path extrusionOk="0" h="63800" w="12223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3" name="Google Shape;2643;p17"/>
            <p:cNvSpPr/>
            <p:nvPr/>
          </p:nvSpPr>
          <p:spPr>
            <a:xfrm>
              <a:off x="2122246" y="3749635"/>
              <a:ext cx="211613" cy="606004"/>
            </a:xfrm>
            <a:custGeom>
              <a:rect b="b" l="l" r="r" t="t"/>
              <a:pathLst>
                <a:path extrusionOk="0" h="606004" w="211613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4" name="Google Shape;2644;p17"/>
            <p:cNvSpPr/>
            <p:nvPr/>
          </p:nvSpPr>
          <p:spPr>
            <a:xfrm>
              <a:off x="2150411" y="3371683"/>
              <a:ext cx="135319" cy="132132"/>
            </a:xfrm>
            <a:custGeom>
              <a:rect b="b" l="l" r="r" t="t"/>
              <a:pathLst>
                <a:path extrusionOk="0" h="132132" w="135319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5" name="Google Shape;2645;p17"/>
            <p:cNvSpPr/>
            <p:nvPr/>
          </p:nvSpPr>
          <p:spPr>
            <a:xfrm>
              <a:off x="2307535" y="3402925"/>
              <a:ext cx="192267" cy="377666"/>
            </a:xfrm>
            <a:custGeom>
              <a:rect b="b" l="l" r="r" t="t"/>
              <a:pathLst>
                <a:path extrusionOk="0" h="377666" w="192267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6" name="Google Shape;2646;p17"/>
            <p:cNvSpPr/>
            <p:nvPr/>
          </p:nvSpPr>
          <p:spPr>
            <a:xfrm>
              <a:off x="2114600" y="3389774"/>
              <a:ext cx="219367" cy="442443"/>
            </a:xfrm>
            <a:custGeom>
              <a:rect b="b" l="l" r="r" t="t"/>
              <a:pathLst>
                <a:path extrusionOk="0" h="442443" w="219367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7" name="Google Shape;2647;p17"/>
            <p:cNvSpPr/>
            <p:nvPr/>
          </p:nvSpPr>
          <p:spPr>
            <a:xfrm>
              <a:off x="2145213" y="3235029"/>
              <a:ext cx="146094" cy="177613"/>
            </a:xfrm>
            <a:custGeom>
              <a:rect b="b" l="l" r="r" t="t"/>
              <a:pathLst>
                <a:path extrusionOk="0" h="177613" w="146094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8" name="Google Shape;2648;p17"/>
            <p:cNvSpPr/>
            <p:nvPr/>
          </p:nvSpPr>
          <p:spPr>
            <a:xfrm>
              <a:off x="2131725" y="3219615"/>
              <a:ext cx="154031" cy="152067"/>
            </a:xfrm>
            <a:custGeom>
              <a:rect b="b" l="l" r="r" t="t"/>
              <a:pathLst>
                <a:path extrusionOk="0" h="152067" w="154031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9" name="Google Shape;2649;p17"/>
            <p:cNvSpPr/>
            <p:nvPr/>
          </p:nvSpPr>
          <p:spPr>
            <a:xfrm>
              <a:off x="2103052" y="3477411"/>
              <a:ext cx="196972" cy="338613"/>
            </a:xfrm>
            <a:custGeom>
              <a:rect b="b" l="l" r="r" t="t"/>
              <a:pathLst>
                <a:path extrusionOk="0" h="338613" w="196972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0" name="Google Shape;2650;p17"/>
            <p:cNvSpPr/>
            <p:nvPr/>
          </p:nvSpPr>
          <p:spPr>
            <a:xfrm>
              <a:off x="2312810" y="3580852"/>
              <a:ext cx="228028" cy="306609"/>
            </a:xfrm>
            <a:custGeom>
              <a:rect b="b" l="l" r="r" t="t"/>
              <a:pathLst>
                <a:path extrusionOk="0" h="306609" w="228028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1" name="Google Shape;2651;p17"/>
            <p:cNvSpPr/>
            <p:nvPr/>
          </p:nvSpPr>
          <p:spPr>
            <a:xfrm>
              <a:off x="2273486" y="3773067"/>
              <a:ext cx="115992" cy="56976"/>
            </a:xfrm>
            <a:custGeom>
              <a:rect b="b" l="l" r="r" t="t"/>
              <a:pathLst>
                <a:path extrusionOk="0" h="56976" w="115992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2" name="Google Shape;2652;p17"/>
            <p:cNvSpPr/>
            <p:nvPr/>
          </p:nvSpPr>
          <p:spPr>
            <a:xfrm>
              <a:off x="2440714" y="3737029"/>
              <a:ext cx="71478" cy="59099"/>
            </a:xfrm>
            <a:custGeom>
              <a:rect b="b" l="l" r="r" t="t"/>
              <a:pathLst>
                <a:path extrusionOk="0" h="59099" w="71478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3" name="Google Shape;2653;p17"/>
            <p:cNvSpPr/>
            <p:nvPr/>
          </p:nvSpPr>
          <p:spPr>
            <a:xfrm>
              <a:off x="2285854" y="3390448"/>
              <a:ext cx="70866" cy="103155"/>
            </a:xfrm>
            <a:custGeom>
              <a:rect b="b" l="l" r="r" t="t"/>
              <a:pathLst>
                <a:path extrusionOk="0" h="103155" w="70866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4" name="Google Shape;2654;p17"/>
            <p:cNvSpPr/>
            <p:nvPr/>
          </p:nvSpPr>
          <p:spPr>
            <a:xfrm>
              <a:off x="2088637" y="3460502"/>
              <a:ext cx="85975" cy="128318"/>
            </a:xfrm>
            <a:custGeom>
              <a:rect b="b" l="l" r="r" t="t"/>
              <a:pathLst>
                <a:path extrusionOk="0" h="128318" w="85975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5" name="Google Shape;2655;p17"/>
            <p:cNvSpPr/>
            <p:nvPr/>
          </p:nvSpPr>
          <p:spPr>
            <a:xfrm>
              <a:off x="4813163" y="609565"/>
              <a:ext cx="169617" cy="33321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6" name="Google Shape;2656;p17"/>
            <p:cNvSpPr/>
            <p:nvPr/>
          </p:nvSpPr>
          <p:spPr>
            <a:xfrm>
              <a:off x="4828467" y="1392196"/>
              <a:ext cx="116692" cy="90410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7" name="Google Shape;2657;p17"/>
            <p:cNvSpPr/>
            <p:nvPr/>
          </p:nvSpPr>
          <p:spPr>
            <a:xfrm>
              <a:off x="4829505" y="1421916"/>
              <a:ext cx="116196" cy="60608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8" name="Google Shape;2658;p17"/>
            <p:cNvSpPr/>
            <p:nvPr/>
          </p:nvSpPr>
          <p:spPr>
            <a:xfrm>
              <a:off x="4688430" y="1310886"/>
              <a:ext cx="116665" cy="87067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9" name="Google Shape;2659;p17"/>
            <p:cNvSpPr/>
            <p:nvPr/>
          </p:nvSpPr>
          <p:spPr>
            <a:xfrm>
              <a:off x="4688726" y="1338477"/>
              <a:ext cx="116135" cy="60608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0" name="Google Shape;2660;p17"/>
            <p:cNvSpPr/>
            <p:nvPr/>
          </p:nvSpPr>
          <p:spPr>
            <a:xfrm>
              <a:off x="4717732" y="910305"/>
              <a:ext cx="408631" cy="493987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1" name="Google Shape;2661;p17"/>
            <p:cNvSpPr/>
            <p:nvPr/>
          </p:nvSpPr>
          <p:spPr>
            <a:xfrm>
              <a:off x="4963696" y="579048"/>
              <a:ext cx="128556" cy="125075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2" name="Google Shape;2662;p17"/>
            <p:cNvSpPr/>
            <p:nvPr/>
          </p:nvSpPr>
          <p:spPr>
            <a:xfrm>
              <a:off x="4918440" y="596574"/>
              <a:ext cx="208599" cy="407146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3" name="Google Shape;2663;p17"/>
            <p:cNvSpPr/>
            <p:nvPr/>
          </p:nvSpPr>
          <p:spPr>
            <a:xfrm>
              <a:off x="4958560" y="449309"/>
              <a:ext cx="138537" cy="168686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4" name="Google Shape;2664;p17"/>
            <p:cNvSpPr/>
            <p:nvPr/>
          </p:nvSpPr>
          <p:spPr>
            <a:xfrm>
              <a:off x="4963736" y="434568"/>
              <a:ext cx="146199" cy="144480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5" name="Google Shape;2665;p17"/>
            <p:cNvSpPr/>
            <p:nvPr/>
          </p:nvSpPr>
          <p:spPr>
            <a:xfrm>
              <a:off x="4896275" y="596956"/>
              <a:ext cx="67341" cy="98012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6" name="Google Shape;2666;p17"/>
            <p:cNvSpPr/>
            <p:nvPr/>
          </p:nvSpPr>
          <p:spPr>
            <a:xfrm>
              <a:off x="5434686" y="3650290"/>
              <a:ext cx="676058" cy="390429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7" name="Google Shape;2667;p17"/>
            <p:cNvSpPr/>
            <p:nvPr/>
          </p:nvSpPr>
          <p:spPr>
            <a:xfrm>
              <a:off x="5472633" y="3576375"/>
              <a:ext cx="587572" cy="226763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8" name="Google Shape;2668;p17"/>
            <p:cNvSpPr/>
            <p:nvPr/>
          </p:nvSpPr>
          <p:spPr>
            <a:xfrm>
              <a:off x="5434724" y="3741253"/>
              <a:ext cx="51339" cy="103346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9" name="Google Shape;2669;p17"/>
            <p:cNvSpPr/>
            <p:nvPr/>
          </p:nvSpPr>
          <p:spPr>
            <a:xfrm>
              <a:off x="6065565" y="3741825"/>
              <a:ext cx="45148" cy="102774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0" name="Google Shape;2670;p17"/>
            <p:cNvSpPr/>
            <p:nvPr/>
          </p:nvSpPr>
          <p:spPr>
            <a:xfrm>
              <a:off x="5494446" y="3630573"/>
              <a:ext cx="562737" cy="32480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1" name="Google Shape;2671;p17"/>
            <p:cNvSpPr/>
            <p:nvPr/>
          </p:nvSpPr>
          <p:spPr>
            <a:xfrm>
              <a:off x="5460441" y="3803737"/>
              <a:ext cx="614737" cy="220544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2" name="Google Shape;2672;p17"/>
            <p:cNvSpPr/>
            <p:nvPr/>
          </p:nvSpPr>
          <p:spPr>
            <a:xfrm>
              <a:off x="5434724" y="3551706"/>
              <a:ext cx="675989" cy="390489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3" name="Google Shape;2673;p17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4" name="Google Shape;2674;p17"/>
            <p:cNvSpPr/>
            <p:nvPr/>
          </p:nvSpPr>
          <p:spPr>
            <a:xfrm>
              <a:off x="5382050" y="3902892"/>
              <a:ext cx="186213" cy="107537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5" name="Google Shape;2675;p17"/>
            <p:cNvSpPr/>
            <p:nvPr/>
          </p:nvSpPr>
          <p:spPr>
            <a:xfrm>
              <a:off x="5425961" y="3928134"/>
              <a:ext cx="142303" cy="132873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6" name="Google Shape;2676;p17"/>
            <p:cNvSpPr/>
            <p:nvPr/>
          </p:nvSpPr>
          <p:spPr>
            <a:xfrm>
              <a:off x="5023720" y="3961462"/>
              <a:ext cx="431291" cy="317858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7" name="Google Shape;2677;p17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8" name="Google Shape;2678;p17"/>
            <p:cNvSpPr/>
            <p:nvPr/>
          </p:nvSpPr>
          <p:spPr>
            <a:xfrm>
              <a:off x="5833536" y="4556308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9" name="Google Shape;2679;p17"/>
            <p:cNvSpPr/>
            <p:nvPr/>
          </p:nvSpPr>
          <p:spPr>
            <a:xfrm>
              <a:off x="6124048" y="3784878"/>
              <a:ext cx="99113" cy="215741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0" name="Google Shape;2680;p17"/>
            <p:cNvSpPr/>
            <p:nvPr/>
          </p:nvSpPr>
          <p:spPr>
            <a:xfrm>
              <a:off x="6137955" y="3696137"/>
              <a:ext cx="71246" cy="137090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1" name="Google Shape;2681;p17"/>
            <p:cNvSpPr/>
            <p:nvPr/>
          </p:nvSpPr>
          <p:spPr>
            <a:xfrm>
              <a:off x="5898535" y="4644969"/>
              <a:ext cx="153698" cy="86203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2" name="Google Shape;2682;p17"/>
            <p:cNvSpPr/>
            <p:nvPr/>
          </p:nvSpPr>
          <p:spPr>
            <a:xfrm>
              <a:off x="5898544" y="4659654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3" name="Google Shape;2683;p17"/>
            <p:cNvSpPr/>
            <p:nvPr/>
          </p:nvSpPr>
          <p:spPr>
            <a:xfrm>
              <a:off x="6010930" y="4594540"/>
              <a:ext cx="153698" cy="86245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4" name="Google Shape;2684;p17"/>
            <p:cNvSpPr/>
            <p:nvPr/>
          </p:nvSpPr>
          <p:spPr>
            <a:xfrm>
              <a:off x="6010940" y="4609266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5" name="Google Shape;2685;p17"/>
            <p:cNvSpPr/>
            <p:nvPr/>
          </p:nvSpPr>
          <p:spPr>
            <a:xfrm>
              <a:off x="5939834" y="4034528"/>
              <a:ext cx="224738" cy="6344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6" name="Google Shape;2686;p17"/>
            <p:cNvSpPr/>
            <p:nvPr/>
          </p:nvSpPr>
          <p:spPr>
            <a:xfrm>
              <a:off x="5972635" y="3514319"/>
              <a:ext cx="163123" cy="261076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7" name="Google Shape;2687;p17"/>
            <p:cNvSpPr/>
            <p:nvPr/>
          </p:nvSpPr>
          <p:spPr>
            <a:xfrm>
              <a:off x="5938247" y="3698937"/>
              <a:ext cx="250857" cy="415389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8" name="Google Shape;2688;p17"/>
            <p:cNvSpPr/>
            <p:nvPr/>
          </p:nvSpPr>
          <p:spPr>
            <a:xfrm>
              <a:off x="5692823" y="3751153"/>
              <a:ext cx="318504" cy="248122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9" name="Google Shape;2689;p17"/>
            <p:cNvSpPr/>
            <p:nvPr/>
          </p:nvSpPr>
          <p:spPr>
            <a:xfrm>
              <a:off x="5925738" y="3745773"/>
              <a:ext cx="96916" cy="141862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0" name="Google Shape;2690;p17"/>
            <p:cNvSpPr/>
            <p:nvPr/>
          </p:nvSpPr>
          <p:spPr>
            <a:xfrm>
              <a:off x="5972396" y="3502859"/>
              <a:ext cx="158142" cy="174304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91" name="Google Shape;2691;p17"/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2692" name="Google Shape;2692;p1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3" name="Google Shape;2693;p1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4" name="Google Shape;2694;p1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5" name="Google Shape;2695;p1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6" name="Google Shape;2696;p1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97" name="Google Shape;2697;p17"/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2698" name="Google Shape;2698;p1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9" name="Google Shape;2699;p1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0" name="Google Shape;2700;p1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1" name="Google Shape;2701;p1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2" name="Google Shape;2702;p1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03" name="Google Shape;2703;p17"/>
            <p:cNvSpPr/>
            <p:nvPr/>
          </p:nvSpPr>
          <p:spPr>
            <a:xfrm>
              <a:off x="5005135" y="663654"/>
              <a:ext cx="157949" cy="441664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4" name="Google Shape;2704;p17"/>
            <p:cNvSpPr/>
            <p:nvPr/>
          </p:nvSpPr>
          <p:spPr>
            <a:xfrm>
              <a:off x="5078203" y="660182"/>
              <a:ext cx="90963" cy="123358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5" name="Google Shape;2705;p17"/>
            <p:cNvGrpSpPr/>
            <p:nvPr/>
          </p:nvGrpSpPr>
          <p:grpSpPr>
            <a:xfrm flipH="1">
              <a:off x="2446567" y="1414371"/>
              <a:ext cx="298963" cy="226660"/>
              <a:chOff x="6621095" y="1452181"/>
              <a:chExt cx="330894" cy="250785"/>
            </a:xfrm>
          </p:grpSpPr>
          <p:sp>
            <p:nvSpPr>
              <p:cNvPr id="2706" name="Google Shape;2706;p1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7" name="Google Shape;2707;p1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8" name="Google Shape;2708;p1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9" name="Google Shape;2709;p1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0" name="Google Shape;2710;p1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11" name="Google Shape;2711;p17"/>
            <p:cNvSpPr/>
            <p:nvPr/>
          </p:nvSpPr>
          <p:spPr>
            <a:xfrm>
              <a:off x="2329846" y="1241863"/>
              <a:ext cx="143174" cy="402337"/>
            </a:xfrm>
            <a:custGeom>
              <a:rect b="b" l="l" r="r" t="t"/>
              <a:pathLst>
                <a:path extrusionOk="0" h="402337" w="143174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2" name="Google Shape;2712;p17"/>
            <p:cNvSpPr/>
            <p:nvPr/>
          </p:nvSpPr>
          <p:spPr>
            <a:xfrm>
              <a:off x="2323859" y="1237315"/>
              <a:ext cx="82772" cy="112806"/>
            </a:xfrm>
            <a:custGeom>
              <a:rect b="b" l="l" r="r" t="t"/>
              <a:pathLst>
                <a:path extrusionOk="0" h="112806" w="82772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13" name="Google Shape;2713;p1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7" name="Shape 2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8" name="Google Shape;2718;p18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Elementos visuales y animaciones sobrias</a:t>
            </a:r>
            <a:endParaRPr sz="2800"/>
          </a:p>
        </p:txBody>
      </p:sp>
      <p:sp>
        <p:nvSpPr>
          <p:cNvPr id="2719" name="Google Shape;2719;p18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Insertar → Imágenes, Iconos y SmartArt para procesos.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Usar transiciones simples (Desvanecer) y animaciones sutiles.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Evitar exceso de efectos; priorizar claridad y ritmo.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grpSp>
        <p:nvGrpSpPr>
          <p:cNvPr id="2720" name="Google Shape;2720;p18"/>
          <p:cNvGrpSpPr/>
          <p:nvPr/>
        </p:nvGrpSpPr>
        <p:grpSpPr>
          <a:xfrm>
            <a:off x="6678287" y="3123695"/>
            <a:ext cx="1782593" cy="1812070"/>
            <a:chOff x="2011725" y="44285"/>
            <a:chExt cx="4684870" cy="4762340"/>
          </a:xfrm>
        </p:grpSpPr>
        <p:grpSp>
          <p:nvGrpSpPr>
            <p:cNvPr id="2721" name="Google Shape;2721;p18"/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2722" name="Google Shape;2722;p18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3" name="Google Shape;2723;p18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4" name="Google Shape;2724;p18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5" name="Google Shape;2725;p18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6" name="Google Shape;2726;p18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7" name="Google Shape;2727;p18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8" name="Google Shape;2728;p18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9" name="Google Shape;2729;p18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0" name="Google Shape;2730;p18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1" name="Google Shape;2731;p18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2" name="Google Shape;2732;p18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3" name="Google Shape;2733;p18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4" name="Google Shape;2734;p18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5" name="Google Shape;2735;p18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6" name="Google Shape;2736;p18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7" name="Google Shape;2737;p18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8" name="Google Shape;2738;p18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9" name="Google Shape;2739;p18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0" name="Google Shape;2740;p18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1" name="Google Shape;2741;p18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2" name="Google Shape;2742;p18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3" name="Google Shape;2743;p18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4" name="Google Shape;2744;p18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5" name="Google Shape;2745;p18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6" name="Google Shape;2746;p18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7" name="Google Shape;2747;p18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8" name="Google Shape;2748;p18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9" name="Google Shape;2749;p18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0" name="Google Shape;2750;p18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1" name="Google Shape;2751;p18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2" name="Google Shape;2752;p18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3" name="Google Shape;2753;p18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4" name="Google Shape;2754;p18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5" name="Google Shape;2755;p18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6" name="Google Shape;2756;p18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7" name="Google Shape;2757;p18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8" name="Google Shape;2758;p18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9" name="Google Shape;2759;p18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0" name="Google Shape;2760;p18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1" name="Google Shape;2761;p18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2" name="Google Shape;2762;p18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3" name="Google Shape;2763;p18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4" name="Google Shape;2764;p18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5" name="Google Shape;2765;p18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6" name="Google Shape;2766;p18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7" name="Google Shape;2767;p18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8" name="Google Shape;2768;p18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9" name="Google Shape;2769;p18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0" name="Google Shape;2770;p18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1" name="Google Shape;2771;p18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2" name="Google Shape;2772;p18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3" name="Google Shape;2773;p18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4" name="Google Shape;2774;p18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5" name="Google Shape;2775;p18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6" name="Google Shape;2776;p18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7" name="Google Shape;2777;p18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8" name="Google Shape;2778;p18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9" name="Google Shape;2779;p18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0" name="Google Shape;2780;p18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1" name="Google Shape;2781;p18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2" name="Google Shape;2782;p18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3" name="Google Shape;2783;p18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4" name="Google Shape;2784;p18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5" name="Google Shape;2785;p18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6" name="Google Shape;2786;p18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7" name="Google Shape;2787;p18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8" name="Google Shape;2788;p18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9" name="Google Shape;2789;p18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0" name="Google Shape;2790;p18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1" name="Google Shape;2791;p18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2" name="Google Shape;2792;p18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3" name="Google Shape;2793;p18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4" name="Google Shape;2794;p18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5" name="Google Shape;2795;p18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6" name="Google Shape;2796;p18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7" name="Google Shape;2797;p18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8" name="Google Shape;2798;p18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9" name="Google Shape;2799;p18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0" name="Google Shape;2800;p18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1" name="Google Shape;2801;p18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2" name="Google Shape;2802;p18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3" name="Google Shape;2803;p18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4" name="Google Shape;2804;p18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5" name="Google Shape;2805;p18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6" name="Google Shape;2806;p18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7" name="Google Shape;2807;p18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8" name="Google Shape;2808;p18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9" name="Google Shape;2809;p18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0" name="Google Shape;2810;p18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1" name="Google Shape;2811;p18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2" name="Google Shape;2812;p18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3" name="Google Shape;2813;p18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4" name="Google Shape;2814;p18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5" name="Google Shape;2815;p18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6" name="Google Shape;2816;p18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7" name="Google Shape;2817;p18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8" name="Google Shape;2818;p18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9" name="Google Shape;2819;p18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0" name="Google Shape;2820;p18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1" name="Google Shape;2821;p18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2" name="Google Shape;2822;p18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3" name="Google Shape;2823;p18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4" name="Google Shape;2824;p18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5" name="Google Shape;2825;p18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6" name="Google Shape;2826;p18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7" name="Google Shape;2827;p18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8" name="Google Shape;2828;p18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29" name="Google Shape;2829;p18"/>
            <p:cNvSpPr/>
            <p:nvPr/>
          </p:nvSpPr>
          <p:spPr>
            <a:xfrm>
              <a:off x="4424312" y="3389781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0" name="Google Shape;2830;p18"/>
            <p:cNvSpPr/>
            <p:nvPr/>
          </p:nvSpPr>
          <p:spPr>
            <a:xfrm>
              <a:off x="4458697" y="3370540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1" name="Google Shape;2831;p18"/>
            <p:cNvSpPr/>
            <p:nvPr/>
          </p:nvSpPr>
          <p:spPr>
            <a:xfrm>
              <a:off x="4458697" y="3334726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2" name="Google Shape;2832;p18"/>
            <p:cNvSpPr/>
            <p:nvPr/>
          </p:nvSpPr>
          <p:spPr>
            <a:xfrm>
              <a:off x="5662371" y="3457123"/>
              <a:ext cx="830865" cy="479678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3" name="Google Shape;2833;p18"/>
            <p:cNvSpPr/>
            <p:nvPr/>
          </p:nvSpPr>
          <p:spPr>
            <a:xfrm>
              <a:off x="5582647" y="3524845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4" name="Google Shape;2834;p18"/>
            <p:cNvSpPr/>
            <p:nvPr/>
          </p:nvSpPr>
          <p:spPr>
            <a:xfrm>
              <a:off x="5520830" y="3560469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5" name="Google Shape;2835;p18"/>
            <p:cNvSpPr/>
            <p:nvPr/>
          </p:nvSpPr>
          <p:spPr>
            <a:xfrm>
              <a:off x="5459108" y="3596188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6" name="Google Shape;2836;p18"/>
            <p:cNvSpPr/>
            <p:nvPr/>
          </p:nvSpPr>
          <p:spPr>
            <a:xfrm>
              <a:off x="5006003" y="3836122"/>
              <a:ext cx="830770" cy="479679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7" name="Google Shape;2837;p18"/>
            <p:cNvSpPr/>
            <p:nvPr/>
          </p:nvSpPr>
          <p:spPr>
            <a:xfrm>
              <a:off x="4926279" y="3903750"/>
              <a:ext cx="741616" cy="428244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8" name="Google Shape;2838;p18"/>
            <p:cNvSpPr/>
            <p:nvPr/>
          </p:nvSpPr>
          <p:spPr>
            <a:xfrm>
              <a:off x="4864462" y="3939468"/>
              <a:ext cx="727614" cy="42005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9" name="Google Shape;2839;p18"/>
            <p:cNvSpPr/>
            <p:nvPr/>
          </p:nvSpPr>
          <p:spPr>
            <a:xfrm>
              <a:off x="4802740" y="3975092"/>
              <a:ext cx="620839" cy="358520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0" name="Google Shape;2840;p18"/>
            <p:cNvSpPr/>
            <p:nvPr/>
          </p:nvSpPr>
          <p:spPr>
            <a:xfrm>
              <a:off x="5169357" y="3663339"/>
              <a:ext cx="421766" cy="243458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1" name="Google Shape;2841;p18"/>
            <p:cNvSpPr/>
            <p:nvPr/>
          </p:nvSpPr>
          <p:spPr>
            <a:xfrm>
              <a:off x="5441867" y="3820597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2" name="Google Shape;2842;p18"/>
            <p:cNvSpPr/>
            <p:nvPr/>
          </p:nvSpPr>
          <p:spPr>
            <a:xfrm>
              <a:off x="5714378" y="3977950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3" name="Google Shape;2843;p18"/>
            <p:cNvSpPr/>
            <p:nvPr/>
          </p:nvSpPr>
          <p:spPr>
            <a:xfrm>
              <a:off x="2242896" y="2171438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4" name="Google Shape;2844;p18"/>
            <p:cNvSpPr/>
            <p:nvPr/>
          </p:nvSpPr>
          <p:spPr>
            <a:xfrm>
              <a:off x="2526170" y="20060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5" name="Google Shape;2845;p18"/>
            <p:cNvSpPr/>
            <p:nvPr/>
          </p:nvSpPr>
          <p:spPr>
            <a:xfrm>
              <a:off x="2632278" y="1017294"/>
              <a:ext cx="357473" cy="206311"/>
            </a:xfrm>
            <a:custGeom>
              <a:rect b="b" l="l" r="r" t="t"/>
              <a:pathLst>
                <a:path extrusionOk="0" h="206311" w="357473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6" name="Google Shape;2846;p18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7" name="Google Shape;2847;p18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8" name="Google Shape;2848;p18"/>
            <p:cNvSpPr/>
            <p:nvPr/>
          </p:nvSpPr>
          <p:spPr>
            <a:xfrm>
              <a:off x="2811062" y="1120450"/>
              <a:ext cx="178689" cy="1032319"/>
            </a:xfrm>
            <a:custGeom>
              <a:rect b="b" l="l" r="r" t="t"/>
              <a:pathLst>
                <a:path extrusionOk="0" h="1032319" w="178689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9" name="Google Shape;2849;p18"/>
            <p:cNvSpPr/>
            <p:nvPr/>
          </p:nvSpPr>
          <p:spPr>
            <a:xfrm>
              <a:off x="2364150" y="1481542"/>
              <a:ext cx="357473" cy="206501"/>
            </a:xfrm>
            <a:custGeom>
              <a:rect b="b" l="l" r="r" t="t"/>
              <a:pathLst>
                <a:path extrusionOk="0" h="206501" w="357473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0" name="Google Shape;2850;p18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1" name="Google Shape;2851;p18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2" name="Google Shape;2852;p18"/>
            <p:cNvSpPr/>
            <p:nvPr/>
          </p:nvSpPr>
          <p:spPr>
            <a:xfrm>
              <a:off x="2542934" y="1584793"/>
              <a:ext cx="178688" cy="721899"/>
            </a:xfrm>
            <a:custGeom>
              <a:rect b="b" l="l" r="r" t="t"/>
              <a:pathLst>
                <a:path extrusionOk="0" h="721899" w="178688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3" name="Google Shape;2853;p18"/>
            <p:cNvSpPr/>
            <p:nvPr/>
          </p:nvSpPr>
          <p:spPr>
            <a:xfrm>
              <a:off x="2013915" y="2306693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4" name="Google Shape;2854;p18"/>
            <p:cNvSpPr/>
            <p:nvPr/>
          </p:nvSpPr>
          <p:spPr>
            <a:xfrm>
              <a:off x="2078685" y="19719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5" name="Google Shape;2855;p18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6" name="Google Shape;2856;p18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7" name="Google Shape;2857;p18"/>
            <p:cNvSpPr/>
            <p:nvPr/>
          </p:nvSpPr>
          <p:spPr>
            <a:xfrm>
              <a:off x="2257469" y="2075140"/>
              <a:ext cx="178689" cy="399097"/>
            </a:xfrm>
            <a:custGeom>
              <a:rect b="b" l="l" r="r" t="t"/>
              <a:pathLst>
                <a:path extrusionOk="0" h="399097" w="178689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8" name="Google Shape;2858;p18"/>
            <p:cNvSpPr/>
            <p:nvPr/>
          </p:nvSpPr>
          <p:spPr>
            <a:xfrm>
              <a:off x="4050634" y="46890"/>
              <a:ext cx="205002" cy="299719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9" name="Google Shape;2859;p18"/>
            <p:cNvSpPr/>
            <p:nvPr/>
          </p:nvSpPr>
          <p:spPr>
            <a:xfrm>
              <a:off x="4066180" y="44285"/>
              <a:ext cx="98194" cy="12100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0" name="Google Shape;2860;p18"/>
            <p:cNvSpPr/>
            <p:nvPr/>
          </p:nvSpPr>
          <p:spPr>
            <a:xfrm>
              <a:off x="4085379" y="175665"/>
              <a:ext cx="121123" cy="13556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1" name="Google Shape;2861;p18"/>
            <p:cNvSpPr/>
            <p:nvPr/>
          </p:nvSpPr>
          <p:spPr>
            <a:xfrm>
              <a:off x="3878508" y="229758"/>
              <a:ext cx="228579" cy="325392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2" name="Google Shape;2862;p18"/>
            <p:cNvSpPr/>
            <p:nvPr/>
          </p:nvSpPr>
          <p:spPr>
            <a:xfrm>
              <a:off x="4050113" y="220052"/>
              <a:ext cx="176568" cy="232904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3" name="Google Shape;2863;p18"/>
            <p:cNvSpPr/>
            <p:nvPr/>
          </p:nvSpPr>
          <p:spPr>
            <a:xfrm>
              <a:off x="4081568" y="53558"/>
              <a:ext cx="129892" cy="160015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4" name="Google Shape;2864;p18"/>
            <p:cNvSpPr/>
            <p:nvPr/>
          </p:nvSpPr>
          <p:spPr>
            <a:xfrm>
              <a:off x="4086841" y="52931"/>
              <a:ext cx="130406" cy="122734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5" name="Google Shape;2865;p18"/>
            <p:cNvSpPr/>
            <p:nvPr/>
          </p:nvSpPr>
          <p:spPr>
            <a:xfrm>
              <a:off x="3930273" y="858890"/>
              <a:ext cx="102549" cy="78223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6" name="Google Shape;2866;p18"/>
            <p:cNvSpPr/>
            <p:nvPr/>
          </p:nvSpPr>
          <p:spPr>
            <a:xfrm>
              <a:off x="3930726" y="883849"/>
              <a:ext cx="102084" cy="53297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7" name="Google Shape;2867;p18"/>
            <p:cNvSpPr/>
            <p:nvPr/>
          </p:nvSpPr>
          <p:spPr>
            <a:xfrm>
              <a:off x="3878956" y="825175"/>
              <a:ext cx="93870" cy="7271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8" name="Google Shape;2868;p18"/>
            <p:cNvSpPr/>
            <p:nvPr/>
          </p:nvSpPr>
          <p:spPr>
            <a:xfrm>
              <a:off x="3879387" y="849177"/>
              <a:ext cx="93498" cy="48808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9" name="Google Shape;2869;p18"/>
            <p:cNvSpPr/>
            <p:nvPr/>
          </p:nvSpPr>
          <p:spPr>
            <a:xfrm>
              <a:off x="3913772" y="449985"/>
              <a:ext cx="223526" cy="385528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0" name="Google Shape;2870;p18"/>
            <p:cNvSpPr/>
            <p:nvPr/>
          </p:nvSpPr>
          <p:spPr>
            <a:xfrm>
              <a:off x="3974732" y="450747"/>
              <a:ext cx="222535" cy="417442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1" name="Google Shape;2871;p18"/>
            <p:cNvSpPr/>
            <p:nvPr/>
          </p:nvSpPr>
          <p:spPr>
            <a:xfrm>
              <a:off x="3891839" y="424458"/>
              <a:ext cx="332782" cy="306321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2" name="Google Shape;2872;p18"/>
            <p:cNvSpPr/>
            <p:nvPr/>
          </p:nvSpPr>
          <p:spPr>
            <a:xfrm>
              <a:off x="4159410" y="243442"/>
              <a:ext cx="115651" cy="405453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3" name="Google Shape;2873;p18"/>
            <p:cNvSpPr/>
            <p:nvPr/>
          </p:nvSpPr>
          <p:spPr>
            <a:xfrm>
              <a:off x="4182076" y="238331"/>
              <a:ext cx="69928" cy="88934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4" name="Google Shape;2874;p18"/>
            <p:cNvSpPr/>
            <p:nvPr/>
          </p:nvSpPr>
          <p:spPr>
            <a:xfrm>
              <a:off x="4044931" y="219924"/>
              <a:ext cx="59816" cy="62802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5" name="Google Shape;2875;p18"/>
            <p:cNvSpPr/>
            <p:nvPr/>
          </p:nvSpPr>
          <p:spPr>
            <a:xfrm>
              <a:off x="2494198" y="1192008"/>
              <a:ext cx="154251" cy="303342"/>
            </a:xfrm>
            <a:custGeom>
              <a:rect b="b" l="l" r="r" t="t"/>
              <a:pathLst>
                <a:path extrusionOk="0" h="303342" w="154251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6" name="Google Shape;2876;p18"/>
            <p:cNvSpPr/>
            <p:nvPr/>
          </p:nvSpPr>
          <p:spPr>
            <a:xfrm>
              <a:off x="2527565" y="1904831"/>
              <a:ext cx="106588" cy="82319"/>
            </a:xfrm>
            <a:custGeom>
              <a:rect b="b" l="l" r="r" t="t"/>
              <a:pathLst>
                <a:path extrusionOk="0" h="82319" w="106588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7" name="Google Shape;2877;p18"/>
            <p:cNvSpPr/>
            <p:nvPr/>
          </p:nvSpPr>
          <p:spPr>
            <a:xfrm>
              <a:off x="2527774" y="1931884"/>
              <a:ext cx="106123" cy="55368"/>
            </a:xfrm>
            <a:custGeom>
              <a:rect b="b" l="l" r="r" t="t"/>
              <a:pathLst>
                <a:path extrusionOk="0" h="55368" w="106123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8" name="Google Shape;2878;p18"/>
            <p:cNvSpPr/>
            <p:nvPr/>
          </p:nvSpPr>
          <p:spPr>
            <a:xfrm>
              <a:off x="2655329" y="1830290"/>
              <a:ext cx="106576" cy="79516"/>
            </a:xfrm>
            <a:custGeom>
              <a:rect b="b" l="l" r="r" t="t"/>
              <a:pathLst>
                <a:path extrusionOk="0" h="79516" w="106576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9" name="Google Shape;2879;p18"/>
            <p:cNvSpPr/>
            <p:nvPr/>
          </p:nvSpPr>
          <p:spPr>
            <a:xfrm>
              <a:off x="2655759" y="1855875"/>
              <a:ext cx="106154" cy="55320"/>
            </a:xfrm>
            <a:custGeom>
              <a:rect b="b" l="l" r="r" t="t"/>
              <a:pathLst>
                <a:path extrusionOk="0" h="55320" w="106154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0" name="Google Shape;2880;p18"/>
            <p:cNvSpPr/>
            <p:nvPr/>
          </p:nvSpPr>
          <p:spPr>
            <a:xfrm>
              <a:off x="2362866" y="1465363"/>
              <a:ext cx="372536" cy="450662"/>
            </a:xfrm>
            <a:custGeom>
              <a:rect b="b" l="l" r="r" t="t"/>
              <a:pathLst>
                <a:path extrusionOk="0" h="450662" w="372536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1" name="Google Shape;2881;p18"/>
            <p:cNvSpPr/>
            <p:nvPr/>
          </p:nvSpPr>
          <p:spPr>
            <a:xfrm>
              <a:off x="2393925" y="1163883"/>
              <a:ext cx="117160" cy="114020"/>
            </a:xfrm>
            <a:custGeom>
              <a:rect b="b" l="l" r="r" t="t"/>
              <a:pathLst>
                <a:path extrusionOk="0" h="114020" w="11716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2" name="Google Shape;2882;p18"/>
            <p:cNvSpPr/>
            <p:nvPr/>
          </p:nvSpPr>
          <p:spPr>
            <a:xfrm>
              <a:off x="2362970" y="1179922"/>
              <a:ext cx="189574" cy="370837"/>
            </a:xfrm>
            <a:custGeom>
              <a:rect b="b" l="l" r="r" t="t"/>
              <a:pathLst>
                <a:path extrusionOk="0" h="370837" w="189574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3" name="Google Shape;2883;p18"/>
            <p:cNvSpPr/>
            <p:nvPr/>
          </p:nvSpPr>
          <p:spPr>
            <a:xfrm>
              <a:off x="2389574" y="1045793"/>
              <a:ext cx="126365" cy="153696"/>
            </a:xfrm>
            <a:custGeom>
              <a:rect b="b" l="l" r="r" t="t"/>
              <a:pathLst>
                <a:path extrusionOk="0" h="153696" w="126365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4" name="Google Shape;2884;p18"/>
            <p:cNvSpPr/>
            <p:nvPr/>
          </p:nvSpPr>
          <p:spPr>
            <a:xfrm>
              <a:off x="2377852" y="1032078"/>
              <a:ext cx="133256" cy="131805"/>
            </a:xfrm>
            <a:custGeom>
              <a:rect b="b" l="l" r="r" t="t"/>
              <a:pathLst>
                <a:path extrusionOk="0" h="131805" w="133256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5" name="Google Shape;2885;p18"/>
            <p:cNvSpPr/>
            <p:nvPr/>
          </p:nvSpPr>
          <p:spPr>
            <a:xfrm>
              <a:off x="2511120" y="1180647"/>
              <a:ext cx="61436" cy="88868"/>
            </a:xfrm>
            <a:custGeom>
              <a:rect b="b" l="l" r="r" t="t"/>
              <a:pathLst>
                <a:path extrusionOk="0" h="88868" w="61436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6" name="Google Shape;2886;p18"/>
            <p:cNvSpPr/>
            <p:nvPr/>
          </p:nvSpPr>
          <p:spPr>
            <a:xfrm>
              <a:off x="6137574" y="3350157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7" name="Google Shape;2887;p18"/>
            <p:cNvSpPr/>
            <p:nvPr/>
          </p:nvSpPr>
          <p:spPr>
            <a:xfrm>
              <a:off x="6267054" y="2297586"/>
              <a:ext cx="217597" cy="318657"/>
            </a:xfrm>
            <a:custGeom>
              <a:rect b="b" l="l" r="r" t="t"/>
              <a:pathLst>
                <a:path extrusionOk="0" h="318657" w="217597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8" name="Google Shape;2888;p18"/>
            <p:cNvSpPr/>
            <p:nvPr/>
          </p:nvSpPr>
          <p:spPr>
            <a:xfrm>
              <a:off x="6260770" y="2526901"/>
              <a:ext cx="40647" cy="235450"/>
            </a:xfrm>
            <a:custGeom>
              <a:rect b="b" l="l" r="r" t="t"/>
              <a:pathLst>
                <a:path extrusionOk="0" h="235450" w="40647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9" name="Google Shape;2889;p18"/>
            <p:cNvSpPr/>
            <p:nvPr/>
          </p:nvSpPr>
          <p:spPr>
            <a:xfrm>
              <a:off x="6283969" y="2294668"/>
              <a:ext cx="103921" cy="128329"/>
            </a:xfrm>
            <a:custGeom>
              <a:rect b="b" l="l" r="r" t="t"/>
              <a:pathLst>
                <a:path extrusionOk="0" h="128329" w="103921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0" name="Google Shape;2890;p18"/>
            <p:cNvSpPr/>
            <p:nvPr/>
          </p:nvSpPr>
          <p:spPr>
            <a:xfrm>
              <a:off x="6304395" y="2434900"/>
              <a:ext cx="128622" cy="143860"/>
            </a:xfrm>
            <a:custGeom>
              <a:rect b="b" l="l" r="r" t="t"/>
              <a:pathLst>
                <a:path extrusionOk="0" h="143860" w="128622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1" name="Google Shape;2891;p18"/>
            <p:cNvSpPr/>
            <p:nvPr/>
          </p:nvSpPr>
          <p:spPr>
            <a:xfrm>
              <a:off x="6266985" y="2481191"/>
              <a:ext cx="187397" cy="215209"/>
            </a:xfrm>
            <a:custGeom>
              <a:rect b="b" l="l" r="r" t="t"/>
              <a:pathLst>
                <a:path extrusionOk="0" h="215209" w="187397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2" name="Google Shape;2892;p18"/>
            <p:cNvSpPr/>
            <p:nvPr/>
          </p:nvSpPr>
          <p:spPr>
            <a:xfrm>
              <a:off x="6300305" y="2304949"/>
              <a:ext cx="138529" cy="170431"/>
            </a:xfrm>
            <a:custGeom>
              <a:rect b="b" l="l" r="r" t="t"/>
              <a:pathLst>
                <a:path extrusionOk="0" h="170431" w="138529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3" name="Google Shape;2893;p18"/>
            <p:cNvSpPr/>
            <p:nvPr/>
          </p:nvSpPr>
          <p:spPr>
            <a:xfrm>
              <a:off x="6305880" y="2304032"/>
              <a:ext cx="138474" cy="130867"/>
            </a:xfrm>
            <a:custGeom>
              <a:rect b="b" l="l" r="r" t="t"/>
              <a:pathLst>
                <a:path extrusionOk="0" h="130867" w="138474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4" name="Google Shape;2894;p18"/>
            <p:cNvSpPr/>
            <p:nvPr/>
          </p:nvSpPr>
          <p:spPr>
            <a:xfrm>
              <a:off x="6412912" y="2510225"/>
              <a:ext cx="93089" cy="307779"/>
            </a:xfrm>
            <a:custGeom>
              <a:rect b="b" l="l" r="r" t="t"/>
              <a:pathLst>
                <a:path extrusionOk="0" h="307779" w="93089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5" name="Google Shape;2895;p18"/>
            <p:cNvSpPr/>
            <p:nvPr/>
          </p:nvSpPr>
          <p:spPr>
            <a:xfrm>
              <a:off x="6328850" y="3433403"/>
              <a:ext cx="108744" cy="83141"/>
            </a:xfrm>
            <a:custGeom>
              <a:rect b="b" l="l" r="r" t="t"/>
              <a:pathLst>
                <a:path extrusionOk="0" h="83141" w="108744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6" name="Google Shape;2896;p18"/>
            <p:cNvSpPr/>
            <p:nvPr/>
          </p:nvSpPr>
          <p:spPr>
            <a:xfrm>
              <a:off x="6329407" y="3459885"/>
              <a:ext cx="108204" cy="56238"/>
            </a:xfrm>
            <a:custGeom>
              <a:rect b="b" l="l" r="r" t="t"/>
              <a:pathLst>
                <a:path extrusionOk="0" h="56238" w="108204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7" name="Google Shape;2897;p18"/>
            <p:cNvSpPr/>
            <p:nvPr/>
          </p:nvSpPr>
          <p:spPr>
            <a:xfrm>
              <a:off x="6246119" y="3415021"/>
              <a:ext cx="99827" cy="77341"/>
            </a:xfrm>
            <a:custGeom>
              <a:rect b="b" l="l" r="r" t="t"/>
              <a:pathLst>
                <a:path extrusionOk="0" h="77341" w="99827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8" name="Google Shape;2898;p18"/>
            <p:cNvSpPr/>
            <p:nvPr/>
          </p:nvSpPr>
          <p:spPr>
            <a:xfrm>
              <a:off x="6246063" y="3440454"/>
              <a:ext cx="99536" cy="51729"/>
            </a:xfrm>
            <a:custGeom>
              <a:rect b="b" l="l" r="r" t="t"/>
              <a:pathLst>
                <a:path extrusionOk="0" h="51729" w="99536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9" name="Google Shape;2899;p18"/>
            <p:cNvSpPr/>
            <p:nvPr/>
          </p:nvSpPr>
          <p:spPr>
            <a:xfrm>
              <a:off x="6262125" y="2696837"/>
              <a:ext cx="213068" cy="744450"/>
            </a:xfrm>
            <a:custGeom>
              <a:rect b="b" l="l" r="r" t="t"/>
              <a:pathLst>
                <a:path extrusionOk="0" h="744450" w="213068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0" name="Google Shape;2900;p18"/>
            <p:cNvSpPr/>
            <p:nvPr/>
          </p:nvSpPr>
          <p:spPr>
            <a:xfrm>
              <a:off x="6253173" y="2679311"/>
              <a:ext cx="226922" cy="495109"/>
            </a:xfrm>
            <a:custGeom>
              <a:rect b="b" l="l" r="r" t="t"/>
              <a:pathLst>
                <a:path extrusionOk="0" h="495109" w="226922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1" name="Google Shape;2901;p18"/>
            <p:cNvSpPr/>
            <p:nvPr/>
          </p:nvSpPr>
          <p:spPr>
            <a:xfrm>
              <a:off x="6408973" y="2507035"/>
              <a:ext cx="76263" cy="95029"/>
            </a:xfrm>
            <a:custGeom>
              <a:rect b="b" l="l" r="r" t="t"/>
              <a:pathLst>
                <a:path extrusionOk="0" h="95029" w="76263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2" name="Google Shape;2902;p18"/>
            <p:cNvSpPr/>
            <p:nvPr/>
          </p:nvSpPr>
          <p:spPr>
            <a:xfrm>
              <a:off x="6261399" y="2481311"/>
              <a:ext cx="63531" cy="66745"/>
            </a:xfrm>
            <a:custGeom>
              <a:rect b="b" l="l" r="r" t="t"/>
              <a:pathLst>
                <a:path extrusionOk="0" h="66745" w="63531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3" name="Google Shape;2903;p18"/>
            <p:cNvSpPr/>
            <p:nvPr/>
          </p:nvSpPr>
          <p:spPr>
            <a:xfrm>
              <a:off x="2608942" y="4557070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4" name="Google Shape;2904;p18"/>
            <p:cNvSpPr/>
            <p:nvPr/>
          </p:nvSpPr>
          <p:spPr>
            <a:xfrm>
              <a:off x="2930982" y="3722965"/>
              <a:ext cx="85002" cy="305847"/>
            </a:xfrm>
            <a:custGeom>
              <a:rect b="b" l="l" r="r" t="t"/>
              <a:pathLst>
                <a:path extrusionOk="0" h="305847" w="85002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5" name="Google Shape;2905;p18"/>
            <p:cNvSpPr/>
            <p:nvPr/>
          </p:nvSpPr>
          <p:spPr>
            <a:xfrm>
              <a:off x="2667241" y="4676337"/>
              <a:ext cx="123900" cy="70118"/>
            </a:xfrm>
            <a:custGeom>
              <a:rect b="b" l="l" r="r" t="t"/>
              <a:pathLst>
                <a:path extrusionOk="0" h="70118" w="12390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6" name="Google Shape;2906;p18"/>
            <p:cNvSpPr/>
            <p:nvPr/>
          </p:nvSpPr>
          <p:spPr>
            <a:xfrm>
              <a:off x="2667120" y="4688038"/>
              <a:ext cx="121939" cy="58416"/>
            </a:xfrm>
            <a:custGeom>
              <a:rect b="b" l="l" r="r" t="t"/>
              <a:pathLst>
                <a:path extrusionOk="0" h="58416" w="121939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7" name="Google Shape;2907;p18"/>
            <p:cNvSpPr/>
            <p:nvPr/>
          </p:nvSpPr>
          <p:spPr>
            <a:xfrm>
              <a:off x="2825027" y="4597173"/>
              <a:ext cx="119416" cy="67472"/>
            </a:xfrm>
            <a:custGeom>
              <a:rect b="b" l="l" r="r" t="t"/>
              <a:pathLst>
                <a:path extrusionOk="0" h="67472" w="119416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8" name="Google Shape;2908;p18"/>
            <p:cNvSpPr/>
            <p:nvPr/>
          </p:nvSpPr>
          <p:spPr>
            <a:xfrm>
              <a:off x="2825072" y="4608314"/>
              <a:ext cx="117340" cy="56332"/>
            </a:xfrm>
            <a:custGeom>
              <a:rect b="b" l="l" r="r" t="t"/>
              <a:pathLst>
                <a:path extrusionOk="0" h="56332" w="11734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9" name="Google Shape;2909;p18"/>
            <p:cNvSpPr/>
            <p:nvPr/>
          </p:nvSpPr>
          <p:spPr>
            <a:xfrm>
              <a:off x="2742284" y="3964900"/>
              <a:ext cx="238054" cy="732926"/>
            </a:xfrm>
            <a:custGeom>
              <a:rect b="b" l="l" r="r" t="t"/>
              <a:pathLst>
                <a:path extrusionOk="0" h="732926" w="238054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0" name="Google Shape;2910;p18"/>
            <p:cNvSpPr/>
            <p:nvPr/>
          </p:nvSpPr>
          <p:spPr>
            <a:xfrm>
              <a:off x="2743301" y="3964900"/>
              <a:ext cx="236925" cy="409866"/>
            </a:xfrm>
            <a:custGeom>
              <a:rect b="b" l="l" r="r" t="t"/>
              <a:pathLst>
                <a:path extrusionOk="0" h="409866" w="236925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1" name="Google Shape;2911;p18"/>
            <p:cNvSpPr/>
            <p:nvPr/>
          </p:nvSpPr>
          <p:spPr>
            <a:xfrm>
              <a:off x="2790577" y="3522142"/>
              <a:ext cx="160521" cy="258577"/>
            </a:xfrm>
            <a:custGeom>
              <a:rect b="b" l="l" r="r" t="t"/>
              <a:pathLst>
                <a:path extrusionOk="0" h="258577" w="160521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2" name="Google Shape;2912;p18"/>
            <p:cNvSpPr/>
            <p:nvPr/>
          </p:nvSpPr>
          <p:spPr>
            <a:xfrm>
              <a:off x="2954700" y="3752463"/>
              <a:ext cx="61341" cy="108805"/>
            </a:xfrm>
            <a:custGeom>
              <a:rect b="b" l="l" r="r" t="t"/>
              <a:pathLst>
                <a:path extrusionOk="0" h="108805" w="61341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3" name="Google Shape;2913;p18"/>
            <p:cNvSpPr/>
            <p:nvPr/>
          </p:nvSpPr>
          <p:spPr>
            <a:xfrm>
              <a:off x="2782487" y="3720882"/>
              <a:ext cx="191546" cy="273865"/>
            </a:xfrm>
            <a:custGeom>
              <a:rect b="b" l="l" r="r" t="t"/>
              <a:pathLst>
                <a:path extrusionOk="0" h="273865" w="191546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4" name="Google Shape;2914;p18"/>
            <p:cNvSpPr/>
            <p:nvPr/>
          </p:nvSpPr>
          <p:spPr>
            <a:xfrm>
              <a:off x="2469603" y="3777311"/>
              <a:ext cx="368747" cy="265455"/>
            </a:xfrm>
            <a:custGeom>
              <a:rect b="b" l="l" r="r" t="t"/>
              <a:pathLst>
                <a:path extrusionOk="0" h="265455" w="368747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5" name="Google Shape;2915;p18"/>
            <p:cNvSpPr/>
            <p:nvPr/>
          </p:nvSpPr>
          <p:spPr>
            <a:xfrm>
              <a:off x="2743245" y="3761847"/>
              <a:ext cx="100785" cy="104755"/>
            </a:xfrm>
            <a:custGeom>
              <a:rect b="b" l="l" r="r" t="t"/>
              <a:pathLst>
                <a:path extrusionOk="0" h="104755" w="100785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6" name="Google Shape;2916;p18"/>
            <p:cNvSpPr/>
            <p:nvPr/>
          </p:nvSpPr>
          <p:spPr>
            <a:xfrm>
              <a:off x="2783810" y="3522089"/>
              <a:ext cx="201012" cy="328692"/>
            </a:xfrm>
            <a:custGeom>
              <a:rect b="b" l="l" r="r" t="t"/>
              <a:pathLst>
                <a:path extrusionOk="0" h="328692" w="201012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7" name="Google Shape;2917;p18"/>
            <p:cNvSpPr/>
            <p:nvPr/>
          </p:nvSpPr>
          <p:spPr>
            <a:xfrm>
              <a:off x="2011725" y="4252365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8" name="Google Shape;2918;p18"/>
            <p:cNvSpPr/>
            <p:nvPr/>
          </p:nvSpPr>
          <p:spPr>
            <a:xfrm>
              <a:off x="2116256" y="4345803"/>
              <a:ext cx="122876" cy="95119"/>
            </a:xfrm>
            <a:custGeom>
              <a:rect b="b" l="l" r="r" t="t"/>
              <a:pathLst>
                <a:path extrusionOk="0" h="95119" w="122876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9" name="Google Shape;2919;p18"/>
            <p:cNvSpPr/>
            <p:nvPr/>
          </p:nvSpPr>
          <p:spPr>
            <a:xfrm>
              <a:off x="2116272" y="4377142"/>
              <a:ext cx="122242" cy="63751"/>
            </a:xfrm>
            <a:custGeom>
              <a:rect b="b" l="l" r="r" t="t"/>
              <a:pathLst>
                <a:path extrusionOk="0" h="63751" w="122242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0" name="Google Shape;2920;p18"/>
            <p:cNvSpPr/>
            <p:nvPr/>
          </p:nvSpPr>
          <p:spPr>
            <a:xfrm>
              <a:off x="2242069" y="4298215"/>
              <a:ext cx="122771" cy="91654"/>
            </a:xfrm>
            <a:custGeom>
              <a:rect b="b" l="l" r="r" t="t"/>
              <a:pathLst>
                <a:path extrusionOk="0" h="91654" w="122771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1" name="Google Shape;2921;p18"/>
            <p:cNvSpPr/>
            <p:nvPr/>
          </p:nvSpPr>
          <p:spPr>
            <a:xfrm>
              <a:off x="2242300" y="4327803"/>
              <a:ext cx="122230" cy="63800"/>
            </a:xfrm>
            <a:custGeom>
              <a:rect b="b" l="l" r="r" t="t"/>
              <a:pathLst>
                <a:path extrusionOk="0" h="63800" w="12223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2" name="Google Shape;2922;p18"/>
            <p:cNvSpPr/>
            <p:nvPr/>
          </p:nvSpPr>
          <p:spPr>
            <a:xfrm>
              <a:off x="2122246" y="3749635"/>
              <a:ext cx="211613" cy="606004"/>
            </a:xfrm>
            <a:custGeom>
              <a:rect b="b" l="l" r="r" t="t"/>
              <a:pathLst>
                <a:path extrusionOk="0" h="606004" w="211613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3" name="Google Shape;2923;p18"/>
            <p:cNvSpPr/>
            <p:nvPr/>
          </p:nvSpPr>
          <p:spPr>
            <a:xfrm>
              <a:off x="2150411" y="3371683"/>
              <a:ext cx="135319" cy="132132"/>
            </a:xfrm>
            <a:custGeom>
              <a:rect b="b" l="l" r="r" t="t"/>
              <a:pathLst>
                <a:path extrusionOk="0" h="132132" w="135319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4" name="Google Shape;2924;p18"/>
            <p:cNvSpPr/>
            <p:nvPr/>
          </p:nvSpPr>
          <p:spPr>
            <a:xfrm>
              <a:off x="2307535" y="3402925"/>
              <a:ext cx="192267" cy="377666"/>
            </a:xfrm>
            <a:custGeom>
              <a:rect b="b" l="l" r="r" t="t"/>
              <a:pathLst>
                <a:path extrusionOk="0" h="377666" w="192267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5" name="Google Shape;2925;p18"/>
            <p:cNvSpPr/>
            <p:nvPr/>
          </p:nvSpPr>
          <p:spPr>
            <a:xfrm>
              <a:off x="2114600" y="3389774"/>
              <a:ext cx="219367" cy="442443"/>
            </a:xfrm>
            <a:custGeom>
              <a:rect b="b" l="l" r="r" t="t"/>
              <a:pathLst>
                <a:path extrusionOk="0" h="442443" w="219367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6" name="Google Shape;2926;p18"/>
            <p:cNvSpPr/>
            <p:nvPr/>
          </p:nvSpPr>
          <p:spPr>
            <a:xfrm>
              <a:off x="2145213" y="3235029"/>
              <a:ext cx="146094" cy="177613"/>
            </a:xfrm>
            <a:custGeom>
              <a:rect b="b" l="l" r="r" t="t"/>
              <a:pathLst>
                <a:path extrusionOk="0" h="177613" w="146094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7" name="Google Shape;2927;p18"/>
            <p:cNvSpPr/>
            <p:nvPr/>
          </p:nvSpPr>
          <p:spPr>
            <a:xfrm>
              <a:off x="2131725" y="3219615"/>
              <a:ext cx="154031" cy="152067"/>
            </a:xfrm>
            <a:custGeom>
              <a:rect b="b" l="l" r="r" t="t"/>
              <a:pathLst>
                <a:path extrusionOk="0" h="152067" w="154031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8" name="Google Shape;2928;p18"/>
            <p:cNvSpPr/>
            <p:nvPr/>
          </p:nvSpPr>
          <p:spPr>
            <a:xfrm>
              <a:off x="2103052" y="3477411"/>
              <a:ext cx="196972" cy="338613"/>
            </a:xfrm>
            <a:custGeom>
              <a:rect b="b" l="l" r="r" t="t"/>
              <a:pathLst>
                <a:path extrusionOk="0" h="338613" w="196972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9" name="Google Shape;2929;p18"/>
            <p:cNvSpPr/>
            <p:nvPr/>
          </p:nvSpPr>
          <p:spPr>
            <a:xfrm>
              <a:off x="2312810" y="3580852"/>
              <a:ext cx="228028" cy="306609"/>
            </a:xfrm>
            <a:custGeom>
              <a:rect b="b" l="l" r="r" t="t"/>
              <a:pathLst>
                <a:path extrusionOk="0" h="306609" w="228028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0" name="Google Shape;2930;p18"/>
            <p:cNvSpPr/>
            <p:nvPr/>
          </p:nvSpPr>
          <p:spPr>
            <a:xfrm>
              <a:off x="2273486" y="3773067"/>
              <a:ext cx="115992" cy="56976"/>
            </a:xfrm>
            <a:custGeom>
              <a:rect b="b" l="l" r="r" t="t"/>
              <a:pathLst>
                <a:path extrusionOk="0" h="56976" w="115992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1" name="Google Shape;2931;p18"/>
            <p:cNvSpPr/>
            <p:nvPr/>
          </p:nvSpPr>
          <p:spPr>
            <a:xfrm>
              <a:off x="2440714" y="3737029"/>
              <a:ext cx="71478" cy="59099"/>
            </a:xfrm>
            <a:custGeom>
              <a:rect b="b" l="l" r="r" t="t"/>
              <a:pathLst>
                <a:path extrusionOk="0" h="59099" w="71478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2" name="Google Shape;2932;p18"/>
            <p:cNvSpPr/>
            <p:nvPr/>
          </p:nvSpPr>
          <p:spPr>
            <a:xfrm>
              <a:off x="2285854" y="3390448"/>
              <a:ext cx="70866" cy="103155"/>
            </a:xfrm>
            <a:custGeom>
              <a:rect b="b" l="l" r="r" t="t"/>
              <a:pathLst>
                <a:path extrusionOk="0" h="103155" w="70866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3" name="Google Shape;2933;p18"/>
            <p:cNvSpPr/>
            <p:nvPr/>
          </p:nvSpPr>
          <p:spPr>
            <a:xfrm>
              <a:off x="2088637" y="3460502"/>
              <a:ext cx="85975" cy="128318"/>
            </a:xfrm>
            <a:custGeom>
              <a:rect b="b" l="l" r="r" t="t"/>
              <a:pathLst>
                <a:path extrusionOk="0" h="128318" w="85975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4" name="Google Shape;2934;p18"/>
            <p:cNvSpPr/>
            <p:nvPr/>
          </p:nvSpPr>
          <p:spPr>
            <a:xfrm>
              <a:off x="4813163" y="609565"/>
              <a:ext cx="169617" cy="33321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5" name="Google Shape;2935;p18"/>
            <p:cNvSpPr/>
            <p:nvPr/>
          </p:nvSpPr>
          <p:spPr>
            <a:xfrm>
              <a:off x="4828467" y="1392196"/>
              <a:ext cx="116692" cy="90410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6" name="Google Shape;2936;p18"/>
            <p:cNvSpPr/>
            <p:nvPr/>
          </p:nvSpPr>
          <p:spPr>
            <a:xfrm>
              <a:off x="4829505" y="1421916"/>
              <a:ext cx="116196" cy="60608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7" name="Google Shape;2937;p18"/>
            <p:cNvSpPr/>
            <p:nvPr/>
          </p:nvSpPr>
          <p:spPr>
            <a:xfrm>
              <a:off x="4688430" y="1310886"/>
              <a:ext cx="116665" cy="87067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8" name="Google Shape;2938;p18"/>
            <p:cNvSpPr/>
            <p:nvPr/>
          </p:nvSpPr>
          <p:spPr>
            <a:xfrm>
              <a:off x="4688726" y="1338477"/>
              <a:ext cx="116135" cy="60608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9" name="Google Shape;2939;p18"/>
            <p:cNvSpPr/>
            <p:nvPr/>
          </p:nvSpPr>
          <p:spPr>
            <a:xfrm>
              <a:off x="4717732" y="910305"/>
              <a:ext cx="408631" cy="493987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0" name="Google Shape;2940;p18"/>
            <p:cNvSpPr/>
            <p:nvPr/>
          </p:nvSpPr>
          <p:spPr>
            <a:xfrm>
              <a:off x="4963696" y="579048"/>
              <a:ext cx="128556" cy="125075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1" name="Google Shape;2941;p18"/>
            <p:cNvSpPr/>
            <p:nvPr/>
          </p:nvSpPr>
          <p:spPr>
            <a:xfrm>
              <a:off x="4918440" y="596574"/>
              <a:ext cx="208599" cy="407146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2" name="Google Shape;2942;p18"/>
            <p:cNvSpPr/>
            <p:nvPr/>
          </p:nvSpPr>
          <p:spPr>
            <a:xfrm>
              <a:off x="4958560" y="449309"/>
              <a:ext cx="138537" cy="168686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3" name="Google Shape;2943;p18"/>
            <p:cNvSpPr/>
            <p:nvPr/>
          </p:nvSpPr>
          <p:spPr>
            <a:xfrm>
              <a:off x="4963736" y="434568"/>
              <a:ext cx="146199" cy="144480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4" name="Google Shape;2944;p18"/>
            <p:cNvSpPr/>
            <p:nvPr/>
          </p:nvSpPr>
          <p:spPr>
            <a:xfrm>
              <a:off x="4896275" y="596956"/>
              <a:ext cx="67341" cy="98012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5" name="Google Shape;2945;p18"/>
            <p:cNvSpPr/>
            <p:nvPr/>
          </p:nvSpPr>
          <p:spPr>
            <a:xfrm>
              <a:off x="5434686" y="3650290"/>
              <a:ext cx="676058" cy="390429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6" name="Google Shape;2946;p18"/>
            <p:cNvSpPr/>
            <p:nvPr/>
          </p:nvSpPr>
          <p:spPr>
            <a:xfrm>
              <a:off x="5472633" y="3576375"/>
              <a:ext cx="587572" cy="226763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7" name="Google Shape;2947;p18"/>
            <p:cNvSpPr/>
            <p:nvPr/>
          </p:nvSpPr>
          <p:spPr>
            <a:xfrm>
              <a:off x="5434724" y="3741253"/>
              <a:ext cx="51339" cy="103346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8" name="Google Shape;2948;p18"/>
            <p:cNvSpPr/>
            <p:nvPr/>
          </p:nvSpPr>
          <p:spPr>
            <a:xfrm>
              <a:off x="6065565" y="3741825"/>
              <a:ext cx="45148" cy="102774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9" name="Google Shape;2949;p18"/>
            <p:cNvSpPr/>
            <p:nvPr/>
          </p:nvSpPr>
          <p:spPr>
            <a:xfrm>
              <a:off x="5494446" y="3630573"/>
              <a:ext cx="562737" cy="32480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0" name="Google Shape;2950;p18"/>
            <p:cNvSpPr/>
            <p:nvPr/>
          </p:nvSpPr>
          <p:spPr>
            <a:xfrm>
              <a:off x="5460441" y="3803737"/>
              <a:ext cx="614737" cy="220544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1" name="Google Shape;2951;p18"/>
            <p:cNvSpPr/>
            <p:nvPr/>
          </p:nvSpPr>
          <p:spPr>
            <a:xfrm>
              <a:off x="5434724" y="3551706"/>
              <a:ext cx="675989" cy="390489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2" name="Google Shape;2952;p18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3" name="Google Shape;2953;p18"/>
            <p:cNvSpPr/>
            <p:nvPr/>
          </p:nvSpPr>
          <p:spPr>
            <a:xfrm>
              <a:off x="5382050" y="3902892"/>
              <a:ext cx="186213" cy="107537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4" name="Google Shape;2954;p18"/>
            <p:cNvSpPr/>
            <p:nvPr/>
          </p:nvSpPr>
          <p:spPr>
            <a:xfrm>
              <a:off x="5425961" y="3928134"/>
              <a:ext cx="142303" cy="132873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5" name="Google Shape;2955;p18"/>
            <p:cNvSpPr/>
            <p:nvPr/>
          </p:nvSpPr>
          <p:spPr>
            <a:xfrm>
              <a:off x="5023720" y="3961462"/>
              <a:ext cx="431291" cy="317858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6" name="Google Shape;2956;p18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7" name="Google Shape;2957;p18"/>
            <p:cNvSpPr/>
            <p:nvPr/>
          </p:nvSpPr>
          <p:spPr>
            <a:xfrm>
              <a:off x="5833536" y="4556308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8" name="Google Shape;2958;p18"/>
            <p:cNvSpPr/>
            <p:nvPr/>
          </p:nvSpPr>
          <p:spPr>
            <a:xfrm>
              <a:off x="6124048" y="3784878"/>
              <a:ext cx="99113" cy="215741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9" name="Google Shape;2959;p18"/>
            <p:cNvSpPr/>
            <p:nvPr/>
          </p:nvSpPr>
          <p:spPr>
            <a:xfrm>
              <a:off x="6137955" y="3696137"/>
              <a:ext cx="71246" cy="137090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0" name="Google Shape;2960;p18"/>
            <p:cNvSpPr/>
            <p:nvPr/>
          </p:nvSpPr>
          <p:spPr>
            <a:xfrm>
              <a:off x="5898535" y="4644969"/>
              <a:ext cx="153698" cy="86203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1" name="Google Shape;2961;p18"/>
            <p:cNvSpPr/>
            <p:nvPr/>
          </p:nvSpPr>
          <p:spPr>
            <a:xfrm>
              <a:off x="5898544" y="4659654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2" name="Google Shape;2962;p18"/>
            <p:cNvSpPr/>
            <p:nvPr/>
          </p:nvSpPr>
          <p:spPr>
            <a:xfrm>
              <a:off x="6010930" y="4594540"/>
              <a:ext cx="153698" cy="86245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3" name="Google Shape;2963;p18"/>
            <p:cNvSpPr/>
            <p:nvPr/>
          </p:nvSpPr>
          <p:spPr>
            <a:xfrm>
              <a:off x="6010940" y="4609266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4" name="Google Shape;2964;p18"/>
            <p:cNvSpPr/>
            <p:nvPr/>
          </p:nvSpPr>
          <p:spPr>
            <a:xfrm>
              <a:off x="5939834" y="4034528"/>
              <a:ext cx="224738" cy="6344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5" name="Google Shape;2965;p18"/>
            <p:cNvSpPr/>
            <p:nvPr/>
          </p:nvSpPr>
          <p:spPr>
            <a:xfrm>
              <a:off x="5972635" y="3514319"/>
              <a:ext cx="163123" cy="261076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6" name="Google Shape;2966;p18"/>
            <p:cNvSpPr/>
            <p:nvPr/>
          </p:nvSpPr>
          <p:spPr>
            <a:xfrm>
              <a:off x="5938247" y="3698937"/>
              <a:ext cx="250857" cy="415389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7" name="Google Shape;2967;p18"/>
            <p:cNvSpPr/>
            <p:nvPr/>
          </p:nvSpPr>
          <p:spPr>
            <a:xfrm>
              <a:off x="5692823" y="3751153"/>
              <a:ext cx="318504" cy="248122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8" name="Google Shape;2968;p18"/>
            <p:cNvSpPr/>
            <p:nvPr/>
          </p:nvSpPr>
          <p:spPr>
            <a:xfrm>
              <a:off x="5925738" y="3745773"/>
              <a:ext cx="96916" cy="141862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9" name="Google Shape;2969;p18"/>
            <p:cNvSpPr/>
            <p:nvPr/>
          </p:nvSpPr>
          <p:spPr>
            <a:xfrm>
              <a:off x="5972396" y="3502859"/>
              <a:ext cx="158142" cy="174304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70" name="Google Shape;2970;p18"/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2971" name="Google Shape;2971;p1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2" name="Google Shape;2972;p1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3" name="Google Shape;2973;p1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4" name="Google Shape;2974;p1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5" name="Google Shape;2975;p1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76" name="Google Shape;2976;p18"/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2977" name="Google Shape;2977;p1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8" name="Google Shape;2978;p1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9" name="Google Shape;2979;p1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0" name="Google Shape;2980;p1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1" name="Google Shape;2981;p1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82" name="Google Shape;2982;p18"/>
            <p:cNvSpPr/>
            <p:nvPr/>
          </p:nvSpPr>
          <p:spPr>
            <a:xfrm>
              <a:off x="5005135" y="663654"/>
              <a:ext cx="157949" cy="441664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3" name="Google Shape;2983;p18"/>
            <p:cNvSpPr/>
            <p:nvPr/>
          </p:nvSpPr>
          <p:spPr>
            <a:xfrm>
              <a:off x="5078203" y="660182"/>
              <a:ext cx="90963" cy="123358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84" name="Google Shape;2984;p18"/>
            <p:cNvGrpSpPr/>
            <p:nvPr/>
          </p:nvGrpSpPr>
          <p:grpSpPr>
            <a:xfrm flipH="1">
              <a:off x="2446567" y="1414371"/>
              <a:ext cx="298963" cy="226660"/>
              <a:chOff x="6621095" y="1452181"/>
              <a:chExt cx="330894" cy="250785"/>
            </a:xfrm>
          </p:grpSpPr>
          <p:sp>
            <p:nvSpPr>
              <p:cNvPr id="2985" name="Google Shape;2985;p1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6" name="Google Shape;2986;p1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7" name="Google Shape;2987;p1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8" name="Google Shape;2988;p1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9" name="Google Shape;2989;p1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90" name="Google Shape;2990;p18"/>
            <p:cNvSpPr/>
            <p:nvPr/>
          </p:nvSpPr>
          <p:spPr>
            <a:xfrm>
              <a:off x="2329846" y="1241863"/>
              <a:ext cx="143174" cy="402337"/>
            </a:xfrm>
            <a:custGeom>
              <a:rect b="b" l="l" r="r" t="t"/>
              <a:pathLst>
                <a:path extrusionOk="0" h="402337" w="143174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1" name="Google Shape;2991;p18"/>
            <p:cNvSpPr/>
            <p:nvPr/>
          </p:nvSpPr>
          <p:spPr>
            <a:xfrm>
              <a:off x="2323859" y="1237315"/>
              <a:ext cx="82772" cy="112806"/>
            </a:xfrm>
            <a:custGeom>
              <a:rect b="b" l="l" r="r" t="t"/>
              <a:pathLst>
                <a:path extrusionOk="0" h="112806" w="82772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92" name="Google Shape;2992;p1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6" name="Shape 2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7" name="Google Shape;2997;p19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Exposición efectiva</a:t>
            </a:r>
            <a:br>
              <a:rPr lang="es-ES" sz="3200">
                <a:solidFill>
                  <a:srgbClr val="007BB9"/>
                </a:solidFill>
              </a:rPr>
            </a:br>
            <a:br>
              <a:rPr lang="es-ES" sz="3200">
                <a:solidFill>
                  <a:srgbClr val="007BB9"/>
                </a:solidFill>
              </a:rPr>
            </a:br>
            <a:br>
              <a:rPr lang="es-ES" sz="3200">
                <a:solidFill>
                  <a:srgbClr val="007BB9"/>
                </a:solidFill>
              </a:rPr>
            </a:br>
            <a:endParaRPr sz="3200"/>
          </a:p>
        </p:txBody>
      </p:sp>
      <p:sp>
        <p:nvSpPr>
          <p:cNvPr id="2998" name="Google Shape;2998;p19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Modo Presentador: segunda pantalla con notas y tiempo.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Atajos: B (pantalla negra), W (blanca), F5 (comenzar).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Notas del orador: redactar idea clave, no leer textualmente.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grpSp>
        <p:nvGrpSpPr>
          <p:cNvPr id="2999" name="Google Shape;2999;p19"/>
          <p:cNvGrpSpPr/>
          <p:nvPr/>
        </p:nvGrpSpPr>
        <p:grpSpPr>
          <a:xfrm>
            <a:off x="6678287" y="3123695"/>
            <a:ext cx="1782593" cy="1812070"/>
            <a:chOff x="2011725" y="44285"/>
            <a:chExt cx="4684870" cy="4762340"/>
          </a:xfrm>
        </p:grpSpPr>
        <p:grpSp>
          <p:nvGrpSpPr>
            <p:cNvPr id="3000" name="Google Shape;3000;p19"/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3001" name="Google Shape;3001;p19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2" name="Google Shape;3002;p19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3" name="Google Shape;3003;p19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4" name="Google Shape;3004;p19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5" name="Google Shape;3005;p19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6" name="Google Shape;3006;p19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7" name="Google Shape;3007;p19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8" name="Google Shape;3008;p19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9" name="Google Shape;3009;p19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0" name="Google Shape;3010;p19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1" name="Google Shape;3011;p19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2" name="Google Shape;3012;p19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3" name="Google Shape;3013;p19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4" name="Google Shape;3014;p19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5" name="Google Shape;3015;p19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6" name="Google Shape;3016;p19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7" name="Google Shape;3017;p19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8" name="Google Shape;3018;p19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9" name="Google Shape;3019;p19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0" name="Google Shape;3020;p19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1" name="Google Shape;3021;p19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2" name="Google Shape;3022;p19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3" name="Google Shape;3023;p19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4" name="Google Shape;3024;p19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5" name="Google Shape;3025;p19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6" name="Google Shape;3026;p19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7" name="Google Shape;3027;p19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8" name="Google Shape;3028;p19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9" name="Google Shape;3029;p19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0" name="Google Shape;3030;p19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1" name="Google Shape;3031;p19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2" name="Google Shape;3032;p19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3" name="Google Shape;3033;p19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4" name="Google Shape;3034;p19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5" name="Google Shape;3035;p19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6" name="Google Shape;3036;p19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7" name="Google Shape;3037;p19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8" name="Google Shape;3038;p19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9" name="Google Shape;3039;p19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0" name="Google Shape;3040;p19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1" name="Google Shape;3041;p19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2" name="Google Shape;3042;p19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3" name="Google Shape;3043;p19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4" name="Google Shape;3044;p19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5" name="Google Shape;3045;p19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6" name="Google Shape;3046;p19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7" name="Google Shape;3047;p19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8" name="Google Shape;3048;p19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9" name="Google Shape;3049;p19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0" name="Google Shape;3050;p19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1" name="Google Shape;3051;p19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2" name="Google Shape;3052;p19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3" name="Google Shape;3053;p19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4" name="Google Shape;3054;p19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5" name="Google Shape;3055;p19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6" name="Google Shape;3056;p19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7" name="Google Shape;3057;p19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8" name="Google Shape;3058;p19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9" name="Google Shape;3059;p19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0" name="Google Shape;3060;p19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1" name="Google Shape;3061;p19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2" name="Google Shape;3062;p19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3" name="Google Shape;3063;p19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4" name="Google Shape;3064;p19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5" name="Google Shape;3065;p19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6" name="Google Shape;3066;p19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7" name="Google Shape;3067;p19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8" name="Google Shape;3068;p19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9" name="Google Shape;3069;p19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0" name="Google Shape;3070;p19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1" name="Google Shape;3071;p19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2" name="Google Shape;3072;p19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3" name="Google Shape;3073;p19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4" name="Google Shape;3074;p19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5" name="Google Shape;3075;p19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6" name="Google Shape;3076;p19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7" name="Google Shape;3077;p19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8" name="Google Shape;3078;p19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9" name="Google Shape;3079;p19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0" name="Google Shape;3080;p19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1" name="Google Shape;3081;p19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2" name="Google Shape;3082;p19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3" name="Google Shape;3083;p19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4" name="Google Shape;3084;p19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5" name="Google Shape;3085;p19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6" name="Google Shape;3086;p19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7" name="Google Shape;3087;p19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8" name="Google Shape;3088;p19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9" name="Google Shape;3089;p19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0" name="Google Shape;3090;p19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1" name="Google Shape;3091;p19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2" name="Google Shape;3092;p19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3" name="Google Shape;3093;p19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4" name="Google Shape;3094;p19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5" name="Google Shape;3095;p19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6" name="Google Shape;3096;p19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7" name="Google Shape;3097;p19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8" name="Google Shape;3098;p19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9" name="Google Shape;3099;p19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0" name="Google Shape;3100;p19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1" name="Google Shape;3101;p19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2" name="Google Shape;3102;p19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3" name="Google Shape;3103;p19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4" name="Google Shape;3104;p19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5" name="Google Shape;3105;p19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6" name="Google Shape;3106;p19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7" name="Google Shape;3107;p19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08" name="Google Shape;3108;p19"/>
            <p:cNvSpPr/>
            <p:nvPr/>
          </p:nvSpPr>
          <p:spPr>
            <a:xfrm>
              <a:off x="4424312" y="3389781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9" name="Google Shape;3109;p19"/>
            <p:cNvSpPr/>
            <p:nvPr/>
          </p:nvSpPr>
          <p:spPr>
            <a:xfrm>
              <a:off x="4458697" y="3370540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0" name="Google Shape;3110;p19"/>
            <p:cNvSpPr/>
            <p:nvPr/>
          </p:nvSpPr>
          <p:spPr>
            <a:xfrm>
              <a:off x="4458697" y="3334726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1" name="Google Shape;3111;p19"/>
            <p:cNvSpPr/>
            <p:nvPr/>
          </p:nvSpPr>
          <p:spPr>
            <a:xfrm>
              <a:off x="5662371" y="3457123"/>
              <a:ext cx="830865" cy="479678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2" name="Google Shape;3112;p19"/>
            <p:cNvSpPr/>
            <p:nvPr/>
          </p:nvSpPr>
          <p:spPr>
            <a:xfrm>
              <a:off x="5582647" y="3524845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3" name="Google Shape;3113;p19"/>
            <p:cNvSpPr/>
            <p:nvPr/>
          </p:nvSpPr>
          <p:spPr>
            <a:xfrm>
              <a:off x="5520830" y="3560469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4" name="Google Shape;3114;p19"/>
            <p:cNvSpPr/>
            <p:nvPr/>
          </p:nvSpPr>
          <p:spPr>
            <a:xfrm>
              <a:off x="5459108" y="3596188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5" name="Google Shape;3115;p19"/>
            <p:cNvSpPr/>
            <p:nvPr/>
          </p:nvSpPr>
          <p:spPr>
            <a:xfrm>
              <a:off x="5006003" y="3836122"/>
              <a:ext cx="830770" cy="479679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6" name="Google Shape;3116;p19"/>
            <p:cNvSpPr/>
            <p:nvPr/>
          </p:nvSpPr>
          <p:spPr>
            <a:xfrm>
              <a:off x="4926279" y="3903750"/>
              <a:ext cx="741616" cy="428244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7" name="Google Shape;3117;p19"/>
            <p:cNvSpPr/>
            <p:nvPr/>
          </p:nvSpPr>
          <p:spPr>
            <a:xfrm>
              <a:off x="4864462" y="3939468"/>
              <a:ext cx="727614" cy="42005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8" name="Google Shape;3118;p19"/>
            <p:cNvSpPr/>
            <p:nvPr/>
          </p:nvSpPr>
          <p:spPr>
            <a:xfrm>
              <a:off x="4802740" y="3975092"/>
              <a:ext cx="620839" cy="358520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9" name="Google Shape;3119;p19"/>
            <p:cNvSpPr/>
            <p:nvPr/>
          </p:nvSpPr>
          <p:spPr>
            <a:xfrm>
              <a:off x="5169357" y="3663339"/>
              <a:ext cx="421766" cy="243458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0" name="Google Shape;3120;p19"/>
            <p:cNvSpPr/>
            <p:nvPr/>
          </p:nvSpPr>
          <p:spPr>
            <a:xfrm>
              <a:off x="5441867" y="3820597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1" name="Google Shape;3121;p19"/>
            <p:cNvSpPr/>
            <p:nvPr/>
          </p:nvSpPr>
          <p:spPr>
            <a:xfrm>
              <a:off x="5714378" y="3977950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2" name="Google Shape;3122;p19"/>
            <p:cNvSpPr/>
            <p:nvPr/>
          </p:nvSpPr>
          <p:spPr>
            <a:xfrm>
              <a:off x="2242896" y="2171438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3" name="Google Shape;3123;p19"/>
            <p:cNvSpPr/>
            <p:nvPr/>
          </p:nvSpPr>
          <p:spPr>
            <a:xfrm>
              <a:off x="2526170" y="20060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4" name="Google Shape;3124;p19"/>
            <p:cNvSpPr/>
            <p:nvPr/>
          </p:nvSpPr>
          <p:spPr>
            <a:xfrm>
              <a:off x="2632278" y="1017294"/>
              <a:ext cx="357473" cy="206311"/>
            </a:xfrm>
            <a:custGeom>
              <a:rect b="b" l="l" r="r" t="t"/>
              <a:pathLst>
                <a:path extrusionOk="0" h="206311" w="357473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5" name="Google Shape;3125;p19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6" name="Google Shape;3126;p19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7" name="Google Shape;3127;p19"/>
            <p:cNvSpPr/>
            <p:nvPr/>
          </p:nvSpPr>
          <p:spPr>
            <a:xfrm>
              <a:off x="2811062" y="1120450"/>
              <a:ext cx="178689" cy="1032319"/>
            </a:xfrm>
            <a:custGeom>
              <a:rect b="b" l="l" r="r" t="t"/>
              <a:pathLst>
                <a:path extrusionOk="0" h="1032319" w="178689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8" name="Google Shape;3128;p19"/>
            <p:cNvSpPr/>
            <p:nvPr/>
          </p:nvSpPr>
          <p:spPr>
            <a:xfrm>
              <a:off x="2364150" y="1481542"/>
              <a:ext cx="357473" cy="206501"/>
            </a:xfrm>
            <a:custGeom>
              <a:rect b="b" l="l" r="r" t="t"/>
              <a:pathLst>
                <a:path extrusionOk="0" h="206501" w="357473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9" name="Google Shape;3129;p19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0" name="Google Shape;3130;p19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1" name="Google Shape;3131;p19"/>
            <p:cNvSpPr/>
            <p:nvPr/>
          </p:nvSpPr>
          <p:spPr>
            <a:xfrm>
              <a:off x="2542934" y="1584793"/>
              <a:ext cx="178688" cy="721899"/>
            </a:xfrm>
            <a:custGeom>
              <a:rect b="b" l="l" r="r" t="t"/>
              <a:pathLst>
                <a:path extrusionOk="0" h="721899" w="178688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2" name="Google Shape;3132;p19"/>
            <p:cNvSpPr/>
            <p:nvPr/>
          </p:nvSpPr>
          <p:spPr>
            <a:xfrm>
              <a:off x="2013915" y="2306693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3" name="Google Shape;3133;p19"/>
            <p:cNvSpPr/>
            <p:nvPr/>
          </p:nvSpPr>
          <p:spPr>
            <a:xfrm>
              <a:off x="2078685" y="19719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4" name="Google Shape;3134;p19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5" name="Google Shape;3135;p19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6" name="Google Shape;3136;p19"/>
            <p:cNvSpPr/>
            <p:nvPr/>
          </p:nvSpPr>
          <p:spPr>
            <a:xfrm>
              <a:off x="2257469" y="2075140"/>
              <a:ext cx="178689" cy="399097"/>
            </a:xfrm>
            <a:custGeom>
              <a:rect b="b" l="l" r="r" t="t"/>
              <a:pathLst>
                <a:path extrusionOk="0" h="399097" w="178689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7" name="Google Shape;3137;p19"/>
            <p:cNvSpPr/>
            <p:nvPr/>
          </p:nvSpPr>
          <p:spPr>
            <a:xfrm>
              <a:off x="4050634" y="46890"/>
              <a:ext cx="205002" cy="299719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8" name="Google Shape;3138;p19"/>
            <p:cNvSpPr/>
            <p:nvPr/>
          </p:nvSpPr>
          <p:spPr>
            <a:xfrm>
              <a:off x="4066180" y="44285"/>
              <a:ext cx="98194" cy="12100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9" name="Google Shape;3139;p19"/>
            <p:cNvSpPr/>
            <p:nvPr/>
          </p:nvSpPr>
          <p:spPr>
            <a:xfrm>
              <a:off x="4085379" y="175665"/>
              <a:ext cx="121123" cy="13556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0" name="Google Shape;3140;p19"/>
            <p:cNvSpPr/>
            <p:nvPr/>
          </p:nvSpPr>
          <p:spPr>
            <a:xfrm>
              <a:off x="3878508" y="229758"/>
              <a:ext cx="228579" cy="325392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1" name="Google Shape;3141;p19"/>
            <p:cNvSpPr/>
            <p:nvPr/>
          </p:nvSpPr>
          <p:spPr>
            <a:xfrm>
              <a:off x="4050113" y="220052"/>
              <a:ext cx="176568" cy="232904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2" name="Google Shape;3142;p19"/>
            <p:cNvSpPr/>
            <p:nvPr/>
          </p:nvSpPr>
          <p:spPr>
            <a:xfrm>
              <a:off x="4081568" y="53558"/>
              <a:ext cx="129892" cy="160015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3" name="Google Shape;3143;p19"/>
            <p:cNvSpPr/>
            <p:nvPr/>
          </p:nvSpPr>
          <p:spPr>
            <a:xfrm>
              <a:off x="4086841" y="52931"/>
              <a:ext cx="130406" cy="122734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4" name="Google Shape;3144;p19"/>
            <p:cNvSpPr/>
            <p:nvPr/>
          </p:nvSpPr>
          <p:spPr>
            <a:xfrm>
              <a:off x="3930273" y="858890"/>
              <a:ext cx="102549" cy="78223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5" name="Google Shape;3145;p19"/>
            <p:cNvSpPr/>
            <p:nvPr/>
          </p:nvSpPr>
          <p:spPr>
            <a:xfrm>
              <a:off x="3930726" y="883849"/>
              <a:ext cx="102084" cy="53297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6" name="Google Shape;3146;p19"/>
            <p:cNvSpPr/>
            <p:nvPr/>
          </p:nvSpPr>
          <p:spPr>
            <a:xfrm>
              <a:off x="3878956" y="825175"/>
              <a:ext cx="93870" cy="7271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7" name="Google Shape;3147;p19"/>
            <p:cNvSpPr/>
            <p:nvPr/>
          </p:nvSpPr>
          <p:spPr>
            <a:xfrm>
              <a:off x="3879387" y="849177"/>
              <a:ext cx="93498" cy="48808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8" name="Google Shape;3148;p19"/>
            <p:cNvSpPr/>
            <p:nvPr/>
          </p:nvSpPr>
          <p:spPr>
            <a:xfrm>
              <a:off x="3913772" y="449985"/>
              <a:ext cx="223526" cy="385528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9" name="Google Shape;3149;p19"/>
            <p:cNvSpPr/>
            <p:nvPr/>
          </p:nvSpPr>
          <p:spPr>
            <a:xfrm>
              <a:off x="3974732" y="450747"/>
              <a:ext cx="222535" cy="417442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0" name="Google Shape;3150;p19"/>
            <p:cNvSpPr/>
            <p:nvPr/>
          </p:nvSpPr>
          <p:spPr>
            <a:xfrm>
              <a:off x="3891839" y="424458"/>
              <a:ext cx="332782" cy="306321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1" name="Google Shape;3151;p19"/>
            <p:cNvSpPr/>
            <p:nvPr/>
          </p:nvSpPr>
          <p:spPr>
            <a:xfrm>
              <a:off x="4159410" y="243442"/>
              <a:ext cx="115651" cy="405453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2" name="Google Shape;3152;p19"/>
            <p:cNvSpPr/>
            <p:nvPr/>
          </p:nvSpPr>
          <p:spPr>
            <a:xfrm>
              <a:off x="4182076" y="238331"/>
              <a:ext cx="69928" cy="88934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3" name="Google Shape;3153;p19"/>
            <p:cNvSpPr/>
            <p:nvPr/>
          </p:nvSpPr>
          <p:spPr>
            <a:xfrm>
              <a:off x="4044931" y="219924"/>
              <a:ext cx="59816" cy="62802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4" name="Google Shape;3154;p19"/>
            <p:cNvSpPr/>
            <p:nvPr/>
          </p:nvSpPr>
          <p:spPr>
            <a:xfrm>
              <a:off x="2494198" y="1192008"/>
              <a:ext cx="154251" cy="303342"/>
            </a:xfrm>
            <a:custGeom>
              <a:rect b="b" l="l" r="r" t="t"/>
              <a:pathLst>
                <a:path extrusionOk="0" h="303342" w="154251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5" name="Google Shape;3155;p19"/>
            <p:cNvSpPr/>
            <p:nvPr/>
          </p:nvSpPr>
          <p:spPr>
            <a:xfrm>
              <a:off x="2527565" y="1904831"/>
              <a:ext cx="106588" cy="82319"/>
            </a:xfrm>
            <a:custGeom>
              <a:rect b="b" l="l" r="r" t="t"/>
              <a:pathLst>
                <a:path extrusionOk="0" h="82319" w="106588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6" name="Google Shape;3156;p19"/>
            <p:cNvSpPr/>
            <p:nvPr/>
          </p:nvSpPr>
          <p:spPr>
            <a:xfrm>
              <a:off x="2527774" y="1931884"/>
              <a:ext cx="106123" cy="55368"/>
            </a:xfrm>
            <a:custGeom>
              <a:rect b="b" l="l" r="r" t="t"/>
              <a:pathLst>
                <a:path extrusionOk="0" h="55368" w="106123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7" name="Google Shape;3157;p19"/>
            <p:cNvSpPr/>
            <p:nvPr/>
          </p:nvSpPr>
          <p:spPr>
            <a:xfrm>
              <a:off x="2655329" y="1830290"/>
              <a:ext cx="106576" cy="79516"/>
            </a:xfrm>
            <a:custGeom>
              <a:rect b="b" l="l" r="r" t="t"/>
              <a:pathLst>
                <a:path extrusionOk="0" h="79516" w="106576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8" name="Google Shape;3158;p19"/>
            <p:cNvSpPr/>
            <p:nvPr/>
          </p:nvSpPr>
          <p:spPr>
            <a:xfrm>
              <a:off x="2655759" y="1855875"/>
              <a:ext cx="106154" cy="55320"/>
            </a:xfrm>
            <a:custGeom>
              <a:rect b="b" l="l" r="r" t="t"/>
              <a:pathLst>
                <a:path extrusionOk="0" h="55320" w="106154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9" name="Google Shape;3159;p19"/>
            <p:cNvSpPr/>
            <p:nvPr/>
          </p:nvSpPr>
          <p:spPr>
            <a:xfrm>
              <a:off x="2362866" y="1465363"/>
              <a:ext cx="372536" cy="450662"/>
            </a:xfrm>
            <a:custGeom>
              <a:rect b="b" l="l" r="r" t="t"/>
              <a:pathLst>
                <a:path extrusionOk="0" h="450662" w="372536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0" name="Google Shape;3160;p19"/>
            <p:cNvSpPr/>
            <p:nvPr/>
          </p:nvSpPr>
          <p:spPr>
            <a:xfrm>
              <a:off x="2393925" y="1163883"/>
              <a:ext cx="117160" cy="114020"/>
            </a:xfrm>
            <a:custGeom>
              <a:rect b="b" l="l" r="r" t="t"/>
              <a:pathLst>
                <a:path extrusionOk="0" h="114020" w="11716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1" name="Google Shape;3161;p19"/>
            <p:cNvSpPr/>
            <p:nvPr/>
          </p:nvSpPr>
          <p:spPr>
            <a:xfrm>
              <a:off x="2362970" y="1179922"/>
              <a:ext cx="189574" cy="370837"/>
            </a:xfrm>
            <a:custGeom>
              <a:rect b="b" l="l" r="r" t="t"/>
              <a:pathLst>
                <a:path extrusionOk="0" h="370837" w="189574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2" name="Google Shape;3162;p19"/>
            <p:cNvSpPr/>
            <p:nvPr/>
          </p:nvSpPr>
          <p:spPr>
            <a:xfrm>
              <a:off x="2389574" y="1045793"/>
              <a:ext cx="126365" cy="153696"/>
            </a:xfrm>
            <a:custGeom>
              <a:rect b="b" l="l" r="r" t="t"/>
              <a:pathLst>
                <a:path extrusionOk="0" h="153696" w="126365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3" name="Google Shape;3163;p19"/>
            <p:cNvSpPr/>
            <p:nvPr/>
          </p:nvSpPr>
          <p:spPr>
            <a:xfrm>
              <a:off x="2377852" y="1032078"/>
              <a:ext cx="133256" cy="131805"/>
            </a:xfrm>
            <a:custGeom>
              <a:rect b="b" l="l" r="r" t="t"/>
              <a:pathLst>
                <a:path extrusionOk="0" h="131805" w="133256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4" name="Google Shape;3164;p19"/>
            <p:cNvSpPr/>
            <p:nvPr/>
          </p:nvSpPr>
          <p:spPr>
            <a:xfrm>
              <a:off x="2511120" y="1180647"/>
              <a:ext cx="61436" cy="88868"/>
            </a:xfrm>
            <a:custGeom>
              <a:rect b="b" l="l" r="r" t="t"/>
              <a:pathLst>
                <a:path extrusionOk="0" h="88868" w="61436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5" name="Google Shape;3165;p19"/>
            <p:cNvSpPr/>
            <p:nvPr/>
          </p:nvSpPr>
          <p:spPr>
            <a:xfrm>
              <a:off x="6137574" y="3350157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6" name="Google Shape;3166;p19"/>
            <p:cNvSpPr/>
            <p:nvPr/>
          </p:nvSpPr>
          <p:spPr>
            <a:xfrm>
              <a:off x="6267054" y="2297586"/>
              <a:ext cx="217597" cy="318657"/>
            </a:xfrm>
            <a:custGeom>
              <a:rect b="b" l="l" r="r" t="t"/>
              <a:pathLst>
                <a:path extrusionOk="0" h="318657" w="217597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7" name="Google Shape;3167;p19"/>
            <p:cNvSpPr/>
            <p:nvPr/>
          </p:nvSpPr>
          <p:spPr>
            <a:xfrm>
              <a:off x="6260770" y="2526901"/>
              <a:ext cx="40647" cy="235450"/>
            </a:xfrm>
            <a:custGeom>
              <a:rect b="b" l="l" r="r" t="t"/>
              <a:pathLst>
                <a:path extrusionOk="0" h="235450" w="40647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8" name="Google Shape;3168;p19"/>
            <p:cNvSpPr/>
            <p:nvPr/>
          </p:nvSpPr>
          <p:spPr>
            <a:xfrm>
              <a:off x="6283969" y="2294668"/>
              <a:ext cx="103921" cy="128329"/>
            </a:xfrm>
            <a:custGeom>
              <a:rect b="b" l="l" r="r" t="t"/>
              <a:pathLst>
                <a:path extrusionOk="0" h="128329" w="103921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9" name="Google Shape;3169;p19"/>
            <p:cNvSpPr/>
            <p:nvPr/>
          </p:nvSpPr>
          <p:spPr>
            <a:xfrm>
              <a:off x="6304395" y="2434900"/>
              <a:ext cx="128622" cy="143860"/>
            </a:xfrm>
            <a:custGeom>
              <a:rect b="b" l="l" r="r" t="t"/>
              <a:pathLst>
                <a:path extrusionOk="0" h="143860" w="128622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0" name="Google Shape;3170;p19"/>
            <p:cNvSpPr/>
            <p:nvPr/>
          </p:nvSpPr>
          <p:spPr>
            <a:xfrm>
              <a:off x="6266985" y="2481191"/>
              <a:ext cx="187397" cy="215209"/>
            </a:xfrm>
            <a:custGeom>
              <a:rect b="b" l="l" r="r" t="t"/>
              <a:pathLst>
                <a:path extrusionOk="0" h="215209" w="187397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1" name="Google Shape;3171;p19"/>
            <p:cNvSpPr/>
            <p:nvPr/>
          </p:nvSpPr>
          <p:spPr>
            <a:xfrm>
              <a:off x="6300305" y="2304949"/>
              <a:ext cx="138529" cy="170431"/>
            </a:xfrm>
            <a:custGeom>
              <a:rect b="b" l="l" r="r" t="t"/>
              <a:pathLst>
                <a:path extrusionOk="0" h="170431" w="138529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2" name="Google Shape;3172;p19"/>
            <p:cNvSpPr/>
            <p:nvPr/>
          </p:nvSpPr>
          <p:spPr>
            <a:xfrm>
              <a:off x="6305880" y="2304032"/>
              <a:ext cx="138474" cy="130867"/>
            </a:xfrm>
            <a:custGeom>
              <a:rect b="b" l="l" r="r" t="t"/>
              <a:pathLst>
                <a:path extrusionOk="0" h="130867" w="138474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3" name="Google Shape;3173;p19"/>
            <p:cNvSpPr/>
            <p:nvPr/>
          </p:nvSpPr>
          <p:spPr>
            <a:xfrm>
              <a:off x="6412912" y="2510225"/>
              <a:ext cx="93089" cy="307779"/>
            </a:xfrm>
            <a:custGeom>
              <a:rect b="b" l="l" r="r" t="t"/>
              <a:pathLst>
                <a:path extrusionOk="0" h="307779" w="93089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4" name="Google Shape;3174;p19"/>
            <p:cNvSpPr/>
            <p:nvPr/>
          </p:nvSpPr>
          <p:spPr>
            <a:xfrm>
              <a:off x="6328850" y="3433403"/>
              <a:ext cx="108744" cy="83141"/>
            </a:xfrm>
            <a:custGeom>
              <a:rect b="b" l="l" r="r" t="t"/>
              <a:pathLst>
                <a:path extrusionOk="0" h="83141" w="108744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5" name="Google Shape;3175;p19"/>
            <p:cNvSpPr/>
            <p:nvPr/>
          </p:nvSpPr>
          <p:spPr>
            <a:xfrm>
              <a:off x="6329407" y="3459885"/>
              <a:ext cx="108204" cy="56238"/>
            </a:xfrm>
            <a:custGeom>
              <a:rect b="b" l="l" r="r" t="t"/>
              <a:pathLst>
                <a:path extrusionOk="0" h="56238" w="108204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6" name="Google Shape;3176;p19"/>
            <p:cNvSpPr/>
            <p:nvPr/>
          </p:nvSpPr>
          <p:spPr>
            <a:xfrm>
              <a:off x="6246119" y="3415021"/>
              <a:ext cx="99827" cy="77341"/>
            </a:xfrm>
            <a:custGeom>
              <a:rect b="b" l="l" r="r" t="t"/>
              <a:pathLst>
                <a:path extrusionOk="0" h="77341" w="99827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7" name="Google Shape;3177;p19"/>
            <p:cNvSpPr/>
            <p:nvPr/>
          </p:nvSpPr>
          <p:spPr>
            <a:xfrm>
              <a:off x="6246063" y="3440454"/>
              <a:ext cx="99536" cy="51729"/>
            </a:xfrm>
            <a:custGeom>
              <a:rect b="b" l="l" r="r" t="t"/>
              <a:pathLst>
                <a:path extrusionOk="0" h="51729" w="99536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8" name="Google Shape;3178;p19"/>
            <p:cNvSpPr/>
            <p:nvPr/>
          </p:nvSpPr>
          <p:spPr>
            <a:xfrm>
              <a:off x="6262125" y="2696837"/>
              <a:ext cx="213068" cy="744450"/>
            </a:xfrm>
            <a:custGeom>
              <a:rect b="b" l="l" r="r" t="t"/>
              <a:pathLst>
                <a:path extrusionOk="0" h="744450" w="213068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9" name="Google Shape;3179;p19"/>
            <p:cNvSpPr/>
            <p:nvPr/>
          </p:nvSpPr>
          <p:spPr>
            <a:xfrm>
              <a:off x="6253173" y="2679311"/>
              <a:ext cx="226922" cy="495109"/>
            </a:xfrm>
            <a:custGeom>
              <a:rect b="b" l="l" r="r" t="t"/>
              <a:pathLst>
                <a:path extrusionOk="0" h="495109" w="226922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0" name="Google Shape;3180;p19"/>
            <p:cNvSpPr/>
            <p:nvPr/>
          </p:nvSpPr>
          <p:spPr>
            <a:xfrm>
              <a:off x="6408973" y="2507035"/>
              <a:ext cx="76263" cy="95029"/>
            </a:xfrm>
            <a:custGeom>
              <a:rect b="b" l="l" r="r" t="t"/>
              <a:pathLst>
                <a:path extrusionOk="0" h="95029" w="76263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1" name="Google Shape;3181;p19"/>
            <p:cNvSpPr/>
            <p:nvPr/>
          </p:nvSpPr>
          <p:spPr>
            <a:xfrm>
              <a:off x="6261399" y="2481311"/>
              <a:ext cx="63531" cy="66745"/>
            </a:xfrm>
            <a:custGeom>
              <a:rect b="b" l="l" r="r" t="t"/>
              <a:pathLst>
                <a:path extrusionOk="0" h="66745" w="63531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2" name="Google Shape;3182;p19"/>
            <p:cNvSpPr/>
            <p:nvPr/>
          </p:nvSpPr>
          <p:spPr>
            <a:xfrm>
              <a:off x="2608942" y="4557070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3" name="Google Shape;3183;p19"/>
            <p:cNvSpPr/>
            <p:nvPr/>
          </p:nvSpPr>
          <p:spPr>
            <a:xfrm>
              <a:off x="2930982" y="3722965"/>
              <a:ext cx="85002" cy="305847"/>
            </a:xfrm>
            <a:custGeom>
              <a:rect b="b" l="l" r="r" t="t"/>
              <a:pathLst>
                <a:path extrusionOk="0" h="305847" w="85002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4" name="Google Shape;3184;p19"/>
            <p:cNvSpPr/>
            <p:nvPr/>
          </p:nvSpPr>
          <p:spPr>
            <a:xfrm>
              <a:off x="2667241" y="4676337"/>
              <a:ext cx="123900" cy="70118"/>
            </a:xfrm>
            <a:custGeom>
              <a:rect b="b" l="l" r="r" t="t"/>
              <a:pathLst>
                <a:path extrusionOk="0" h="70118" w="12390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5" name="Google Shape;3185;p19"/>
            <p:cNvSpPr/>
            <p:nvPr/>
          </p:nvSpPr>
          <p:spPr>
            <a:xfrm>
              <a:off x="2667120" y="4688038"/>
              <a:ext cx="121939" cy="58416"/>
            </a:xfrm>
            <a:custGeom>
              <a:rect b="b" l="l" r="r" t="t"/>
              <a:pathLst>
                <a:path extrusionOk="0" h="58416" w="121939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6" name="Google Shape;3186;p19"/>
            <p:cNvSpPr/>
            <p:nvPr/>
          </p:nvSpPr>
          <p:spPr>
            <a:xfrm>
              <a:off x="2825027" y="4597173"/>
              <a:ext cx="119416" cy="67472"/>
            </a:xfrm>
            <a:custGeom>
              <a:rect b="b" l="l" r="r" t="t"/>
              <a:pathLst>
                <a:path extrusionOk="0" h="67472" w="119416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7" name="Google Shape;3187;p19"/>
            <p:cNvSpPr/>
            <p:nvPr/>
          </p:nvSpPr>
          <p:spPr>
            <a:xfrm>
              <a:off x="2825072" y="4608314"/>
              <a:ext cx="117340" cy="56332"/>
            </a:xfrm>
            <a:custGeom>
              <a:rect b="b" l="l" r="r" t="t"/>
              <a:pathLst>
                <a:path extrusionOk="0" h="56332" w="11734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8" name="Google Shape;3188;p19"/>
            <p:cNvSpPr/>
            <p:nvPr/>
          </p:nvSpPr>
          <p:spPr>
            <a:xfrm>
              <a:off x="2742284" y="3964900"/>
              <a:ext cx="238054" cy="732926"/>
            </a:xfrm>
            <a:custGeom>
              <a:rect b="b" l="l" r="r" t="t"/>
              <a:pathLst>
                <a:path extrusionOk="0" h="732926" w="238054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9" name="Google Shape;3189;p19"/>
            <p:cNvSpPr/>
            <p:nvPr/>
          </p:nvSpPr>
          <p:spPr>
            <a:xfrm>
              <a:off x="2743301" y="3964900"/>
              <a:ext cx="236925" cy="409866"/>
            </a:xfrm>
            <a:custGeom>
              <a:rect b="b" l="l" r="r" t="t"/>
              <a:pathLst>
                <a:path extrusionOk="0" h="409866" w="236925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0" name="Google Shape;3190;p19"/>
            <p:cNvSpPr/>
            <p:nvPr/>
          </p:nvSpPr>
          <p:spPr>
            <a:xfrm>
              <a:off x="2790577" y="3522142"/>
              <a:ext cx="160521" cy="258577"/>
            </a:xfrm>
            <a:custGeom>
              <a:rect b="b" l="l" r="r" t="t"/>
              <a:pathLst>
                <a:path extrusionOk="0" h="258577" w="160521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1" name="Google Shape;3191;p19"/>
            <p:cNvSpPr/>
            <p:nvPr/>
          </p:nvSpPr>
          <p:spPr>
            <a:xfrm>
              <a:off x="2954700" y="3752463"/>
              <a:ext cx="61341" cy="108805"/>
            </a:xfrm>
            <a:custGeom>
              <a:rect b="b" l="l" r="r" t="t"/>
              <a:pathLst>
                <a:path extrusionOk="0" h="108805" w="61341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2" name="Google Shape;3192;p19"/>
            <p:cNvSpPr/>
            <p:nvPr/>
          </p:nvSpPr>
          <p:spPr>
            <a:xfrm>
              <a:off x="2782487" y="3720882"/>
              <a:ext cx="191546" cy="273865"/>
            </a:xfrm>
            <a:custGeom>
              <a:rect b="b" l="l" r="r" t="t"/>
              <a:pathLst>
                <a:path extrusionOk="0" h="273865" w="191546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3" name="Google Shape;3193;p19"/>
            <p:cNvSpPr/>
            <p:nvPr/>
          </p:nvSpPr>
          <p:spPr>
            <a:xfrm>
              <a:off x="2469603" y="3777311"/>
              <a:ext cx="368747" cy="265455"/>
            </a:xfrm>
            <a:custGeom>
              <a:rect b="b" l="l" r="r" t="t"/>
              <a:pathLst>
                <a:path extrusionOk="0" h="265455" w="368747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4" name="Google Shape;3194;p19"/>
            <p:cNvSpPr/>
            <p:nvPr/>
          </p:nvSpPr>
          <p:spPr>
            <a:xfrm>
              <a:off x="2743245" y="3761847"/>
              <a:ext cx="100785" cy="104755"/>
            </a:xfrm>
            <a:custGeom>
              <a:rect b="b" l="l" r="r" t="t"/>
              <a:pathLst>
                <a:path extrusionOk="0" h="104755" w="100785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5" name="Google Shape;3195;p19"/>
            <p:cNvSpPr/>
            <p:nvPr/>
          </p:nvSpPr>
          <p:spPr>
            <a:xfrm>
              <a:off x="2783810" y="3522089"/>
              <a:ext cx="201012" cy="328692"/>
            </a:xfrm>
            <a:custGeom>
              <a:rect b="b" l="l" r="r" t="t"/>
              <a:pathLst>
                <a:path extrusionOk="0" h="328692" w="201012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6" name="Google Shape;3196;p19"/>
            <p:cNvSpPr/>
            <p:nvPr/>
          </p:nvSpPr>
          <p:spPr>
            <a:xfrm>
              <a:off x="2011725" y="4252365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7" name="Google Shape;3197;p19"/>
            <p:cNvSpPr/>
            <p:nvPr/>
          </p:nvSpPr>
          <p:spPr>
            <a:xfrm>
              <a:off x="2116256" y="4345803"/>
              <a:ext cx="122876" cy="95119"/>
            </a:xfrm>
            <a:custGeom>
              <a:rect b="b" l="l" r="r" t="t"/>
              <a:pathLst>
                <a:path extrusionOk="0" h="95119" w="122876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8" name="Google Shape;3198;p19"/>
            <p:cNvSpPr/>
            <p:nvPr/>
          </p:nvSpPr>
          <p:spPr>
            <a:xfrm>
              <a:off x="2116272" y="4377142"/>
              <a:ext cx="122242" cy="63751"/>
            </a:xfrm>
            <a:custGeom>
              <a:rect b="b" l="l" r="r" t="t"/>
              <a:pathLst>
                <a:path extrusionOk="0" h="63751" w="122242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9" name="Google Shape;3199;p19"/>
            <p:cNvSpPr/>
            <p:nvPr/>
          </p:nvSpPr>
          <p:spPr>
            <a:xfrm>
              <a:off x="2242069" y="4298215"/>
              <a:ext cx="122771" cy="91654"/>
            </a:xfrm>
            <a:custGeom>
              <a:rect b="b" l="l" r="r" t="t"/>
              <a:pathLst>
                <a:path extrusionOk="0" h="91654" w="122771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0" name="Google Shape;3200;p19"/>
            <p:cNvSpPr/>
            <p:nvPr/>
          </p:nvSpPr>
          <p:spPr>
            <a:xfrm>
              <a:off x="2242300" y="4327803"/>
              <a:ext cx="122230" cy="63800"/>
            </a:xfrm>
            <a:custGeom>
              <a:rect b="b" l="l" r="r" t="t"/>
              <a:pathLst>
                <a:path extrusionOk="0" h="63800" w="12223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1" name="Google Shape;3201;p19"/>
            <p:cNvSpPr/>
            <p:nvPr/>
          </p:nvSpPr>
          <p:spPr>
            <a:xfrm>
              <a:off x="2122246" y="3749635"/>
              <a:ext cx="211613" cy="606004"/>
            </a:xfrm>
            <a:custGeom>
              <a:rect b="b" l="l" r="r" t="t"/>
              <a:pathLst>
                <a:path extrusionOk="0" h="606004" w="211613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2" name="Google Shape;3202;p19"/>
            <p:cNvSpPr/>
            <p:nvPr/>
          </p:nvSpPr>
          <p:spPr>
            <a:xfrm>
              <a:off x="2150411" y="3371683"/>
              <a:ext cx="135319" cy="132132"/>
            </a:xfrm>
            <a:custGeom>
              <a:rect b="b" l="l" r="r" t="t"/>
              <a:pathLst>
                <a:path extrusionOk="0" h="132132" w="135319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3" name="Google Shape;3203;p19"/>
            <p:cNvSpPr/>
            <p:nvPr/>
          </p:nvSpPr>
          <p:spPr>
            <a:xfrm>
              <a:off x="2307535" y="3402925"/>
              <a:ext cx="192267" cy="377666"/>
            </a:xfrm>
            <a:custGeom>
              <a:rect b="b" l="l" r="r" t="t"/>
              <a:pathLst>
                <a:path extrusionOk="0" h="377666" w="192267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4" name="Google Shape;3204;p19"/>
            <p:cNvSpPr/>
            <p:nvPr/>
          </p:nvSpPr>
          <p:spPr>
            <a:xfrm>
              <a:off x="2114600" y="3389774"/>
              <a:ext cx="219367" cy="442443"/>
            </a:xfrm>
            <a:custGeom>
              <a:rect b="b" l="l" r="r" t="t"/>
              <a:pathLst>
                <a:path extrusionOk="0" h="442443" w="219367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5" name="Google Shape;3205;p19"/>
            <p:cNvSpPr/>
            <p:nvPr/>
          </p:nvSpPr>
          <p:spPr>
            <a:xfrm>
              <a:off x="2145213" y="3235029"/>
              <a:ext cx="146094" cy="177613"/>
            </a:xfrm>
            <a:custGeom>
              <a:rect b="b" l="l" r="r" t="t"/>
              <a:pathLst>
                <a:path extrusionOk="0" h="177613" w="146094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6" name="Google Shape;3206;p19"/>
            <p:cNvSpPr/>
            <p:nvPr/>
          </p:nvSpPr>
          <p:spPr>
            <a:xfrm>
              <a:off x="2131725" y="3219615"/>
              <a:ext cx="154031" cy="152067"/>
            </a:xfrm>
            <a:custGeom>
              <a:rect b="b" l="l" r="r" t="t"/>
              <a:pathLst>
                <a:path extrusionOk="0" h="152067" w="154031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7" name="Google Shape;3207;p19"/>
            <p:cNvSpPr/>
            <p:nvPr/>
          </p:nvSpPr>
          <p:spPr>
            <a:xfrm>
              <a:off x="2103052" y="3477411"/>
              <a:ext cx="196972" cy="338613"/>
            </a:xfrm>
            <a:custGeom>
              <a:rect b="b" l="l" r="r" t="t"/>
              <a:pathLst>
                <a:path extrusionOk="0" h="338613" w="196972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8" name="Google Shape;3208;p19"/>
            <p:cNvSpPr/>
            <p:nvPr/>
          </p:nvSpPr>
          <p:spPr>
            <a:xfrm>
              <a:off x="2312810" y="3580852"/>
              <a:ext cx="228028" cy="306609"/>
            </a:xfrm>
            <a:custGeom>
              <a:rect b="b" l="l" r="r" t="t"/>
              <a:pathLst>
                <a:path extrusionOk="0" h="306609" w="228028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9" name="Google Shape;3209;p19"/>
            <p:cNvSpPr/>
            <p:nvPr/>
          </p:nvSpPr>
          <p:spPr>
            <a:xfrm>
              <a:off x="2273486" y="3773067"/>
              <a:ext cx="115992" cy="56976"/>
            </a:xfrm>
            <a:custGeom>
              <a:rect b="b" l="l" r="r" t="t"/>
              <a:pathLst>
                <a:path extrusionOk="0" h="56976" w="115992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0" name="Google Shape;3210;p19"/>
            <p:cNvSpPr/>
            <p:nvPr/>
          </p:nvSpPr>
          <p:spPr>
            <a:xfrm>
              <a:off x="2440714" y="3737029"/>
              <a:ext cx="71478" cy="59099"/>
            </a:xfrm>
            <a:custGeom>
              <a:rect b="b" l="l" r="r" t="t"/>
              <a:pathLst>
                <a:path extrusionOk="0" h="59099" w="71478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1" name="Google Shape;3211;p19"/>
            <p:cNvSpPr/>
            <p:nvPr/>
          </p:nvSpPr>
          <p:spPr>
            <a:xfrm>
              <a:off x="2285854" y="3390448"/>
              <a:ext cx="70866" cy="103155"/>
            </a:xfrm>
            <a:custGeom>
              <a:rect b="b" l="l" r="r" t="t"/>
              <a:pathLst>
                <a:path extrusionOk="0" h="103155" w="70866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2" name="Google Shape;3212;p19"/>
            <p:cNvSpPr/>
            <p:nvPr/>
          </p:nvSpPr>
          <p:spPr>
            <a:xfrm>
              <a:off x="2088637" y="3460502"/>
              <a:ext cx="85975" cy="128318"/>
            </a:xfrm>
            <a:custGeom>
              <a:rect b="b" l="l" r="r" t="t"/>
              <a:pathLst>
                <a:path extrusionOk="0" h="128318" w="85975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3" name="Google Shape;3213;p19"/>
            <p:cNvSpPr/>
            <p:nvPr/>
          </p:nvSpPr>
          <p:spPr>
            <a:xfrm>
              <a:off x="4813163" y="609565"/>
              <a:ext cx="169617" cy="33321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4" name="Google Shape;3214;p19"/>
            <p:cNvSpPr/>
            <p:nvPr/>
          </p:nvSpPr>
          <p:spPr>
            <a:xfrm>
              <a:off x="4828467" y="1392196"/>
              <a:ext cx="116692" cy="90410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5" name="Google Shape;3215;p19"/>
            <p:cNvSpPr/>
            <p:nvPr/>
          </p:nvSpPr>
          <p:spPr>
            <a:xfrm>
              <a:off x="4829505" y="1421916"/>
              <a:ext cx="116196" cy="60608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6" name="Google Shape;3216;p19"/>
            <p:cNvSpPr/>
            <p:nvPr/>
          </p:nvSpPr>
          <p:spPr>
            <a:xfrm>
              <a:off x="4688430" y="1310886"/>
              <a:ext cx="116665" cy="87067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7" name="Google Shape;3217;p19"/>
            <p:cNvSpPr/>
            <p:nvPr/>
          </p:nvSpPr>
          <p:spPr>
            <a:xfrm>
              <a:off x="4688726" y="1338477"/>
              <a:ext cx="116135" cy="60608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8" name="Google Shape;3218;p19"/>
            <p:cNvSpPr/>
            <p:nvPr/>
          </p:nvSpPr>
          <p:spPr>
            <a:xfrm>
              <a:off x="4717732" y="910305"/>
              <a:ext cx="408631" cy="493987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9" name="Google Shape;3219;p19"/>
            <p:cNvSpPr/>
            <p:nvPr/>
          </p:nvSpPr>
          <p:spPr>
            <a:xfrm>
              <a:off x="4963696" y="579048"/>
              <a:ext cx="128556" cy="125075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0" name="Google Shape;3220;p19"/>
            <p:cNvSpPr/>
            <p:nvPr/>
          </p:nvSpPr>
          <p:spPr>
            <a:xfrm>
              <a:off x="4918440" y="596574"/>
              <a:ext cx="208599" cy="407146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1" name="Google Shape;3221;p19"/>
            <p:cNvSpPr/>
            <p:nvPr/>
          </p:nvSpPr>
          <p:spPr>
            <a:xfrm>
              <a:off x="4958560" y="449309"/>
              <a:ext cx="138537" cy="168686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2" name="Google Shape;3222;p19"/>
            <p:cNvSpPr/>
            <p:nvPr/>
          </p:nvSpPr>
          <p:spPr>
            <a:xfrm>
              <a:off x="4963736" y="434568"/>
              <a:ext cx="146199" cy="144480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3" name="Google Shape;3223;p19"/>
            <p:cNvSpPr/>
            <p:nvPr/>
          </p:nvSpPr>
          <p:spPr>
            <a:xfrm>
              <a:off x="4896275" y="596956"/>
              <a:ext cx="67341" cy="98012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4" name="Google Shape;3224;p19"/>
            <p:cNvSpPr/>
            <p:nvPr/>
          </p:nvSpPr>
          <p:spPr>
            <a:xfrm>
              <a:off x="5434686" y="3650290"/>
              <a:ext cx="676058" cy="390429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5" name="Google Shape;3225;p19"/>
            <p:cNvSpPr/>
            <p:nvPr/>
          </p:nvSpPr>
          <p:spPr>
            <a:xfrm>
              <a:off x="5472633" y="3576375"/>
              <a:ext cx="587572" cy="226763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6" name="Google Shape;3226;p19"/>
            <p:cNvSpPr/>
            <p:nvPr/>
          </p:nvSpPr>
          <p:spPr>
            <a:xfrm>
              <a:off x="5434724" y="3741253"/>
              <a:ext cx="51339" cy="103346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7" name="Google Shape;3227;p19"/>
            <p:cNvSpPr/>
            <p:nvPr/>
          </p:nvSpPr>
          <p:spPr>
            <a:xfrm>
              <a:off x="6065565" y="3741825"/>
              <a:ext cx="45148" cy="102774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8" name="Google Shape;3228;p19"/>
            <p:cNvSpPr/>
            <p:nvPr/>
          </p:nvSpPr>
          <p:spPr>
            <a:xfrm>
              <a:off x="5494446" y="3630573"/>
              <a:ext cx="562737" cy="32480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9" name="Google Shape;3229;p19"/>
            <p:cNvSpPr/>
            <p:nvPr/>
          </p:nvSpPr>
          <p:spPr>
            <a:xfrm>
              <a:off x="5460441" y="3803737"/>
              <a:ext cx="614737" cy="220544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0" name="Google Shape;3230;p19"/>
            <p:cNvSpPr/>
            <p:nvPr/>
          </p:nvSpPr>
          <p:spPr>
            <a:xfrm>
              <a:off x="5434724" y="3551706"/>
              <a:ext cx="675989" cy="390489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1" name="Google Shape;3231;p19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2" name="Google Shape;3232;p19"/>
            <p:cNvSpPr/>
            <p:nvPr/>
          </p:nvSpPr>
          <p:spPr>
            <a:xfrm>
              <a:off x="5382050" y="3902892"/>
              <a:ext cx="186213" cy="107537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3" name="Google Shape;3233;p19"/>
            <p:cNvSpPr/>
            <p:nvPr/>
          </p:nvSpPr>
          <p:spPr>
            <a:xfrm>
              <a:off x="5425961" y="3928134"/>
              <a:ext cx="142303" cy="132873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4" name="Google Shape;3234;p19"/>
            <p:cNvSpPr/>
            <p:nvPr/>
          </p:nvSpPr>
          <p:spPr>
            <a:xfrm>
              <a:off x="5023720" y="3961462"/>
              <a:ext cx="431291" cy="317858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5" name="Google Shape;3235;p19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6" name="Google Shape;3236;p19"/>
            <p:cNvSpPr/>
            <p:nvPr/>
          </p:nvSpPr>
          <p:spPr>
            <a:xfrm>
              <a:off x="5833536" y="4556308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7" name="Google Shape;3237;p19"/>
            <p:cNvSpPr/>
            <p:nvPr/>
          </p:nvSpPr>
          <p:spPr>
            <a:xfrm>
              <a:off x="6124048" y="3784878"/>
              <a:ext cx="99113" cy="215741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8" name="Google Shape;3238;p19"/>
            <p:cNvSpPr/>
            <p:nvPr/>
          </p:nvSpPr>
          <p:spPr>
            <a:xfrm>
              <a:off x="6137955" y="3696137"/>
              <a:ext cx="71246" cy="137090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9" name="Google Shape;3239;p19"/>
            <p:cNvSpPr/>
            <p:nvPr/>
          </p:nvSpPr>
          <p:spPr>
            <a:xfrm>
              <a:off x="5898535" y="4644969"/>
              <a:ext cx="153698" cy="86203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0" name="Google Shape;3240;p19"/>
            <p:cNvSpPr/>
            <p:nvPr/>
          </p:nvSpPr>
          <p:spPr>
            <a:xfrm>
              <a:off x="5898544" y="4659654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1" name="Google Shape;3241;p19"/>
            <p:cNvSpPr/>
            <p:nvPr/>
          </p:nvSpPr>
          <p:spPr>
            <a:xfrm>
              <a:off x="6010930" y="4594540"/>
              <a:ext cx="153698" cy="86245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2" name="Google Shape;3242;p19"/>
            <p:cNvSpPr/>
            <p:nvPr/>
          </p:nvSpPr>
          <p:spPr>
            <a:xfrm>
              <a:off x="6010940" y="4609266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3" name="Google Shape;3243;p19"/>
            <p:cNvSpPr/>
            <p:nvPr/>
          </p:nvSpPr>
          <p:spPr>
            <a:xfrm>
              <a:off x="5939834" y="4034528"/>
              <a:ext cx="224738" cy="6344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4" name="Google Shape;3244;p19"/>
            <p:cNvSpPr/>
            <p:nvPr/>
          </p:nvSpPr>
          <p:spPr>
            <a:xfrm>
              <a:off x="5972635" y="3514319"/>
              <a:ext cx="163123" cy="261076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5" name="Google Shape;3245;p19"/>
            <p:cNvSpPr/>
            <p:nvPr/>
          </p:nvSpPr>
          <p:spPr>
            <a:xfrm>
              <a:off x="5938247" y="3698937"/>
              <a:ext cx="250857" cy="415389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6" name="Google Shape;3246;p19"/>
            <p:cNvSpPr/>
            <p:nvPr/>
          </p:nvSpPr>
          <p:spPr>
            <a:xfrm>
              <a:off x="5692823" y="3751153"/>
              <a:ext cx="318504" cy="248122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7" name="Google Shape;3247;p19"/>
            <p:cNvSpPr/>
            <p:nvPr/>
          </p:nvSpPr>
          <p:spPr>
            <a:xfrm>
              <a:off x="5925738" y="3745773"/>
              <a:ext cx="96916" cy="141862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8" name="Google Shape;3248;p19"/>
            <p:cNvSpPr/>
            <p:nvPr/>
          </p:nvSpPr>
          <p:spPr>
            <a:xfrm>
              <a:off x="5972396" y="3502859"/>
              <a:ext cx="158142" cy="174304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49" name="Google Shape;3249;p19"/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3250" name="Google Shape;3250;p19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1" name="Google Shape;3251;p19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2" name="Google Shape;3252;p19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3" name="Google Shape;3253;p19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4" name="Google Shape;3254;p19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55" name="Google Shape;3255;p19"/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3256" name="Google Shape;3256;p19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7" name="Google Shape;3257;p19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8" name="Google Shape;3258;p19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9" name="Google Shape;3259;p19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0" name="Google Shape;3260;p19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61" name="Google Shape;3261;p19"/>
            <p:cNvSpPr/>
            <p:nvPr/>
          </p:nvSpPr>
          <p:spPr>
            <a:xfrm>
              <a:off x="5005135" y="663654"/>
              <a:ext cx="157949" cy="441664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2" name="Google Shape;3262;p19"/>
            <p:cNvSpPr/>
            <p:nvPr/>
          </p:nvSpPr>
          <p:spPr>
            <a:xfrm>
              <a:off x="5078203" y="660182"/>
              <a:ext cx="90963" cy="123358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63" name="Google Shape;3263;p19"/>
            <p:cNvGrpSpPr/>
            <p:nvPr/>
          </p:nvGrpSpPr>
          <p:grpSpPr>
            <a:xfrm flipH="1">
              <a:off x="2446567" y="1414371"/>
              <a:ext cx="298963" cy="226660"/>
              <a:chOff x="6621095" y="1452181"/>
              <a:chExt cx="330894" cy="250785"/>
            </a:xfrm>
          </p:grpSpPr>
          <p:sp>
            <p:nvSpPr>
              <p:cNvPr id="3264" name="Google Shape;3264;p19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5" name="Google Shape;3265;p19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6" name="Google Shape;3266;p19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7" name="Google Shape;3267;p19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8" name="Google Shape;3268;p19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69" name="Google Shape;3269;p19"/>
            <p:cNvSpPr/>
            <p:nvPr/>
          </p:nvSpPr>
          <p:spPr>
            <a:xfrm>
              <a:off x="2329846" y="1241863"/>
              <a:ext cx="143174" cy="402337"/>
            </a:xfrm>
            <a:custGeom>
              <a:rect b="b" l="l" r="r" t="t"/>
              <a:pathLst>
                <a:path extrusionOk="0" h="402337" w="143174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0" name="Google Shape;3270;p19"/>
            <p:cNvSpPr/>
            <p:nvPr/>
          </p:nvSpPr>
          <p:spPr>
            <a:xfrm>
              <a:off x="2323859" y="1237315"/>
              <a:ext cx="82772" cy="112806"/>
            </a:xfrm>
            <a:custGeom>
              <a:rect b="b" l="l" r="r" t="t"/>
              <a:pathLst>
                <a:path extrusionOk="0" h="112806" w="82772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1" name="Google Shape;3271;p1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5" name="Shape 3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" name="Google Shape;3276;p20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Práctica guiada (PowerPoint)</a:t>
            </a:r>
            <a:br>
              <a:rPr lang="es-ES" sz="3200">
                <a:solidFill>
                  <a:srgbClr val="007BB9"/>
                </a:solidFill>
              </a:rPr>
            </a:br>
            <a:br>
              <a:rPr lang="es-ES" sz="3200">
                <a:solidFill>
                  <a:srgbClr val="007BB9"/>
                </a:solidFill>
              </a:rPr>
            </a:br>
            <a:br>
              <a:rPr lang="es-ES" sz="3200">
                <a:solidFill>
                  <a:srgbClr val="007BB9"/>
                </a:solidFill>
              </a:rPr>
            </a:br>
            <a:endParaRPr sz="3200"/>
          </a:p>
        </p:txBody>
      </p:sp>
      <p:sp>
        <p:nvSpPr>
          <p:cNvPr id="3277" name="Google Shape;3277;p20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Diseña una portada, agenda, 3 diapositivas de contenido y 1 de cierre.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Integra iconos y un SmartArt de proceso.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Presenta en Modo Presentador con notas breves.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grpSp>
        <p:nvGrpSpPr>
          <p:cNvPr id="3278" name="Google Shape;3278;p20"/>
          <p:cNvGrpSpPr/>
          <p:nvPr/>
        </p:nvGrpSpPr>
        <p:grpSpPr>
          <a:xfrm>
            <a:off x="6678287" y="3123695"/>
            <a:ext cx="1782593" cy="1812070"/>
            <a:chOff x="2011725" y="44285"/>
            <a:chExt cx="4684870" cy="4762340"/>
          </a:xfrm>
        </p:grpSpPr>
        <p:grpSp>
          <p:nvGrpSpPr>
            <p:cNvPr id="3279" name="Google Shape;3279;p20"/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3280" name="Google Shape;3280;p20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1" name="Google Shape;3281;p20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2" name="Google Shape;3282;p20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3" name="Google Shape;3283;p20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4" name="Google Shape;3284;p20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5" name="Google Shape;3285;p20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6" name="Google Shape;3286;p20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7" name="Google Shape;3287;p20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8" name="Google Shape;3288;p20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9" name="Google Shape;3289;p20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0" name="Google Shape;3290;p20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1" name="Google Shape;3291;p20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2" name="Google Shape;3292;p20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3" name="Google Shape;3293;p20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4" name="Google Shape;3294;p20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5" name="Google Shape;3295;p20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6" name="Google Shape;3296;p20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7" name="Google Shape;3297;p20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8" name="Google Shape;3298;p20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9" name="Google Shape;3299;p20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0" name="Google Shape;3300;p20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1" name="Google Shape;3301;p20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2" name="Google Shape;3302;p20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3" name="Google Shape;3303;p20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4" name="Google Shape;3304;p20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5" name="Google Shape;3305;p20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6" name="Google Shape;3306;p20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7" name="Google Shape;3307;p20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8" name="Google Shape;3308;p20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9" name="Google Shape;3309;p20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0" name="Google Shape;3310;p20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1" name="Google Shape;3311;p20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2" name="Google Shape;3312;p20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3" name="Google Shape;3313;p20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4" name="Google Shape;3314;p20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5" name="Google Shape;3315;p20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6" name="Google Shape;3316;p20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7" name="Google Shape;3317;p20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8" name="Google Shape;3318;p20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9" name="Google Shape;3319;p20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0" name="Google Shape;3320;p20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1" name="Google Shape;3321;p20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2" name="Google Shape;3322;p20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3" name="Google Shape;3323;p20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4" name="Google Shape;3324;p20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5" name="Google Shape;3325;p20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6" name="Google Shape;3326;p20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7" name="Google Shape;3327;p20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8" name="Google Shape;3328;p20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9" name="Google Shape;3329;p20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0" name="Google Shape;3330;p20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1" name="Google Shape;3331;p20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2" name="Google Shape;3332;p20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3" name="Google Shape;3333;p20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4" name="Google Shape;3334;p20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5" name="Google Shape;3335;p20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6" name="Google Shape;3336;p20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7" name="Google Shape;3337;p20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8" name="Google Shape;3338;p20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9" name="Google Shape;3339;p20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0" name="Google Shape;3340;p20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1" name="Google Shape;3341;p20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2" name="Google Shape;3342;p20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3" name="Google Shape;3343;p20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4" name="Google Shape;3344;p20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5" name="Google Shape;3345;p20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6" name="Google Shape;3346;p20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7" name="Google Shape;3347;p20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8" name="Google Shape;3348;p20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9" name="Google Shape;3349;p20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0" name="Google Shape;3350;p20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1" name="Google Shape;3351;p20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2" name="Google Shape;3352;p20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3" name="Google Shape;3353;p20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4" name="Google Shape;3354;p20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5" name="Google Shape;3355;p20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6" name="Google Shape;3356;p20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7" name="Google Shape;3357;p20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8" name="Google Shape;3358;p20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9" name="Google Shape;3359;p20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0" name="Google Shape;3360;p20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1" name="Google Shape;3361;p20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2" name="Google Shape;3362;p20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3" name="Google Shape;3363;p20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4" name="Google Shape;3364;p20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5" name="Google Shape;3365;p20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6" name="Google Shape;3366;p20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7" name="Google Shape;3367;p20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8" name="Google Shape;3368;p20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9" name="Google Shape;3369;p20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0" name="Google Shape;3370;p20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1" name="Google Shape;3371;p20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2" name="Google Shape;3372;p20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3" name="Google Shape;3373;p20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4" name="Google Shape;3374;p20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5" name="Google Shape;3375;p20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6" name="Google Shape;3376;p20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7" name="Google Shape;3377;p20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8" name="Google Shape;3378;p20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9" name="Google Shape;3379;p20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0" name="Google Shape;3380;p20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1" name="Google Shape;3381;p20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2" name="Google Shape;3382;p20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3" name="Google Shape;3383;p20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4" name="Google Shape;3384;p20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5" name="Google Shape;3385;p20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6" name="Google Shape;3386;p20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87" name="Google Shape;3387;p20"/>
            <p:cNvSpPr/>
            <p:nvPr/>
          </p:nvSpPr>
          <p:spPr>
            <a:xfrm>
              <a:off x="4424312" y="3389781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8" name="Google Shape;3388;p20"/>
            <p:cNvSpPr/>
            <p:nvPr/>
          </p:nvSpPr>
          <p:spPr>
            <a:xfrm>
              <a:off x="4458697" y="3370540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9" name="Google Shape;3389;p20"/>
            <p:cNvSpPr/>
            <p:nvPr/>
          </p:nvSpPr>
          <p:spPr>
            <a:xfrm>
              <a:off x="4458697" y="3334726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0" name="Google Shape;3390;p20"/>
            <p:cNvSpPr/>
            <p:nvPr/>
          </p:nvSpPr>
          <p:spPr>
            <a:xfrm>
              <a:off x="5662371" y="3457123"/>
              <a:ext cx="830865" cy="479678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1" name="Google Shape;3391;p20"/>
            <p:cNvSpPr/>
            <p:nvPr/>
          </p:nvSpPr>
          <p:spPr>
            <a:xfrm>
              <a:off x="5582647" y="3524845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2" name="Google Shape;3392;p20"/>
            <p:cNvSpPr/>
            <p:nvPr/>
          </p:nvSpPr>
          <p:spPr>
            <a:xfrm>
              <a:off x="5520830" y="3560469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3" name="Google Shape;3393;p20"/>
            <p:cNvSpPr/>
            <p:nvPr/>
          </p:nvSpPr>
          <p:spPr>
            <a:xfrm>
              <a:off x="5459108" y="3596188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4" name="Google Shape;3394;p20"/>
            <p:cNvSpPr/>
            <p:nvPr/>
          </p:nvSpPr>
          <p:spPr>
            <a:xfrm>
              <a:off x="5006003" y="3836122"/>
              <a:ext cx="830770" cy="479679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5" name="Google Shape;3395;p20"/>
            <p:cNvSpPr/>
            <p:nvPr/>
          </p:nvSpPr>
          <p:spPr>
            <a:xfrm>
              <a:off x="4926279" y="3903750"/>
              <a:ext cx="741616" cy="428244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6" name="Google Shape;3396;p20"/>
            <p:cNvSpPr/>
            <p:nvPr/>
          </p:nvSpPr>
          <p:spPr>
            <a:xfrm>
              <a:off x="4864462" y="3939468"/>
              <a:ext cx="727614" cy="42005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7" name="Google Shape;3397;p20"/>
            <p:cNvSpPr/>
            <p:nvPr/>
          </p:nvSpPr>
          <p:spPr>
            <a:xfrm>
              <a:off x="4802740" y="3975092"/>
              <a:ext cx="620839" cy="358520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8" name="Google Shape;3398;p20"/>
            <p:cNvSpPr/>
            <p:nvPr/>
          </p:nvSpPr>
          <p:spPr>
            <a:xfrm>
              <a:off x="5169357" y="3663339"/>
              <a:ext cx="421766" cy="243458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9" name="Google Shape;3399;p20"/>
            <p:cNvSpPr/>
            <p:nvPr/>
          </p:nvSpPr>
          <p:spPr>
            <a:xfrm>
              <a:off x="5441867" y="3820597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0" name="Google Shape;3400;p20"/>
            <p:cNvSpPr/>
            <p:nvPr/>
          </p:nvSpPr>
          <p:spPr>
            <a:xfrm>
              <a:off x="5714378" y="3977950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1" name="Google Shape;3401;p20"/>
            <p:cNvSpPr/>
            <p:nvPr/>
          </p:nvSpPr>
          <p:spPr>
            <a:xfrm>
              <a:off x="2242896" y="2171438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2" name="Google Shape;3402;p20"/>
            <p:cNvSpPr/>
            <p:nvPr/>
          </p:nvSpPr>
          <p:spPr>
            <a:xfrm>
              <a:off x="2526170" y="20060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3" name="Google Shape;3403;p20"/>
            <p:cNvSpPr/>
            <p:nvPr/>
          </p:nvSpPr>
          <p:spPr>
            <a:xfrm>
              <a:off x="2632278" y="1017294"/>
              <a:ext cx="357473" cy="206311"/>
            </a:xfrm>
            <a:custGeom>
              <a:rect b="b" l="l" r="r" t="t"/>
              <a:pathLst>
                <a:path extrusionOk="0" h="206311" w="357473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4" name="Google Shape;3404;p20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5" name="Google Shape;3405;p20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6" name="Google Shape;3406;p20"/>
            <p:cNvSpPr/>
            <p:nvPr/>
          </p:nvSpPr>
          <p:spPr>
            <a:xfrm>
              <a:off x="2811062" y="1120450"/>
              <a:ext cx="178689" cy="1032319"/>
            </a:xfrm>
            <a:custGeom>
              <a:rect b="b" l="l" r="r" t="t"/>
              <a:pathLst>
                <a:path extrusionOk="0" h="1032319" w="178689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7" name="Google Shape;3407;p20"/>
            <p:cNvSpPr/>
            <p:nvPr/>
          </p:nvSpPr>
          <p:spPr>
            <a:xfrm>
              <a:off x="2364150" y="1481542"/>
              <a:ext cx="357473" cy="206501"/>
            </a:xfrm>
            <a:custGeom>
              <a:rect b="b" l="l" r="r" t="t"/>
              <a:pathLst>
                <a:path extrusionOk="0" h="206501" w="357473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8" name="Google Shape;3408;p20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9" name="Google Shape;3409;p20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0" name="Google Shape;3410;p20"/>
            <p:cNvSpPr/>
            <p:nvPr/>
          </p:nvSpPr>
          <p:spPr>
            <a:xfrm>
              <a:off x="2542934" y="1584793"/>
              <a:ext cx="178688" cy="721899"/>
            </a:xfrm>
            <a:custGeom>
              <a:rect b="b" l="l" r="r" t="t"/>
              <a:pathLst>
                <a:path extrusionOk="0" h="721899" w="178688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1" name="Google Shape;3411;p20"/>
            <p:cNvSpPr/>
            <p:nvPr/>
          </p:nvSpPr>
          <p:spPr>
            <a:xfrm>
              <a:off x="2013915" y="2306693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2" name="Google Shape;3412;p20"/>
            <p:cNvSpPr/>
            <p:nvPr/>
          </p:nvSpPr>
          <p:spPr>
            <a:xfrm>
              <a:off x="2078685" y="19719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3" name="Google Shape;3413;p20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4" name="Google Shape;3414;p20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5" name="Google Shape;3415;p20"/>
            <p:cNvSpPr/>
            <p:nvPr/>
          </p:nvSpPr>
          <p:spPr>
            <a:xfrm>
              <a:off x="2257469" y="2075140"/>
              <a:ext cx="178689" cy="399097"/>
            </a:xfrm>
            <a:custGeom>
              <a:rect b="b" l="l" r="r" t="t"/>
              <a:pathLst>
                <a:path extrusionOk="0" h="399097" w="178689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6" name="Google Shape;3416;p20"/>
            <p:cNvSpPr/>
            <p:nvPr/>
          </p:nvSpPr>
          <p:spPr>
            <a:xfrm>
              <a:off x="4050634" y="46890"/>
              <a:ext cx="205002" cy="299719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7" name="Google Shape;3417;p20"/>
            <p:cNvSpPr/>
            <p:nvPr/>
          </p:nvSpPr>
          <p:spPr>
            <a:xfrm>
              <a:off x="4066180" y="44285"/>
              <a:ext cx="98194" cy="12100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8" name="Google Shape;3418;p20"/>
            <p:cNvSpPr/>
            <p:nvPr/>
          </p:nvSpPr>
          <p:spPr>
            <a:xfrm>
              <a:off x="4085379" y="175665"/>
              <a:ext cx="121123" cy="13556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9" name="Google Shape;3419;p20"/>
            <p:cNvSpPr/>
            <p:nvPr/>
          </p:nvSpPr>
          <p:spPr>
            <a:xfrm>
              <a:off x="3878508" y="229758"/>
              <a:ext cx="228579" cy="325392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0" name="Google Shape;3420;p20"/>
            <p:cNvSpPr/>
            <p:nvPr/>
          </p:nvSpPr>
          <p:spPr>
            <a:xfrm>
              <a:off x="4050113" y="220052"/>
              <a:ext cx="176568" cy="232904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1" name="Google Shape;3421;p20"/>
            <p:cNvSpPr/>
            <p:nvPr/>
          </p:nvSpPr>
          <p:spPr>
            <a:xfrm>
              <a:off x="4081568" y="53558"/>
              <a:ext cx="129892" cy="160015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2" name="Google Shape;3422;p20"/>
            <p:cNvSpPr/>
            <p:nvPr/>
          </p:nvSpPr>
          <p:spPr>
            <a:xfrm>
              <a:off x="4086841" y="52931"/>
              <a:ext cx="130406" cy="122734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3" name="Google Shape;3423;p20"/>
            <p:cNvSpPr/>
            <p:nvPr/>
          </p:nvSpPr>
          <p:spPr>
            <a:xfrm>
              <a:off x="3930273" y="858890"/>
              <a:ext cx="102549" cy="78223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4" name="Google Shape;3424;p20"/>
            <p:cNvSpPr/>
            <p:nvPr/>
          </p:nvSpPr>
          <p:spPr>
            <a:xfrm>
              <a:off x="3930726" y="883849"/>
              <a:ext cx="102084" cy="53297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5" name="Google Shape;3425;p20"/>
            <p:cNvSpPr/>
            <p:nvPr/>
          </p:nvSpPr>
          <p:spPr>
            <a:xfrm>
              <a:off x="3878956" y="825175"/>
              <a:ext cx="93870" cy="7271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6" name="Google Shape;3426;p20"/>
            <p:cNvSpPr/>
            <p:nvPr/>
          </p:nvSpPr>
          <p:spPr>
            <a:xfrm>
              <a:off x="3879387" y="849177"/>
              <a:ext cx="93498" cy="48808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7" name="Google Shape;3427;p20"/>
            <p:cNvSpPr/>
            <p:nvPr/>
          </p:nvSpPr>
          <p:spPr>
            <a:xfrm>
              <a:off x="3913772" y="449985"/>
              <a:ext cx="223526" cy="385528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8" name="Google Shape;3428;p20"/>
            <p:cNvSpPr/>
            <p:nvPr/>
          </p:nvSpPr>
          <p:spPr>
            <a:xfrm>
              <a:off x="3974732" y="450747"/>
              <a:ext cx="222535" cy="417442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9" name="Google Shape;3429;p20"/>
            <p:cNvSpPr/>
            <p:nvPr/>
          </p:nvSpPr>
          <p:spPr>
            <a:xfrm>
              <a:off x="3891839" y="424458"/>
              <a:ext cx="332782" cy="306321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0" name="Google Shape;3430;p20"/>
            <p:cNvSpPr/>
            <p:nvPr/>
          </p:nvSpPr>
          <p:spPr>
            <a:xfrm>
              <a:off x="4159410" y="243442"/>
              <a:ext cx="115651" cy="405453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1" name="Google Shape;3431;p20"/>
            <p:cNvSpPr/>
            <p:nvPr/>
          </p:nvSpPr>
          <p:spPr>
            <a:xfrm>
              <a:off x="4182076" y="238331"/>
              <a:ext cx="69928" cy="88934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2" name="Google Shape;3432;p20"/>
            <p:cNvSpPr/>
            <p:nvPr/>
          </p:nvSpPr>
          <p:spPr>
            <a:xfrm>
              <a:off x="4044931" y="219924"/>
              <a:ext cx="59816" cy="62802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3" name="Google Shape;3433;p20"/>
            <p:cNvSpPr/>
            <p:nvPr/>
          </p:nvSpPr>
          <p:spPr>
            <a:xfrm>
              <a:off x="2494198" y="1192008"/>
              <a:ext cx="154251" cy="303342"/>
            </a:xfrm>
            <a:custGeom>
              <a:rect b="b" l="l" r="r" t="t"/>
              <a:pathLst>
                <a:path extrusionOk="0" h="303342" w="154251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4" name="Google Shape;3434;p20"/>
            <p:cNvSpPr/>
            <p:nvPr/>
          </p:nvSpPr>
          <p:spPr>
            <a:xfrm>
              <a:off x="2527565" y="1904831"/>
              <a:ext cx="106588" cy="82319"/>
            </a:xfrm>
            <a:custGeom>
              <a:rect b="b" l="l" r="r" t="t"/>
              <a:pathLst>
                <a:path extrusionOk="0" h="82319" w="106588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5" name="Google Shape;3435;p20"/>
            <p:cNvSpPr/>
            <p:nvPr/>
          </p:nvSpPr>
          <p:spPr>
            <a:xfrm>
              <a:off x="2527774" y="1931884"/>
              <a:ext cx="106123" cy="55368"/>
            </a:xfrm>
            <a:custGeom>
              <a:rect b="b" l="l" r="r" t="t"/>
              <a:pathLst>
                <a:path extrusionOk="0" h="55368" w="106123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6" name="Google Shape;3436;p20"/>
            <p:cNvSpPr/>
            <p:nvPr/>
          </p:nvSpPr>
          <p:spPr>
            <a:xfrm>
              <a:off x="2655329" y="1830290"/>
              <a:ext cx="106576" cy="79516"/>
            </a:xfrm>
            <a:custGeom>
              <a:rect b="b" l="l" r="r" t="t"/>
              <a:pathLst>
                <a:path extrusionOk="0" h="79516" w="106576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7" name="Google Shape;3437;p20"/>
            <p:cNvSpPr/>
            <p:nvPr/>
          </p:nvSpPr>
          <p:spPr>
            <a:xfrm>
              <a:off x="2655759" y="1855875"/>
              <a:ext cx="106154" cy="55320"/>
            </a:xfrm>
            <a:custGeom>
              <a:rect b="b" l="l" r="r" t="t"/>
              <a:pathLst>
                <a:path extrusionOk="0" h="55320" w="106154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8" name="Google Shape;3438;p20"/>
            <p:cNvSpPr/>
            <p:nvPr/>
          </p:nvSpPr>
          <p:spPr>
            <a:xfrm>
              <a:off x="2362866" y="1465363"/>
              <a:ext cx="372536" cy="450662"/>
            </a:xfrm>
            <a:custGeom>
              <a:rect b="b" l="l" r="r" t="t"/>
              <a:pathLst>
                <a:path extrusionOk="0" h="450662" w="372536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9" name="Google Shape;3439;p20"/>
            <p:cNvSpPr/>
            <p:nvPr/>
          </p:nvSpPr>
          <p:spPr>
            <a:xfrm>
              <a:off x="2393925" y="1163883"/>
              <a:ext cx="117160" cy="114020"/>
            </a:xfrm>
            <a:custGeom>
              <a:rect b="b" l="l" r="r" t="t"/>
              <a:pathLst>
                <a:path extrusionOk="0" h="114020" w="11716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0" name="Google Shape;3440;p20"/>
            <p:cNvSpPr/>
            <p:nvPr/>
          </p:nvSpPr>
          <p:spPr>
            <a:xfrm>
              <a:off x="2362970" y="1179922"/>
              <a:ext cx="189574" cy="370837"/>
            </a:xfrm>
            <a:custGeom>
              <a:rect b="b" l="l" r="r" t="t"/>
              <a:pathLst>
                <a:path extrusionOk="0" h="370837" w="189574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1" name="Google Shape;3441;p20"/>
            <p:cNvSpPr/>
            <p:nvPr/>
          </p:nvSpPr>
          <p:spPr>
            <a:xfrm>
              <a:off x="2389574" y="1045793"/>
              <a:ext cx="126365" cy="153696"/>
            </a:xfrm>
            <a:custGeom>
              <a:rect b="b" l="l" r="r" t="t"/>
              <a:pathLst>
                <a:path extrusionOk="0" h="153696" w="126365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2" name="Google Shape;3442;p20"/>
            <p:cNvSpPr/>
            <p:nvPr/>
          </p:nvSpPr>
          <p:spPr>
            <a:xfrm>
              <a:off x="2377852" y="1032078"/>
              <a:ext cx="133256" cy="131805"/>
            </a:xfrm>
            <a:custGeom>
              <a:rect b="b" l="l" r="r" t="t"/>
              <a:pathLst>
                <a:path extrusionOk="0" h="131805" w="133256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3" name="Google Shape;3443;p20"/>
            <p:cNvSpPr/>
            <p:nvPr/>
          </p:nvSpPr>
          <p:spPr>
            <a:xfrm>
              <a:off x="2511120" y="1180647"/>
              <a:ext cx="61436" cy="88868"/>
            </a:xfrm>
            <a:custGeom>
              <a:rect b="b" l="l" r="r" t="t"/>
              <a:pathLst>
                <a:path extrusionOk="0" h="88868" w="61436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4" name="Google Shape;3444;p20"/>
            <p:cNvSpPr/>
            <p:nvPr/>
          </p:nvSpPr>
          <p:spPr>
            <a:xfrm>
              <a:off x="6137574" y="3350157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5" name="Google Shape;3445;p20"/>
            <p:cNvSpPr/>
            <p:nvPr/>
          </p:nvSpPr>
          <p:spPr>
            <a:xfrm>
              <a:off x="6267054" y="2297586"/>
              <a:ext cx="217597" cy="318657"/>
            </a:xfrm>
            <a:custGeom>
              <a:rect b="b" l="l" r="r" t="t"/>
              <a:pathLst>
                <a:path extrusionOk="0" h="318657" w="217597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6" name="Google Shape;3446;p20"/>
            <p:cNvSpPr/>
            <p:nvPr/>
          </p:nvSpPr>
          <p:spPr>
            <a:xfrm>
              <a:off x="6260770" y="2526901"/>
              <a:ext cx="40647" cy="235450"/>
            </a:xfrm>
            <a:custGeom>
              <a:rect b="b" l="l" r="r" t="t"/>
              <a:pathLst>
                <a:path extrusionOk="0" h="235450" w="40647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7" name="Google Shape;3447;p20"/>
            <p:cNvSpPr/>
            <p:nvPr/>
          </p:nvSpPr>
          <p:spPr>
            <a:xfrm>
              <a:off x="6283969" y="2294668"/>
              <a:ext cx="103921" cy="128329"/>
            </a:xfrm>
            <a:custGeom>
              <a:rect b="b" l="l" r="r" t="t"/>
              <a:pathLst>
                <a:path extrusionOk="0" h="128329" w="103921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8" name="Google Shape;3448;p20"/>
            <p:cNvSpPr/>
            <p:nvPr/>
          </p:nvSpPr>
          <p:spPr>
            <a:xfrm>
              <a:off x="6304395" y="2434900"/>
              <a:ext cx="128622" cy="143860"/>
            </a:xfrm>
            <a:custGeom>
              <a:rect b="b" l="l" r="r" t="t"/>
              <a:pathLst>
                <a:path extrusionOk="0" h="143860" w="128622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9" name="Google Shape;3449;p20"/>
            <p:cNvSpPr/>
            <p:nvPr/>
          </p:nvSpPr>
          <p:spPr>
            <a:xfrm>
              <a:off x="6266985" y="2481191"/>
              <a:ext cx="187397" cy="215209"/>
            </a:xfrm>
            <a:custGeom>
              <a:rect b="b" l="l" r="r" t="t"/>
              <a:pathLst>
                <a:path extrusionOk="0" h="215209" w="187397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0" name="Google Shape;3450;p20"/>
            <p:cNvSpPr/>
            <p:nvPr/>
          </p:nvSpPr>
          <p:spPr>
            <a:xfrm>
              <a:off x="6300305" y="2304949"/>
              <a:ext cx="138529" cy="170431"/>
            </a:xfrm>
            <a:custGeom>
              <a:rect b="b" l="l" r="r" t="t"/>
              <a:pathLst>
                <a:path extrusionOk="0" h="170431" w="138529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1" name="Google Shape;3451;p20"/>
            <p:cNvSpPr/>
            <p:nvPr/>
          </p:nvSpPr>
          <p:spPr>
            <a:xfrm>
              <a:off x="6305880" y="2304032"/>
              <a:ext cx="138474" cy="130867"/>
            </a:xfrm>
            <a:custGeom>
              <a:rect b="b" l="l" r="r" t="t"/>
              <a:pathLst>
                <a:path extrusionOk="0" h="130867" w="138474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2" name="Google Shape;3452;p20"/>
            <p:cNvSpPr/>
            <p:nvPr/>
          </p:nvSpPr>
          <p:spPr>
            <a:xfrm>
              <a:off x="6412912" y="2510225"/>
              <a:ext cx="93089" cy="307779"/>
            </a:xfrm>
            <a:custGeom>
              <a:rect b="b" l="l" r="r" t="t"/>
              <a:pathLst>
                <a:path extrusionOk="0" h="307779" w="93089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3" name="Google Shape;3453;p20"/>
            <p:cNvSpPr/>
            <p:nvPr/>
          </p:nvSpPr>
          <p:spPr>
            <a:xfrm>
              <a:off x="6328850" y="3433403"/>
              <a:ext cx="108744" cy="83141"/>
            </a:xfrm>
            <a:custGeom>
              <a:rect b="b" l="l" r="r" t="t"/>
              <a:pathLst>
                <a:path extrusionOk="0" h="83141" w="108744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4" name="Google Shape;3454;p20"/>
            <p:cNvSpPr/>
            <p:nvPr/>
          </p:nvSpPr>
          <p:spPr>
            <a:xfrm>
              <a:off x="6329407" y="3459885"/>
              <a:ext cx="108204" cy="56238"/>
            </a:xfrm>
            <a:custGeom>
              <a:rect b="b" l="l" r="r" t="t"/>
              <a:pathLst>
                <a:path extrusionOk="0" h="56238" w="108204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5" name="Google Shape;3455;p20"/>
            <p:cNvSpPr/>
            <p:nvPr/>
          </p:nvSpPr>
          <p:spPr>
            <a:xfrm>
              <a:off x="6246119" y="3415021"/>
              <a:ext cx="99827" cy="77341"/>
            </a:xfrm>
            <a:custGeom>
              <a:rect b="b" l="l" r="r" t="t"/>
              <a:pathLst>
                <a:path extrusionOk="0" h="77341" w="99827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6" name="Google Shape;3456;p20"/>
            <p:cNvSpPr/>
            <p:nvPr/>
          </p:nvSpPr>
          <p:spPr>
            <a:xfrm>
              <a:off x="6246063" y="3440454"/>
              <a:ext cx="99536" cy="51729"/>
            </a:xfrm>
            <a:custGeom>
              <a:rect b="b" l="l" r="r" t="t"/>
              <a:pathLst>
                <a:path extrusionOk="0" h="51729" w="99536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7" name="Google Shape;3457;p20"/>
            <p:cNvSpPr/>
            <p:nvPr/>
          </p:nvSpPr>
          <p:spPr>
            <a:xfrm>
              <a:off x="6262125" y="2696837"/>
              <a:ext cx="213068" cy="744450"/>
            </a:xfrm>
            <a:custGeom>
              <a:rect b="b" l="l" r="r" t="t"/>
              <a:pathLst>
                <a:path extrusionOk="0" h="744450" w="213068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8" name="Google Shape;3458;p20"/>
            <p:cNvSpPr/>
            <p:nvPr/>
          </p:nvSpPr>
          <p:spPr>
            <a:xfrm>
              <a:off x="6253173" y="2679311"/>
              <a:ext cx="226922" cy="495109"/>
            </a:xfrm>
            <a:custGeom>
              <a:rect b="b" l="l" r="r" t="t"/>
              <a:pathLst>
                <a:path extrusionOk="0" h="495109" w="226922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9" name="Google Shape;3459;p20"/>
            <p:cNvSpPr/>
            <p:nvPr/>
          </p:nvSpPr>
          <p:spPr>
            <a:xfrm>
              <a:off x="6408973" y="2507035"/>
              <a:ext cx="76263" cy="95029"/>
            </a:xfrm>
            <a:custGeom>
              <a:rect b="b" l="l" r="r" t="t"/>
              <a:pathLst>
                <a:path extrusionOk="0" h="95029" w="76263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0" name="Google Shape;3460;p20"/>
            <p:cNvSpPr/>
            <p:nvPr/>
          </p:nvSpPr>
          <p:spPr>
            <a:xfrm>
              <a:off x="6261399" y="2481311"/>
              <a:ext cx="63531" cy="66745"/>
            </a:xfrm>
            <a:custGeom>
              <a:rect b="b" l="l" r="r" t="t"/>
              <a:pathLst>
                <a:path extrusionOk="0" h="66745" w="63531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1" name="Google Shape;3461;p20"/>
            <p:cNvSpPr/>
            <p:nvPr/>
          </p:nvSpPr>
          <p:spPr>
            <a:xfrm>
              <a:off x="2608942" y="4557070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2" name="Google Shape;3462;p20"/>
            <p:cNvSpPr/>
            <p:nvPr/>
          </p:nvSpPr>
          <p:spPr>
            <a:xfrm>
              <a:off x="2930982" y="3722965"/>
              <a:ext cx="85002" cy="305847"/>
            </a:xfrm>
            <a:custGeom>
              <a:rect b="b" l="l" r="r" t="t"/>
              <a:pathLst>
                <a:path extrusionOk="0" h="305847" w="85002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3" name="Google Shape;3463;p20"/>
            <p:cNvSpPr/>
            <p:nvPr/>
          </p:nvSpPr>
          <p:spPr>
            <a:xfrm>
              <a:off x="2667241" y="4676337"/>
              <a:ext cx="123900" cy="70118"/>
            </a:xfrm>
            <a:custGeom>
              <a:rect b="b" l="l" r="r" t="t"/>
              <a:pathLst>
                <a:path extrusionOk="0" h="70118" w="12390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4" name="Google Shape;3464;p20"/>
            <p:cNvSpPr/>
            <p:nvPr/>
          </p:nvSpPr>
          <p:spPr>
            <a:xfrm>
              <a:off x="2667120" y="4688038"/>
              <a:ext cx="121939" cy="58416"/>
            </a:xfrm>
            <a:custGeom>
              <a:rect b="b" l="l" r="r" t="t"/>
              <a:pathLst>
                <a:path extrusionOk="0" h="58416" w="121939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5" name="Google Shape;3465;p20"/>
            <p:cNvSpPr/>
            <p:nvPr/>
          </p:nvSpPr>
          <p:spPr>
            <a:xfrm>
              <a:off x="2825027" y="4597173"/>
              <a:ext cx="119416" cy="67472"/>
            </a:xfrm>
            <a:custGeom>
              <a:rect b="b" l="l" r="r" t="t"/>
              <a:pathLst>
                <a:path extrusionOk="0" h="67472" w="119416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6" name="Google Shape;3466;p20"/>
            <p:cNvSpPr/>
            <p:nvPr/>
          </p:nvSpPr>
          <p:spPr>
            <a:xfrm>
              <a:off x="2825072" y="4608314"/>
              <a:ext cx="117340" cy="56332"/>
            </a:xfrm>
            <a:custGeom>
              <a:rect b="b" l="l" r="r" t="t"/>
              <a:pathLst>
                <a:path extrusionOk="0" h="56332" w="11734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7" name="Google Shape;3467;p20"/>
            <p:cNvSpPr/>
            <p:nvPr/>
          </p:nvSpPr>
          <p:spPr>
            <a:xfrm>
              <a:off x="2742284" y="3964900"/>
              <a:ext cx="238054" cy="732926"/>
            </a:xfrm>
            <a:custGeom>
              <a:rect b="b" l="l" r="r" t="t"/>
              <a:pathLst>
                <a:path extrusionOk="0" h="732926" w="238054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8" name="Google Shape;3468;p20"/>
            <p:cNvSpPr/>
            <p:nvPr/>
          </p:nvSpPr>
          <p:spPr>
            <a:xfrm>
              <a:off x="2743301" y="3964900"/>
              <a:ext cx="236925" cy="409866"/>
            </a:xfrm>
            <a:custGeom>
              <a:rect b="b" l="l" r="r" t="t"/>
              <a:pathLst>
                <a:path extrusionOk="0" h="409866" w="236925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9" name="Google Shape;3469;p20"/>
            <p:cNvSpPr/>
            <p:nvPr/>
          </p:nvSpPr>
          <p:spPr>
            <a:xfrm>
              <a:off x="2790577" y="3522142"/>
              <a:ext cx="160521" cy="258577"/>
            </a:xfrm>
            <a:custGeom>
              <a:rect b="b" l="l" r="r" t="t"/>
              <a:pathLst>
                <a:path extrusionOk="0" h="258577" w="160521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0" name="Google Shape;3470;p20"/>
            <p:cNvSpPr/>
            <p:nvPr/>
          </p:nvSpPr>
          <p:spPr>
            <a:xfrm>
              <a:off x="2954700" y="3752463"/>
              <a:ext cx="61341" cy="108805"/>
            </a:xfrm>
            <a:custGeom>
              <a:rect b="b" l="l" r="r" t="t"/>
              <a:pathLst>
                <a:path extrusionOk="0" h="108805" w="61341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1" name="Google Shape;3471;p20"/>
            <p:cNvSpPr/>
            <p:nvPr/>
          </p:nvSpPr>
          <p:spPr>
            <a:xfrm>
              <a:off x="2782487" y="3720882"/>
              <a:ext cx="191546" cy="273865"/>
            </a:xfrm>
            <a:custGeom>
              <a:rect b="b" l="l" r="r" t="t"/>
              <a:pathLst>
                <a:path extrusionOk="0" h="273865" w="191546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2" name="Google Shape;3472;p20"/>
            <p:cNvSpPr/>
            <p:nvPr/>
          </p:nvSpPr>
          <p:spPr>
            <a:xfrm>
              <a:off x="2469603" y="3777311"/>
              <a:ext cx="368747" cy="265455"/>
            </a:xfrm>
            <a:custGeom>
              <a:rect b="b" l="l" r="r" t="t"/>
              <a:pathLst>
                <a:path extrusionOk="0" h="265455" w="368747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3" name="Google Shape;3473;p20"/>
            <p:cNvSpPr/>
            <p:nvPr/>
          </p:nvSpPr>
          <p:spPr>
            <a:xfrm>
              <a:off x="2743245" y="3761847"/>
              <a:ext cx="100785" cy="104755"/>
            </a:xfrm>
            <a:custGeom>
              <a:rect b="b" l="l" r="r" t="t"/>
              <a:pathLst>
                <a:path extrusionOk="0" h="104755" w="100785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4" name="Google Shape;3474;p20"/>
            <p:cNvSpPr/>
            <p:nvPr/>
          </p:nvSpPr>
          <p:spPr>
            <a:xfrm>
              <a:off x="2783810" y="3522089"/>
              <a:ext cx="201012" cy="328692"/>
            </a:xfrm>
            <a:custGeom>
              <a:rect b="b" l="l" r="r" t="t"/>
              <a:pathLst>
                <a:path extrusionOk="0" h="328692" w="201012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5" name="Google Shape;3475;p20"/>
            <p:cNvSpPr/>
            <p:nvPr/>
          </p:nvSpPr>
          <p:spPr>
            <a:xfrm>
              <a:off x="2011725" y="4252365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6" name="Google Shape;3476;p20"/>
            <p:cNvSpPr/>
            <p:nvPr/>
          </p:nvSpPr>
          <p:spPr>
            <a:xfrm>
              <a:off x="2116256" y="4345803"/>
              <a:ext cx="122876" cy="95119"/>
            </a:xfrm>
            <a:custGeom>
              <a:rect b="b" l="l" r="r" t="t"/>
              <a:pathLst>
                <a:path extrusionOk="0" h="95119" w="122876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7" name="Google Shape;3477;p20"/>
            <p:cNvSpPr/>
            <p:nvPr/>
          </p:nvSpPr>
          <p:spPr>
            <a:xfrm>
              <a:off x="2116272" y="4377142"/>
              <a:ext cx="122242" cy="63751"/>
            </a:xfrm>
            <a:custGeom>
              <a:rect b="b" l="l" r="r" t="t"/>
              <a:pathLst>
                <a:path extrusionOk="0" h="63751" w="122242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8" name="Google Shape;3478;p20"/>
            <p:cNvSpPr/>
            <p:nvPr/>
          </p:nvSpPr>
          <p:spPr>
            <a:xfrm>
              <a:off x="2242069" y="4298215"/>
              <a:ext cx="122771" cy="91654"/>
            </a:xfrm>
            <a:custGeom>
              <a:rect b="b" l="l" r="r" t="t"/>
              <a:pathLst>
                <a:path extrusionOk="0" h="91654" w="122771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9" name="Google Shape;3479;p20"/>
            <p:cNvSpPr/>
            <p:nvPr/>
          </p:nvSpPr>
          <p:spPr>
            <a:xfrm>
              <a:off x="2242300" y="4327803"/>
              <a:ext cx="122230" cy="63800"/>
            </a:xfrm>
            <a:custGeom>
              <a:rect b="b" l="l" r="r" t="t"/>
              <a:pathLst>
                <a:path extrusionOk="0" h="63800" w="12223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0" name="Google Shape;3480;p20"/>
            <p:cNvSpPr/>
            <p:nvPr/>
          </p:nvSpPr>
          <p:spPr>
            <a:xfrm>
              <a:off x="2122246" y="3749635"/>
              <a:ext cx="211613" cy="606004"/>
            </a:xfrm>
            <a:custGeom>
              <a:rect b="b" l="l" r="r" t="t"/>
              <a:pathLst>
                <a:path extrusionOk="0" h="606004" w="211613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1" name="Google Shape;3481;p20"/>
            <p:cNvSpPr/>
            <p:nvPr/>
          </p:nvSpPr>
          <p:spPr>
            <a:xfrm>
              <a:off x="2150411" y="3371683"/>
              <a:ext cx="135319" cy="132132"/>
            </a:xfrm>
            <a:custGeom>
              <a:rect b="b" l="l" r="r" t="t"/>
              <a:pathLst>
                <a:path extrusionOk="0" h="132132" w="135319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2" name="Google Shape;3482;p20"/>
            <p:cNvSpPr/>
            <p:nvPr/>
          </p:nvSpPr>
          <p:spPr>
            <a:xfrm>
              <a:off x="2307535" y="3402925"/>
              <a:ext cx="192267" cy="377666"/>
            </a:xfrm>
            <a:custGeom>
              <a:rect b="b" l="l" r="r" t="t"/>
              <a:pathLst>
                <a:path extrusionOk="0" h="377666" w="192267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3" name="Google Shape;3483;p20"/>
            <p:cNvSpPr/>
            <p:nvPr/>
          </p:nvSpPr>
          <p:spPr>
            <a:xfrm>
              <a:off x="2114600" y="3389774"/>
              <a:ext cx="219367" cy="442443"/>
            </a:xfrm>
            <a:custGeom>
              <a:rect b="b" l="l" r="r" t="t"/>
              <a:pathLst>
                <a:path extrusionOk="0" h="442443" w="219367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4" name="Google Shape;3484;p20"/>
            <p:cNvSpPr/>
            <p:nvPr/>
          </p:nvSpPr>
          <p:spPr>
            <a:xfrm>
              <a:off x="2145213" y="3235029"/>
              <a:ext cx="146094" cy="177613"/>
            </a:xfrm>
            <a:custGeom>
              <a:rect b="b" l="l" r="r" t="t"/>
              <a:pathLst>
                <a:path extrusionOk="0" h="177613" w="146094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5" name="Google Shape;3485;p20"/>
            <p:cNvSpPr/>
            <p:nvPr/>
          </p:nvSpPr>
          <p:spPr>
            <a:xfrm>
              <a:off x="2131725" y="3219615"/>
              <a:ext cx="154031" cy="152067"/>
            </a:xfrm>
            <a:custGeom>
              <a:rect b="b" l="l" r="r" t="t"/>
              <a:pathLst>
                <a:path extrusionOk="0" h="152067" w="154031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6" name="Google Shape;3486;p20"/>
            <p:cNvSpPr/>
            <p:nvPr/>
          </p:nvSpPr>
          <p:spPr>
            <a:xfrm>
              <a:off x="2103052" y="3477411"/>
              <a:ext cx="196972" cy="338613"/>
            </a:xfrm>
            <a:custGeom>
              <a:rect b="b" l="l" r="r" t="t"/>
              <a:pathLst>
                <a:path extrusionOk="0" h="338613" w="196972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7" name="Google Shape;3487;p20"/>
            <p:cNvSpPr/>
            <p:nvPr/>
          </p:nvSpPr>
          <p:spPr>
            <a:xfrm>
              <a:off x="2312810" y="3580852"/>
              <a:ext cx="228028" cy="306609"/>
            </a:xfrm>
            <a:custGeom>
              <a:rect b="b" l="l" r="r" t="t"/>
              <a:pathLst>
                <a:path extrusionOk="0" h="306609" w="228028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8" name="Google Shape;3488;p20"/>
            <p:cNvSpPr/>
            <p:nvPr/>
          </p:nvSpPr>
          <p:spPr>
            <a:xfrm>
              <a:off x="2273486" y="3773067"/>
              <a:ext cx="115992" cy="56976"/>
            </a:xfrm>
            <a:custGeom>
              <a:rect b="b" l="l" r="r" t="t"/>
              <a:pathLst>
                <a:path extrusionOk="0" h="56976" w="115992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9" name="Google Shape;3489;p20"/>
            <p:cNvSpPr/>
            <p:nvPr/>
          </p:nvSpPr>
          <p:spPr>
            <a:xfrm>
              <a:off x="2440714" y="3737029"/>
              <a:ext cx="71478" cy="59099"/>
            </a:xfrm>
            <a:custGeom>
              <a:rect b="b" l="l" r="r" t="t"/>
              <a:pathLst>
                <a:path extrusionOk="0" h="59099" w="71478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0" name="Google Shape;3490;p20"/>
            <p:cNvSpPr/>
            <p:nvPr/>
          </p:nvSpPr>
          <p:spPr>
            <a:xfrm>
              <a:off x="2285854" y="3390448"/>
              <a:ext cx="70866" cy="103155"/>
            </a:xfrm>
            <a:custGeom>
              <a:rect b="b" l="l" r="r" t="t"/>
              <a:pathLst>
                <a:path extrusionOk="0" h="103155" w="70866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1" name="Google Shape;3491;p20"/>
            <p:cNvSpPr/>
            <p:nvPr/>
          </p:nvSpPr>
          <p:spPr>
            <a:xfrm>
              <a:off x="2088637" y="3460502"/>
              <a:ext cx="85975" cy="128318"/>
            </a:xfrm>
            <a:custGeom>
              <a:rect b="b" l="l" r="r" t="t"/>
              <a:pathLst>
                <a:path extrusionOk="0" h="128318" w="85975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2" name="Google Shape;3492;p20"/>
            <p:cNvSpPr/>
            <p:nvPr/>
          </p:nvSpPr>
          <p:spPr>
            <a:xfrm>
              <a:off x="4813163" y="609565"/>
              <a:ext cx="169617" cy="33321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3" name="Google Shape;3493;p20"/>
            <p:cNvSpPr/>
            <p:nvPr/>
          </p:nvSpPr>
          <p:spPr>
            <a:xfrm>
              <a:off x="4828467" y="1392196"/>
              <a:ext cx="116692" cy="90410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4" name="Google Shape;3494;p20"/>
            <p:cNvSpPr/>
            <p:nvPr/>
          </p:nvSpPr>
          <p:spPr>
            <a:xfrm>
              <a:off x="4829505" y="1421916"/>
              <a:ext cx="116196" cy="60608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5" name="Google Shape;3495;p20"/>
            <p:cNvSpPr/>
            <p:nvPr/>
          </p:nvSpPr>
          <p:spPr>
            <a:xfrm>
              <a:off x="4688430" y="1310886"/>
              <a:ext cx="116665" cy="87067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6" name="Google Shape;3496;p20"/>
            <p:cNvSpPr/>
            <p:nvPr/>
          </p:nvSpPr>
          <p:spPr>
            <a:xfrm>
              <a:off x="4688726" y="1338477"/>
              <a:ext cx="116135" cy="60608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7" name="Google Shape;3497;p20"/>
            <p:cNvSpPr/>
            <p:nvPr/>
          </p:nvSpPr>
          <p:spPr>
            <a:xfrm>
              <a:off x="4717732" y="910305"/>
              <a:ext cx="408631" cy="493987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8" name="Google Shape;3498;p20"/>
            <p:cNvSpPr/>
            <p:nvPr/>
          </p:nvSpPr>
          <p:spPr>
            <a:xfrm>
              <a:off x="4963696" y="579048"/>
              <a:ext cx="128556" cy="125075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9" name="Google Shape;3499;p20"/>
            <p:cNvSpPr/>
            <p:nvPr/>
          </p:nvSpPr>
          <p:spPr>
            <a:xfrm>
              <a:off x="4918440" y="596574"/>
              <a:ext cx="208599" cy="407146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0" name="Google Shape;3500;p20"/>
            <p:cNvSpPr/>
            <p:nvPr/>
          </p:nvSpPr>
          <p:spPr>
            <a:xfrm>
              <a:off x="4958560" y="449309"/>
              <a:ext cx="138537" cy="168686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1" name="Google Shape;3501;p20"/>
            <p:cNvSpPr/>
            <p:nvPr/>
          </p:nvSpPr>
          <p:spPr>
            <a:xfrm>
              <a:off x="4963736" y="434568"/>
              <a:ext cx="146199" cy="144480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2" name="Google Shape;3502;p20"/>
            <p:cNvSpPr/>
            <p:nvPr/>
          </p:nvSpPr>
          <p:spPr>
            <a:xfrm>
              <a:off x="4896275" y="596956"/>
              <a:ext cx="67341" cy="98012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3" name="Google Shape;3503;p20"/>
            <p:cNvSpPr/>
            <p:nvPr/>
          </p:nvSpPr>
          <p:spPr>
            <a:xfrm>
              <a:off x="5434686" y="3650290"/>
              <a:ext cx="676058" cy="390429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4" name="Google Shape;3504;p20"/>
            <p:cNvSpPr/>
            <p:nvPr/>
          </p:nvSpPr>
          <p:spPr>
            <a:xfrm>
              <a:off x="5472633" y="3576375"/>
              <a:ext cx="587572" cy="226763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5" name="Google Shape;3505;p20"/>
            <p:cNvSpPr/>
            <p:nvPr/>
          </p:nvSpPr>
          <p:spPr>
            <a:xfrm>
              <a:off x="5434724" y="3741253"/>
              <a:ext cx="51339" cy="103346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6" name="Google Shape;3506;p20"/>
            <p:cNvSpPr/>
            <p:nvPr/>
          </p:nvSpPr>
          <p:spPr>
            <a:xfrm>
              <a:off x="6065565" y="3741825"/>
              <a:ext cx="45148" cy="102774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7" name="Google Shape;3507;p20"/>
            <p:cNvSpPr/>
            <p:nvPr/>
          </p:nvSpPr>
          <p:spPr>
            <a:xfrm>
              <a:off x="5494446" y="3630573"/>
              <a:ext cx="562737" cy="32480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8" name="Google Shape;3508;p20"/>
            <p:cNvSpPr/>
            <p:nvPr/>
          </p:nvSpPr>
          <p:spPr>
            <a:xfrm>
              <a:off x="5460441" y="3803737"/>
              <a:ext cx="614737" cy="220544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9" name="Google Shape;3509;p20"/>
            <p:cNvSpPr/>
            <p:nvPr/>
          </p:nvSpPr>
          <p:spPr>
            <a:xfrm>
              <a:off x="5434724" y="3551706"/>
              <a:ext cx="675989" cy="390489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0" name="Google Shape;3510;p20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1" name="Google Shape;3511;p20"/>
            <p:cNvSpPr/>
            <p:nvPr/>
          </p:nvSpPr>
          <p:spPr>
            <a:xfrm>
              <a:off x="5382050" y="3902892"/>
              <a:ext cx="186213" cy="107537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2" name="Google Shape;3512;p20"/>
            <p:cNvSpPr/>
            <p:nvPr/>
          </p:nvSpPr>
          <p:spPr>
            <a:xfrm>
              <a:off x="5425961" y="3928134"/>
              <a:ext cx="142303" cy="132873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3" name="Google Shape;3513;p20"/>
            <p:cNvSpPr/>
            <p:nvPr/>
          </p:nvSpPr>
          <p:spPr>
            <a:xfrm>
              <a:off x="5023720" y="3961462"/>
              <a:ext cx="431291" cy="317858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4" name="Google Shape;3514;p20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5" name="Google Shape;3515;p20"/>
            <p:cNvSpPr/>
            <p:nvPr/>
          </p:nvSpPr>
          <p:spPr>
            <a:xfrm>
              <a:off x="5833536" y="4556308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6" name="Google Shape;3516;p20"/>
            <p:cNvSpPr/>
            <p:nvPr/>
          </p:nvSpPr>
          <p:spPr>
            <a:xfrm>
              <a:off x="6124048" y="3784878"/>
              <a:ext cx="99113" cy="215741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7" name="Google Shape;3517;p20"/>
            <p:cNvSpPr/>
            <p:nvPr/>
          </p:nvSpPr>
          <p:spPr>
            <a:xfrm>
              <a:off x="6137955" y="3696137"/>
              <a:ext cx="71246" cy="137090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8" name="Google Shape;3518;p20"/>
            <p:cNvSpPr/>
            <p:nvPr/>
          </p:nvSpPr>
          <p:spPr>
            <a:xfrm>
              <a:off x="5898535" y="4644969"/>
              <a:ext cx="153698" cy="86203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9" name="Google Shape;3519;p20"/>
            <p:cNvSpPr/>
            <p:nvPr/>
          </p:nvSpPr>
          <p:spPr>
            <a:xfrm>
              <a:off x="5898544" y="4659654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0" name="Google Shape;3520;p20"/>
            <p:cNvSpPr/>
            <p:nvPr/>
          </p:nvSpPr>
          <p:spPr>
            <a:xfrm>
              <a:off x="6010930" y="4594540"/>
              <a:ext cx="153698" cy="86245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1" name="Google Shape;3521;p20"/>
            <p:cNvSpPr/>
            <p:nvPr/>
          </p:nvSpPr>
          <p:spPr>
            <a:xfrm>
              <a:off x="6010940" y="4609266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2" name="Google Shape;3522;p20"/>
            <p:cNvSpPr/>
            <p:nvPr/>
          </p:nvSpPr>
          <p:spPr>
            <a:xfrm>
              <a:off x="5939834" y="4034528"/>
              <a:ext cx="224738" cy="6344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3" name="Google Shape;3523;p20"/>
            <p:cNvSpPr/>
            <p:nvPr/>
          </p:nvSpPr>
          <p:spPr>
            <a:xfrm>
              <a:off x="5972635" y="3514319"/>
              <a:ext cx="163123" cy="261076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4" name="Google Shape;3524;p20"/>
            <p:cNvSpPr/>
            <p:nvPr/>
          </p:nvSpPr>
          <p:spPr>
            <a:xfrm>
              <a:off x="5938247" y="3698937"/>
              <a:ext cx="250857" cy="415389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5" name="Google Shape;3525;p20"/>
            <p:cNvSpPr/>
            <p:nvPr/>
          </p:nvSpPr>
          <p:spPr>
            <a:xfrm>
              <a:off x="5692823" y="3751153"/>
              <a:ext cx="318504" cy="248122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6" name="Google Shape;3526;p20"/>
            <p:cNvSpPr/>
            <p:nvPr/>
          </p:nvSpPr>
          <p:spPr>
            <a:xfrm>
              <a:off x="5925738" y="3745773"/>
              <a:ext cx="96916" cy="141862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7" name="Google Shape;3527;p20"/>
            <p:cNvSpPr/>
            <p:nvPr/>
          </p:nvSpPr>
          <p:spPr>
            <a:xfrm>
              <a:off x="5972396" y="3502859"/>
              <a:ext cx="158142" cy="174304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28" name="Google Shape;3528;p20"/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3529" name="Google Shape;3529;p20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0" name="Google Shape;3530;p20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1" name="Google Shape;3531;p20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2" name="Google Shape;3532;p20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3" name="Google Shape;3533;p20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34" name="Google Shape;3534;p20"/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3535" name="Google Shape;3535;p20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6" name="Google Shape;3536;p20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7" name="Google Shape;3537;p20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8" name="Google Shape;3538;p20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9" name="Google Shape;3539;p20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0" name="Google Shape;3540;p20"/>
            <p:cNvSpPr/>
            <p:nvPr/>
          </p:nvSpPr>
          <p:spPr>
            <a:xfrm>
              <a:off x="5005135" y="663654"/>
              <a:ext cx="157949" cy="441664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1" name="Google Shape;3541;p20"/>
            <p:cNvSpPr/>
            <p:nvPr/>
          </p:nvSpPr>
          <p:spPr>
            <a:xfrm>
              <a:off x="5078203" y="660182"/>
              <a:ext cx="90963" cy="123358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42" name="Google Shape;3542;p20"/>
            <p:cNvGrpSpPr/>
            <p:nvPr/>
          </p:nvGrpSpPr>
          <p:grpSpPr>
            <a:xfrm flipH="1">
              <a:off x="2446567" y="1414371"/>
              <a:ext cx="298963" cy="226660"/>
              <a:chOff x="6621095" y="1452181"/>
              <a:chExt cx="330894" cy="250785"/>
            </a:xfrm>
          </p:grpSpPr>
          <p:sp>
            <p:nvSpPr>
              <p:cNvPr id="3543" name="Google Shape;3543;p20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4" name="Google Shape;3544;p20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5" name="Google Shape;3545;p20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6" name="Google Shape;3546;p20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7" name="Google Shape;3547;p20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8" name="Google Shape;3548;p20"/>
            <p:cNvSpPr/>
            <p:nvPr/>
          </p:nvSpPr>
          <p:spPr>
            <a:xfrm>
              <a:off x="2329846" y="1241863"/>
              <a:ext cx="143174" cy="402337"/>
            </a:xfrm>
            <a:custGeom>
              <a:rect b="b" l="l" r="r" t="t"/>
              <a:pathLst>
                <a:path extrusionOk="0" h="402337" w="143174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9" name="Google Shape;3549;p20"/>
            <p:cNvSpPr/>
            <p:nvPr/>
          </p:nvSpPr>
          <p:spPr>
            <a:xfrm>
              <a:off x="2323859" y="1237315"/>
              <a:ext cx="82772" cy="112806"/>
            </a:xfrm>
            <a:custGeom>
              <a:rect b="b" l="l" r="r" t="t"/>
              <a:pathLst>
                <a:path extrusionOk="0" h="112806" w="82772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50" name="Google Shape;3550;p2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4" name="Shape 3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5" name="Google Shape;3555;p2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Módulo 4 ·Productividad con Outlook, Teams </a:t>
            </a:r>
            <a:br>
              <a:rPr lang="es-ES" sz="2800"/>
            </a:br>
            <a:r>
              <a:rPr lang="es-ES" sz="2800"/>
              <a:t>y OneDrive</a:t>
            </a:r>
            <a:r>
              <a:rPr lang="es-ES" sz="2800">
                <a:solidFill>
                  <a:srgbClr val="007BB9"/>
                </a:solidFill>
              </a:rPr>
              <a:t>.</a:t>
            </a:r>
            <a:endParaRPr sz="2800"/>
          </a:p>
        </p:txBody>
      </p:sp>
      <p:sp>
        <p:nvSpPr>
          <p:cNvPr id="3556" name="Google Shape;3556;p21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Objetivo: Comunicación efectiva y trabajo colaborativo seguro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grpSp>
        <p:nvGrpSpPr>
          <p:cNvPr id="3557" name="Google Shape;3557;p21"/>
          <p:cNvGrpSpPr/>
          <p:nvPr/>
        </p:nvGrpSpPr>
        <p:grpSpPr>
          <a:xfrm>
            <a:off x="6645830" y="2571750"/>
            <a:ext cx="1407494" cy="1561150"/>
            <a:chOff x="2152750" y="190500"/>
            <a:chExt cx="4293756" cy="4762499"/>
          </a:xfrm>
        </p:grpSpPr>
        <p:sp>
          <p:nvSpPr>
            <p:cNvPr id="3558" name="Google Shape;3558;p21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9" name="Google Shape;3559;p21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0" name="Google Shape;3560;p21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1" name="Google Shape;3561;p21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2" name="Google Shape;3562;p21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3" name="Google Shape;3563;p21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4" name="Google Shape;3564;p21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5" name="Google Shape;3565;p21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6" name="Google Shape;3566;p21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7" name="Google Shape;3567;p21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8" name="Google Shape;3568;p21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9" name="Google Shape;3569;p21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0" name="Google Shape;3570;p21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1" name="Google Shape;3571;p21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2" name="Google Shape;3572;p21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3" name="Google Shape;3573;p21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4" name="Google Shape;3574;p21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5" name="Google Shape;3575;p21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6" name="Google Shape;3576;p21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7" name="Google Shape;3577;p21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8" name="Google Shape;3578;p21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9" name="Google Shape;3579;p21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0" name="Google Shape;3580;p21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1" name="Google Shape;3581;p21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2" name="Google Shape;3582;p21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3" name="Google Shape;3583;p21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4" name="Google Shape;3584;p21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5" name="Google Shape;3585;p21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6" name="Google Shape;3586;p21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7" name="Google Shape;3587;p21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8" name="Google Shape;3588;p21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9" name="Google Shape;3589;p21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0" name="Google Shape;3590;p21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1" name="Google Shape;3591;p21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2" name="Google Shape;3592;p21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3" name="Google Shape;3593;p21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4" name="Google Shape;3594;p21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5" name="Google Shape;3595;p21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6" name="Google Shape;3596;p21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7" name="Google Shape;3597;p21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8" name="Google Shape;3598;p21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9" name="Google Shape;3599;p21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0" name="Google Shape;3600;p21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1" name="Google Shape;3601;p21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2" name="Google Shape;3602;p21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3" name="Google Shape;3603;p21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4" name="Google Shape;3604;p21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5" name="Google Shape;3605;p21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6" name="Google Shape;3606;p21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7" name="Google Shape;3607;p21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8" name="Google Shape;3608;p21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9" name="Google Shape;3609;p21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0" name="Google Shape;3610;p21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1" name="Google Shape;3611;p21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2" name="Google Shape;3612;p21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3" name="Google Shape;3613;p21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4" name="Google Shape;3614;p21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5" name="Google Shape;3615;p21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6" name="Google Shape;3616;p21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7" name="Google Shape;3617;p21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8" name="Google Shape;3618;p21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9" name="Google Shape;3619;p21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0" name="Google Shape;3620;p21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1" name="Google Shape;3621;p21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2" name="Google Shape;3622;p21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3" name="Google Shape;3623;p21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4" name="Google Shape;3624;p21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5" name="Google Shape;3625;p21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6" name="Google Shape;3626;p21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7" name="Google Shape;3627;p21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8" name="Google Shape;3628;p21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9" name="Google Shape;3629;p21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0" name="Google Shape;3630;p21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1" name="Google Shape;3631;p21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32" name="Google Shape;3632;p21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3633" name="Google Shape;3633;p21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4" name="Google Shape;3634;p21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5" name="Google Shape;3635;p21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6" name="Google Shape;3636;p21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7" name="Google Shape;3637;p21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8" name="Google Shape;3638;p21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9" name="Google Shape;3639;p21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0" name="Google Shape;3640;p21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1" name="Google Shape;3641;p21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42" name="Google Shape;3642;p21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3643" name="Google Shape;3643;p2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4" name="Google Shape;3644;p2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5" name="Google Shape;3645;p2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6" name="Google Shape;3646;p2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7" name="Google Shape;3647;p2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48" name="Google Shape;3648;p21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9" name="Google Shape;3649;p21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0" name="Google Shape;3650;p21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1" name="Google Shape;3651;p21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2" name="Google Shape;3652;p21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3" name="Google Shape;3653;p21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4" name="Google Shape;3654;p21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5" name="Google Shape;3655;p21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6" name="Google Shape;3656;p21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7" name="Google Shape;3657;p21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8" name="Google Shape;3658;p21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9" name="Google Shape;3659;p21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0" name="Google Shape;3660;p21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1" name="Google Shape;3661;p21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2" name="Google Shape;3662;p21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3" name="Google Shape;3663;p21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4" name="Google Shape;3664;p21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5" name="Google Shape;3665;p21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66" name="Google Shape;3666;p2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0" name="Shape 3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1" name="Google Shape;3671;p22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Outlook: correo y calendario</a:t>
            </a:r>
            <a:endParaRPr sz="3200"/>
          </a:p>
        </p:txBody>
      </p:sp>
      <p:sp>
        <p:nvSpPr>
          <p:cNvPr id="3672" name="Google Shape;3672;p22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Organiza tu bandeja: reglas por remitente/proyecto y categorías.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Firma corporativa: Archivo → Opciones → Correo → Firmas.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Calendarios: crear reuniones con Teams y adjuntar archivos de OneDrive.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grpSp>
        <p:nvGrpSpPr>
          <p:cNvPr id="3673" name="Google Shape;3673;p22"/>
          <p:cNvGrpSpPr/>
          <p:nvPr/>
        </p:nvGrpSpPr>
        <p:grpSpPr>
          <a:xfrm>
            <a:off x="7672980" y="3429000"/>
            <a:ext cx="1407493" cy="1561147"/>
            <a:chOff x="2152750" y="190500"/>
            <a:chExt cx="4293756" cy="4762499"/>
          </a:xfrm>
        </p:grpSpPr>
        <p:sp>
          <p:nvSpPr>
            <p:cNvPr id="3674" name="Google Shape;3674;p22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5" name="Google Shape;3675;p22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6" name="Google Shape;3676;p22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7" name="Google Shape;3677;p22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8" name="Google Shape;3678;p22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9" name="Google Shape;3679;p22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0" name="Google Shape;3680;p22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1" name="Google Shape;3681;p22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2" name="Google Shape;3682;p22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3" name="Google Shape;3683;p22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4" name="Google Shape;3684;p22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5" name="Google Shape;3685;p22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6" name="Google Shape;3686;p22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7" name="Google Shape;3687;p22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8" name="Google Shape;3688;p22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9" name="Google Shape;3689;p22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0" name="Google Shape;3690;p22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1" name="Google Shape;3691;p22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2" name="Google Shape;3692;p22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3" name="Google Shape;3693;p22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4" name="Google Shape;3694;p22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5" name="Google Shape;3695;p22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6" name="Google Shape;3696;p22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7" name="Google Shape;3697;p22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8" name="Google Shape;3698;p22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9" name="Google Shape;3699;p22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0" name="Google Shape;3700;p22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1" name="Google Shape;3701;p22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2" name="Google Shape;3702;p22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3" name="Google Shape;3703;p22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4" name="Google Shape;3704;p22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5" name="Google Shape;3705;p22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6" name="Google Shape;3706;p22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7" name="Google Shape;3707;p22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8" name="Google Shape;3708;p22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9" name="Google Shape;3709;p22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0" name="Google Shape;3710;p22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1" name="Google Shape;3711;p22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2" name="Google Shape;3712;p22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3" name="Google Shape;3713;p22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4" name="Google Shape;3714;p22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5" name="Google Shape;3715;p22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6" name="Google Shape;3716;p22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7" name="Google Shape;3717;p22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8" name="Google Shape;3718;p22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9" name="Google Shape;3719;p22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0" name="Google Shape;3720;p22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1" name="Google Shape;3721;p22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2" name="Google Shape;3722;p22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3" name="Google Shape;3723;p22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4" name="Google Shape;3724;p22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5" name="Google Shape;3725;p22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6" name="Google Shape;3726;p22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7" name="Google Shape;3727;p22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8" name="Google Shape;3728;p22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9" name="Google Shape;3729;p22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0" name="Google Shape;3730;p22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1" name="Google Shape;3731;p22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2" name="Google Shape;3732;p22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3" name="Google Shape;3733;p22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4" name="Google Shape;3734;p22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5" name="Google Shape;3735;p22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6" name="Google Shape;3736;p22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7" name="Google Shape;3737;p22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8" name="Google Shape;3738;p22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9" name="Google Shape;3739;p22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0" name="Google Shape;3740;p22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1" name="Google Shape;3741;p22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2" name="Google Shape;3742;p22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3" name="Google Shape;3743;p22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4" name="Google Shape;3744;p22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5" name="Google Shape;3745;p22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6" name="Google Shape;3746;p22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7" name="Google Shape;3747;p22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48" name="Google Shape;3748;p22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3749" name="Google Shape;3749;p22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0" name="Google Shape;3750;p22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1" name="Google Shape;3751;p22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2" name="Google Shape;3752;p22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3" name="Google Shape;3753;p22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4" name="Google Shape;3754;p22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5" name="Google Shape;3755;p22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6" name="Google Shape;3756;p22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7" name="Google Shape;3757;p22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58" name="Google Shape;3758;p22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3759" name="Google Shape;3759;p22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0" name="Google Shape;3760;p22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1" name="Google Shape;3761;p22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2" name="Google Shape;3762;p22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3" name="Google Shape;3763;p22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64" name="Google Shape;3764;p22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5" name="Google Shape;3765;p22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6" name="Google Shape;3766;p22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7" name="Google Shape;3767;p22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8" name="Google Shape;3768;p22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9" name="Google Shape;3769;p22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0" name="Google Shape;3770;p22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1" name="Google Shape;3771;p22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2" name="Google Shape;3772;p22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3" name="Google Shape;3773;p22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4" name="Google Shape;3774;p22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5" name="Google Shape;3775;p22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6" name="Google Shape;3776;p22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7" name="Google Shape;3777;p22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8" name="Google Shape;3778;p22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9" name="Google Shape;3779;p22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0" name="Google Shape;3780;p22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1" name="Google Shape;3781;p22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82" name="Google Shape;3782;p2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6" name="Shape 3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7" name="Google Shape;3787;p23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Teams: reuniones y colaboración</a:t>
            </a:r>
            <a:endParaRPr sz="3200"/>
          </a:p>
        </p:txBody>
      </p:sp>
      <p:sp>
        <p:nvSpPr>
          <p:cNvPr id="3788" name="Google Shape;3788;p23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Agendar reunión con enlace Teams y canal asociado.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Compartir pantalla y dar control de forma temporal.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Canales y archivos: estructura por proyecto; usa Pestañas para vínculos clave.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grpSp>
        <p:nvGrpSpPr>
          <p:cNvPr id="3789" name="Google Shape;3789;p23"/>
          <p:cNvGrpSpPr/>
          <p:nvPr/>
        </p:nvGrpSpPr>
        <p:grpSpPr>
          <a:xfrm>
            <a:off x="6645830" y="2571750"/>
            <a:ext cx="1407494" cy="1561150"/>
            <a:chOff x="2152750" y="190500"/>
            <a:chExt cx="4293756" cy="4762499"/>
          </a:xfrm>
        </p:grpSpPr>
        <p:sp>
          <p:nvSpPr>
            <p:cNvPr id="3790" name="Google Shape;3790;p23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1" name="Google Shape;3791;p23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2" name="Google Shape;3792;p23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3" name="Google Shape;3793;p23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4" name="Google Shape;3794;p23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5" name="Google Shape;3795;p23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6" name="Google Shape;3796;p23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7" name="Google Shape;3797;p23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8" name="Google Shape;3798;p23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9" name="Google Shape;3799;p23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0" name="Google Shape;3800;p23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1" name="Google Shape;3801;p23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2" name="Google Shape;3802;p23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3" name="Google Shape;3803;p23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4" name="Google Shape;3804;p23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5" name="Google Shape;3805;p23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6" name="Google Shape;3806;p23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7" name="Google Shape;3807;p23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8" name="Google Shape;3808;p23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9" name="Google Shape;3809;p23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0" name="Google Shape;3810;p23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1" name="Google Shape;3811;p23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2" name="Google Shape;3812;p23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3" name="Google Shape;3813;p23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4" name="Google Shape;3814;p23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5" name="Google Shape;3815;p23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6" name="Google Shape;3816;p23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7" name="Google Shape;3817;p23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8" name="Google Shape;3818;p23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9" name="Google Shape;3819;p23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0" name="Google Shape;3820;p23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1" name="Google Shape;3821;p23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2" name="Google Shape;3822;p23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3" name="Google Shape;3823;p23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4" name="Google Shape;3824;p23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5" name="Google Shape;3825;p23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6" name="Google Shape;3826;p23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7" name="Google Shape;3827;p23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8" name="Google Shape;3828;p23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9" name="Google Shape;3829;p23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0" name="Google Shape;3830;p23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1" name="Google Shape;3831;p23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2" name="Google Shape;3832;p23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3" name="Google Shape;3833;p23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4" name="Google Shape;3834;p23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5" name="Google Shape;3835;p23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6" name="Google Shape;3836;p23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7" name="Google Shape;3837;p23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8" name="Google Shape;3838;p23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9" name="Google Shape;3839;p23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0" name="Google Shape;3840;p23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1" name="Google Shape;3841;p23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2" name="Google Shape;3842;p23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3" name="Google Shape;3843;p23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4" name="Google Shape;3844;p23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5" name="Google Shape;3845;p23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6" name="Google Shape;3846;p23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7" name="Google Shape;3847;p23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8" name="Google Shape;3848;p23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9" name="Google Shape;3849;p23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0" name="Google Shape;3850;p23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1" name="Google Shape;3851;p23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2" name="Google Shape;3852;p23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3" name="Google Shape;3853;p23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4" name="Google Shape;3854;p23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5" name="Google Shape;3855;p23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6" name="Google Shape;3856;p23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7" name="Google Shape;3857;p23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8" name="Google Shape;3858;p23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9" name="Google Shape;3859;p23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0" name="Google Shape;3860;p23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1" name="Google Shape;3861;p23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2" name="Google Shape;3862;p23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3" name="Google Shape;3863;p23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64" name="Google Shape;3864;p23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3865" name="Google Shape;3865;p23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6" name="Google Shape;3866;p23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7" name="Google Shape;3867;p23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8" name="Google Shape;3868;p23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9" name="Google Shape;3869;p23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0" name="Google Shape;3870;p23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1" name="Google Shape;3871;p23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2" name="Google Shape;3872;p23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3" name="Google Shape;3873;p23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74" name="Google Shape;3874;p23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3875" name="Google Shape;3875;p23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6" name="Google Shape;3876;p23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7" name="Google Shape;3877;p23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8" name="Google Shape;3878;p23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9" name="Google Shape;3879;p23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80" name="Google Shape;3880;p23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1" name="Google Shape;3881;p23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2" name="Google Shape;3882;p23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3" name="Google Shape;3883;p23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4" name="Google Shape;3884;p23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5" name="Google Shape;3885;p23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6" name="Google Shape;3886;p23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7" name="Google Shape;3887;p23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8" name="Google Shape;3888;p23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9" name="Google Shape;3889;p23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0" name="Google Shape;3890;p23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1" name="Google Shape;3891;p23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2" name="Google Shape;3892;p23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3" name="Google Shape;3893;p23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4" name="Google Shape;3894;p23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5" name="Google Shape;3895;p23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6" name="Google Shape;3896;p23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7" name="Google Shape;3897;p23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98" name="Google Shape;3898;p2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2" name="Shape 3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3" name="Google Shape;3903;p24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OneDrive: archivos y versiones</a:t>
            </a:r>
            <a:endParaRPr sz="3200"/>
          </a:p>
        </p:txBody>
      </p:sp>
      <p:sp>
        <p:nvSpPr>
          <p:cNvPr id="3904" name="Google Shape;3904;p24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Estructura de carpetas por área y proyecto.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Compartir con permisos adecuados (‘Ver’ vs ‘Editar’).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Historial de versiones y recuperación de archivos eliminados.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grpSp>
        <p:nvGrpSpPr>
          <p:cNvPr id="3905" name="Google Shape;3905;p24"/>
          <p:cNvGrpSpPr/>
          <p:nvPr/>
        </p:nvGrpSpPr>
        <p:grpSpPr>
          <a:xfrm>
            <a:off x="6645830" y="2571750"/>
            <a:ext cx="1407494" cy="1561150"/>
            <a:chOff x="2152750" y="190500"/>
            <a:chExt cx="4293756" cy="4762499"/>
          </a:xfrm>
        </p:grpSpPr>
        <p:sp>
          <p:nvSpPr>
            <p:cNvPr id="3906" name="Google Shape;3906;p24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7" name="Google Shape;3907;p24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8" name="Google Shape;3908;p24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9" name="Google Shape;3909;p24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0" name="Google Shape;3910;p24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1" name="Google Shape;3911;p24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2" name="Google Shape;3912;p24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3" name="Google Shape;3913;p24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4" name="Google Shape;3914;p24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5" name="Google Shape;3915;p24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6" name="Google Shape;3916;p24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7" name="Google Shape;3917;p24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8" name="Google Shape;3918;p24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9" name="Google Shape;3919;p24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0" name="Google Shape;3920;p24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1" name="Google Shape;3921;p24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2" name="Google Shape;3922;p24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3" name="Google Shape;3923;p24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4" name="Google Shape;3924;p24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5" name="Google Shape;3925;p24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6" name="Google Shape;3926;p24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7" name="Google Shape;3927;p24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8" name="Google Shape;3928;p24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9" name="Google Shape;3929;p24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0" name="Google Shape;3930;p24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1" name="Google Shape;3931;p24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2" name="Google Shape;3932;p24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3" name="Google Shape;3933;p24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4" name="Google Shape;3934;p24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5" name="Google Shape;3935;p24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6" name="Google Shape;3936;p24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7" name="Google Shape;3937;p24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8" name="Google Shape;3938;p24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9" name="Google Shape;3939;p24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0" name="Google Shape;3940;p24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1" name="Google Shape;3941;p24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2" name="Google Shape;3942;p24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3" name="Google Shape;3943;p24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4" name="Google Shape;3944;p24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5" name="Google Shape;3945;p24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6" name="Google Shape;3946;p24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7" name="Google Shape;3947;p24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8" name="Google Shape;3948;p24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9" name="Google Shape;3949;p24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0" name="Google Shape;3950;p24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1" name="Google Shape;3951;p24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2" name="Google Shape;3952;p24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3" name="Google Shape;3953;p24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4" name="Google Shape;3954;p24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5" name="Google Shape;3955;p24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6" name="Google Shape;3956;p24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7" name="Google Shape;3957;p24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8" name="Google Shape;3958;p24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9" name="Google Shape;3959;p24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0" name="Google Shape;3960;p24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1" name="Google Shape;3961;p24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2" name="Google Shape;3962;p24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3" name="Google Shape;3963;p24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4" name="Google Shape;3964;p24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5" name="Google Shape;3965;p24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6" name="Google Shape;3966;p24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7" name="Google Shape;3967;p24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8" name="Google Shape;3968;p24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9" name="Google Shape;3969;p24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0" name="Google Shape;3970;p24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1" name="Google Shape;3971;p24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2" name="Google Shape;3972;p24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3" name="Google Shape;3973;p24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4" name="Google Shape;3974;p24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5" name="Google Shape;3975;p24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6" name="Google Shape;3976;p24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7" name="Google Shape;3977;p24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8" name="Google Shape;3978;p24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9" name="Google Shape;3979;p24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80" name="Google Shape;3980;p24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3981" name="Google Shape;3981;p24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2" name="Google Shape;3982;p24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3" name="Google Shape;3983;p24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4" name="Google Shape;3984;p24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5" name="Google Shape;3985;p24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6" name="Google Shape;3986;p24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7" name="Google Shape;3987;p24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8" name="Google Shape;3988;p24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9" name="Google Shape;3989;p24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90" name="Google Shape;3990;p24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3991" name="Google Shape;3991;p24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2" name="Google Shape;3992;p24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3" name="Google Shape;3993;p24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4" name="Google Shape;3994;p24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5" name="Google Shape;3995;p24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96" name="Google Shape;3996;p24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7" name="Google Shape;3997;p24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8" name="Google Shape;3998;p24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9" name="Google Shape;3999;p24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0" name="Google Shape;4000;p24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1" name="Google Shape;4001;p24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2" name="Google Shape;4002;p24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3" name="Google Shape;4003;p24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4" name="Google Shape;4004;p24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5" name="Google Shape;4005;p24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6" name="Google Shape;4006;p24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7" name="Google Shape;4007;p24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8" name="Google Shape;4008;p24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9" name="Google Shape;4009;p24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0" name="Google Shape;4010;p24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1" name="Google Shape;4011;p24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2" name="Google Shape;4012;p24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3" name="Google Shape;4013;p24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14" name="Google Shape;4014;p2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8" name="Shape 4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9" name="Google Shape;4019;p2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Buenas prácticas de colaboración y </a:t>
            </a:r>
            <a:br>
              <a:rPr lang="es-ES" sz="3200"/>
            </a:br>
            <a:r>
              <a:rPr lang="es-ES" sz="3200"/>
              <a:t>seguridad</a:t>
            </a:r>
            <a:endParaRPr sz="3200"/>
          </a:p>
        </p:txBody>
      </p:sp>
      <p:sp>
        <p:nvSpPr>
          <p:cNvPr id="4020" name="Google Shape;4020;p25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Nombrado consistente: AAAA‑MM‑DD_Proyecto_Documento.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Evita adjuntos pesados: comparte vínculos de OneDrive.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Verifica permisos antes de compartir información sensible.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grpSp>
        <p:nvGrpSpPr>
          <p:cNvPr id="4021" name="Google Shape;4021;p25"/>
          <p:cNvGrpSpPr/>
          <p:nvPr/>
        </p:nvGrpSpPr>
        <p:grpSpPr>
          <a:xfrm>
            <a:off x="6645830" y="2571750"/>
            <a:ext cx="1407494" cy="1561150"/>
            <a:chOff x="2152750" y="190500"/>
            <a:chExt cx="4293756" cy="4762499"/>
          </a:xfrm>
        </p:grpSpPr>
        <p:sp>
          <p:nvSpPr>
            <p:cNvPr id="4022" name="Google Shape;4022;p25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3" name="Google Shape;4023;p25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4" name="Google Shape;4024;p25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5" name="Google Shape;4025;p25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6" name="Google Shape;4026;p25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7" name="Google Shape;4027;p25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8" name="Google Shape;4028;p25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9" name="Google Shape;4029;p25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0" name="Google Shape;4030;p25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1" name="Google Shape;4031;p25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2" name="Google Shape;4032;p25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3" name="Google Shape;4033;p25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4" name="Google Shape;4034;p25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5" name="Google Shape;4035;p25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6" name="Google Shape;4036;p25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7" name="Google Shape;4037;p25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8" name="Google Shape;4038;p25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9" name="Google Shape;4039;p25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0" name="Google Shape;4040;p25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1" name="Google Shape;4041;p25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2" name="Google Shape;4042;p25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3" name="Google Shape;4043;p25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4" name="Google Shape;4044;p25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5" name="Google Shape;4045;p25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6" name="Google Shape;4046;p25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7" name="Google Shape;4047;p25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8" name="Google Shape;4048;p25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9" name="Google Shape;4049;p25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0" name="Google Shape;4050;p25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1" name="Google Shape;4051;p25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2" name="Google Shape;4052;p25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3" name="Google Shape;4053;p25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4" name="Google Shape;4054;p25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5" name="Google Shape;4055;p25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6" name="Google Shape;4056;p25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7" name="Google Shape;4057;p25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8" name="Google Shape;4058;p25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9" name="Google Shape;4059;p25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0" name="Google Shape;4060;p25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1" name="Google Shape;4061;p25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2" name="Google Shape;4062;p25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3" name="Google Shape;4063;p25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4" name="Google Shape;4064;p25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5" name="Google Shape;4065;p25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6" name="Google Shape;4066;p25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7" name="Google Shape;4067;p25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8" name="Google Shape;4068;p25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9" name="Google Shape;4069;p25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0" name="Google Shape;4070;p25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1" name="Google Shape;4071;p25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2" name="Google Shape;4072;p25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3" name="Google Shape;4073;p25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4" name="Google Shape;4074;p25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5" name="Google Shape;4075;p25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6" name="Google Shape;4076;p25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7" name="Google Shape;4077;p25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8" name="Google Shape;4078;p25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9" name="Google Shape;4079;p25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0" name="Google Shape;4080;p25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1" name="Google Shape;4081;p25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2" name="Google Shape;4082;p25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3" name="Google Shape;4083;p25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4" name="Google Shape;4084;p25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5" name="Google Shape;4085;p25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6" name="Google Shape;4086;p25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7" name="Google Shape;4087;p25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8" name="Google Shape;4088;p25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9" name="Google Shape;4089;p25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0" name="Google Shape;4090;p25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1" name="Google Shape;4091;p25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2" name="Google Shape;4092;p25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3" name="Google Shape;4093;p25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4" name="Google Shape;4094;p25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5" name="Google Shape;4095;p25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96" name="Google Shape;4096;p25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4097" name="Google Shape;4097;p25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8" name="Google Shape;4098;p25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9" name="Google Shape;4099;p25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0" name="Google Shape;4100;p25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1" name="Google Shape;4101;p25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2" name="Google Shape;4102;p25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3" name="Google Shape;4103;p25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4" name="Google Shape;4104;p25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5" name="Google Shape;4105;p25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06" name="Google Shape;4106;p25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4107" name="Google Shape;4107;p25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8" name="Google Shape;4108;p25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9" name="Google Shape;4109;p25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0" name="Google Shape;4110;p25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1" name="Google Shape;4111;p25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12" name="Google Shape;4112;p25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3" name="Google Shape;4113;p25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4" name="Google Shape;4114;p25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5" name="Google Shape;4115;p25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6" name="Google Shape;4116;p25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7" name="Google Shape;4117;p25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8" name="Google Shape;4118;p25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9" name="Google Shape;4119;p25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0" name="Google Shape;4120;p25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1" name="Google Shape;4121;p25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2" name="Google Shape;4122;p25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3" name="Google Shape;4123;p25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4" name="Google Shape;4124;p25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5" name="Google Shape;4125;p25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6" name="Google Shape;4126;p25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7" name="Google Shape;4127;p25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8" name="Google Shape;4128;p25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9" name="Google Shape;4129;p25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30" name="Google Shape;4130;p2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4" name="Shape 4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5" name="Google Shape;4135;p2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Práctica guiada (Outlook/Teams/</a:t>
            </a:r>
            <a:br>
              <a:rPr lang="es-ES" sz="3200"/>
            </a:br>
            <a:r>
              <a:rPr lang="es-ES" sz="3200"/>
              <a:t>OneDrive)</a:t>
            </a:r>
            <a:endParaRPr sz="3200"/>
          </a:p>
        </p:txBody>
      </p:sp>
      <p:sp>
        <p:nvSpPr>
          <p:cNvPr id="4136" name="Google Shape;4136;p26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Crea una regla de correo para clasificar notificaciones automáticas.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Agenda una reunión en Teams con documento compartido.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Comparte una carpeta en OneDrive con permisos ‘Ver’ para externos.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grpSp>
        <p:nvGrpSpPr>
          <p:cNvPr id="4137" name="Google Shape;4137;p26"/>
          <p:cNvGrpSpPr/>
          <p:nvPr/>
        </p:nvGrpSpPr>
        <p:grpSpPr>
          <a:xfrm>
            <a:off x="6645830" y="2571750"/>
            <a:ext cx="1407494" cy="1561150"/>
            <a:chOff x="2152750" y="190500"/>
            <a:chExt cx="4293756" cy="4762499"/>
          </a:xfrm>
        </p:grpSpPr>
        <p:sp>
          <p:nvSpPr>
            <p:cNvPr id="4138" name="Google Shape;4138;p26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9" name="Google Shape;4139;p26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0" name="Google Shape;4140;p26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1" name="Google Shape;4141;p26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2" name="Google Shape;4142;p26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3" name="Google Shape;4143;p26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4" name="Google Shape;4144;p26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5" name="Google Shape;4145;p26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6" name="Google Shape;4146;p26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7" name="Google Shape;4147;p26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8" name="Google Shape;4148;p26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9" name="Google Shape;4149;p26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0" name="Google Shape;4150;p26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1" name="Google Shape;4151;p26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2" name="Google Shape;4152;p26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3" name="Google Shape;4153;p26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4" name="Google Shape;4154;p26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5" name="Google Shape;4155;p26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6" name="Google Shape;4156;p26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7" name="Google Shape;4157;p26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8" name="Google Shape;4158;p26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9" name="Google Shape;4159;p26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0" name="Google Shape;4160;p26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1" name="Google Shape;4161;p26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2" name="Google Shape;4162;p26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3" name="Google Shape;4163;p26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4" name="Google Shape;4164;p26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5" name="Google Shape;4165;p26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6" name="Google Shape;4166;p26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7" name="Google Shape;4167;p26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8" name="Google Shape;4168;p26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9" name="Google Shape;4169;p26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0" name="Google Shape;4170;p26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1" name="Google Shape;4171;p26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2" name="Google Shape;4172;p26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3" name="Google Shape;4173;p26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4" name="Google Shape;4174;p26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5" name="Google Shape;4175;p26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6" name="Google Shape;4176;p26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7" name="Google Shape;4177;p26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8" name="Google Shape;4178;p26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9" name="Google Shape;4179;p26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0" name="Google Shape;4180;p26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1" name="Google Shape;4181;p26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2" name="Google Shape;4182;p26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3" name="Google Shape;4183;p26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4" name="Google Shape;4184;p26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5" name="Google Shape;4185;p26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6" name="Google Shape;4186;p26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7" name="Google Shape;4187;p26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8" name="Google Shape;4188;p26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9" name="Google Shape;4189;p26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0" name="Google Shape;4190;p26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1" name="Google Shape;4191;p26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2" name="Google Shape;4192;p26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3" name="Google Shape;4193;p26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4" name="Google Shape;4194;p26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5" name="Google Shape;4195;p26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6" name="Google Shape;4196;p26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7" name="Google Shape;4197;p26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8" name="Google Shape;4198;p26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9" name="Google Shape;4199;p26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0" name="Google Shape;4200;p26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1" name="Google Shape;4201;p26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2" name="Google Shape;4202;p26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3" name="Google Shape;4203;p26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4" name="Google Shape;4204;p26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5" name="Google Shape;4205;p26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6" name="Google Shape;4206;p26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7" name="Google Shape;4207;p26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8" name="Google Shape;4208;p26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9" name="Google Shape;4209;p26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0" name="Google Shape;4210;p26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1" name="Google Shape;4211;p26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12" name="Google Shape;4212;p26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4213" name="Google Shape;4213;p26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4" name="Google Shape;4214;p26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5" name="Google Shape;4215;p26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6" name="Google Shape;4216;p26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7" name="Google Shape;4217;p26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8" name="Google Shape;4218;p26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9" name="Google Shape;4219;p26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0" name="Google Shape;4220;p26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1" name="Google Shape;4221;p26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22" name="Google Shape;4222;p26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4223" name="Google Shape;4223;p26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4" name="Google Shape;4224;p26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5" name="Google Shape;4225;p26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6" name="Google Shape;4226;p26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7" name="Google Shape;4227;p26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28" name="Google Shape;4228;p26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9" name="Google Shape;4229;p26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0" name="Google Shape;4230;p26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1" name="Google Shape;4231;p26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2" name="Google Shape;4232;p26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3" name="Google Shape;4233;p26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4" name="Google Shape;4234;p26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5" name="Google Shape;4235;p26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6" name="Google Shape;4236;p26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7" name="Google Shape;4237;p26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8" name="Google Shape;4238;p26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9" name="Google Shape;4239;p26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0" name="Google Shape;4240;p26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1" name="Google Shape;4241;p26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2" name="Google Shape;4242;p26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3" name="Google Shape;4243;p26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4" name="Google Shape;4244;p26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5" name="Google Shape;4245;p26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46" name="Google Shape;4246;p2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0" name="Shape 4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1" name="Google Shape;4251;p27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/>
              <a:t>Metodología</a:t>
            </a:r>
            <a:endParaRPr/>
          </a:p>
        </p:txBody>
      </p:sp>
      <p:sp>
        <p:nvSpPr>
          <p:cNvPr id="4252" name="Google Shape;4252;p27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Clases en vivo con demostraciones guiadas.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Cápsulas on‑demand y material descargable por módulo.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Prácticas paso a paso en cada herramienta.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Feedback aplicado y resolución de dudas en 24–48 h.</a:t>
            </a:r>
            <a:endParaRPr/>
          </a:p>
        </p:txBody>
      </p:sp>
      <p:grpSp>
        <p:nvGrpSpPr>
          <p:cNvPr id="4253" name="Google Shape;4253;p27"/>
          <p:cNvGrpSpPr/>
          <p:nvPr/>
        </p:nvGrpSpPr>
        <p:grpSpPr>
          <a:xfrm>
            <a:off x="6537835" y="1587850"/>
            <a:ext cx="2297437" cy="2787029"/>
            <a:chOff x="2533225" y="322726"/>
            <a:chExt cx="3925890" cy="4762523"/>
          </a:xfrm>
        </p:grpSpPr>
        <p:sp>
          <p:nvSpPr>
            <p:cNvPr id="4254" name="Google Shape;4254;p27"/>
            <p:cNvSpPr/>
            <p:nvPr/>
          </p:nvSpPr>
          <p:spPr>
            <a:xfrm>
              <a:off x="3796336" y="2589414"/>
              <a:ext cx="682110" cy="393573"/>
            </a:xfrm>
            <a:custGeom>
              <a:rect b="b" l="l" r="r" t="t"/>
              <a:pathLst>
                <a:path extrusionOk="0" h="393573" w="682110">
                  <a:moveTo>
                    <a:pt x="329082" y="393573"/>
                  </a:moveTo>
                  <a:lnTo>
                    <a:pt x="0" y="204216"/>
                  </a:lnTo>
                  <a:lnTo>
                    <a:pt x="353029" y="0"/>
                  </a:lnTo>
                  <a:lnTo>
                    <a:pt x="682111" y="189357"/>
                  </a:lnTo>
                  <a:lnTo>
                    <a:pt x="329082" y="393573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5" name="Google Shape;4255;p27"/>
            <p:cNvSpPr/>
            <p:nvPr/>
          </p:nvSpPr>
          <p:spPr>
            <a:xfrm>
              <a:off x="3809355" y="2149168"/>
              <a:ext cx="705962" cy="408622"/>
            </a:xfrm>
            <a:custGeom>
              <a:rect b="b" l="l" r="r" t="t"/>
              <a:pathLst>
                <a:path extrusionOk="0" h="408622" w="705962">
                  <a:moveTo>
                    <a:pt x="352934" y="408622"/>
                  </a:moveTo>
                  <a:lnTo>
                    <a:pt x="0" y="204311"/>
                  </a:lnTo>
                  <a:lnTo>
                    <a:pt x="352934" y="0"/>
                  </a:lnTo>
                  <a:lnTo>
                    <a:pt x="705963" y="204311"/>
                  </a:lnTo>
                  <a:lnTo>
                    <a:pt x="352934" y="408622"/>
                  </a:lnTo>
                  <a:close/>
                </a:path>
              </a:pathLst>
            </a:custGeom>
            <a:solidFill>
              <a:srgbClr val="EFDA8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6" name="Google Shape;4256;p27"/>
            <p:cNvSpPr/>
            <p:nvPr/>
          </p:nvSpPr>
          <p:spPr>
            <a:xfrm>
              <a:off x="4162289" y="2390151"/>
              <a:ext cx="329177" cy="571404"/>
            </a:xfrm>
            <a:custGeom>
              <a:rect b="b" l="l" r="r" t="t"/>
              <a:pathLst>
                <a:path extrusionOk="0" h="571404" w="329177">
                  <a:moveTo>
                    <a:pt x="329177" y="380905"/>
                  </a:moveTo>
                  <a:lnTo>
                    <a:pt x="0" y="571405"/>
                  </a:lnTo>
                  <a:lnTo>
                    <a:pt x="0" y="190405"/>
                  </a:lnTo>
                  <a:lnTo>
                    <a:pt x="329177" y="0"/>
                  </a:lnTo>
                  <a:lnTo>
                    <a:pt x="329177" y="380905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7" name="Google Shape;4257;p27"/>
            <p:cNvSpPr/>
            <p:nvPr/>
          </p:nvSpPr>
          <p:spPr>
            <a:xfrm>
              <a:off x="3833207" y="2390151"/>
              <a:ext cx="329081" cy="571404"/>
            </a:xfrm>
            <a:custGeom>
              <a:rect b="b" l="l" r="r" t="t"/>
              <a:pathLst>
                <a:path extrusionOk="0" h="571404" w="329081">
                  <a:moveTo>
                    <a:pt x="329082" y="571405"/>
                  </a:moveTo>
                  <a:lnTo>
                    <a:pt x="0" y="380905"/>
                  </a:lnTo>
                  <a:lnTo>
                    <a:pt x="0" y="0"/>
                  </a:lnTo>
                  <a:lnTo>
                    <a:pt x="329082" y="190405"/>
                  </a:lnTo>
                  <a:lnTo>
                    <a:pt x="329082" y="571405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8" name="Google Shape;4258;p27"/>
            <p:cNvSpPr/>
            <p:nvPr/>
          </p:nvSpPr>
          <p:spPr>
            <a:xfrm>
              <a:off x="3833207" y="2390151"/>
              <a:ext cx="329081" cy="287940"/>
            </a:xfrm>
            <a:custGeom>
              <a:rect b="b" l="l" r="r" t="t"/>
              <a:pathLst>
                <a:path extrusionOk="0" h="287940" w="329081">
                  <a:moveTo>
                    <a:pt x="0" y="0"/>
                  </a:moveTo>
                  <a:lnTo>
                    <a:pt x="0" y="99631"/>
                  </a:lnTo>
                  <a:lnTo>
                    <a:pt x="329082" y="287941"/>
                  </a:lnTo>
                  <a:lnTo>
                    <a:pt x="329082" y="190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9" name="Google Shape;4259;p27"/>
            <p:cNvSpPr/>
            <p:nvPr/>
          </p:nvSpPr>
          <p:spPr>
            <a:xfrm>
              <a:off x="4162289" y="2390151"/>
              <a:ext cx="329177" cy="287940"/>
            </a:xfrm>
            <a:custGeom>
              <a:rect b="b" l="l" r="r" t="t"/>
              <a:pathLst>
                <a:path extrusionOk="0" h="287940" w="329177">
                  <a:moveTo>
                    <a:pt x="329177" y="0"/>
                  </a:moveTo>
                  <a:lnTo>
                    <a:pt x="329177" y="106775"/>
                  </a:lnTo>
                  <a:lnTo>
                    <a:pt x="0" y="287941"/>
                  </a:lnTo>
                  <a:lnTo>
                    <a:pt x="0" y="190881"/>
                  </a:lnTo>
                  <a:lnTo>
                    <a:pt x="329177" y="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0" name="Google Shape;4260;p27"/>
            <p:cNvSpPr/>
            <p:nvPr/>
          </p:nvSpPr>
          <p:spPr>
            <a:xfrm>
              <a:off x="3809355" y="2353479"/>
              <a:ext cx="352933" cy="307181"/>
            </a:xfrm>
            <a:custGeom>
              <a:rect b="b" l="l" r="r" t="t"/>
              <a:pathLst>
                <a:path extrusionOk="0" h="307181" w="352933">
                  <a:moveTo>
                    <a:pt x="0" y="0"/>
                  </a:moveTo>
                  <a:lnTo>
                    <a:pt x="0" y="105632"/>
                  </a:lnTo>
                  <a:lnTo>
                    <a:pt x="352934" y="307181"/>
                  </a:lnTo>
                  <a:lnTo>
                    <a:pt x="352934" y="2043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1" name="Google Shape;4261;p27"/>
            <p:cNvSpPr/>
            <p:nvPr/>
          </p:nvSpPr>
          <p:spPr>
            <a:xfrm>
              <a:off x="4162289" y="2353479"/>
              <a:ext cx="353029" cy="307181"/>
            </a:xfrm>
            <a:custGeom>
              <a:rect b="b" l="l" r="r" t="t"/>
              <a:pathLst>
                <a:path extrusionOk="0" h="307181" w="353029">
                  <a:moveTo>
                    <a:pt x="0" y="307181"/>
                  </a:moveTo>
                  <a:lnTo>
                    <a:pt x="353029" y="113919"/>
                  </a:lnTo>
                  <a:lnTo>
                    <a:pt x="353029" y="0"/>
                  </a:lnTo>
                  <a:lnTo>
                    <a:pt x="0" y="204311"/>
                  </a:lnTo>
                  <a:lnTo>
                    <a:pt x="0" y="307181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2" name="Google Shape;4262;p27"/>
            <p:cNvSpPr/>
            <p:nvPr/>
          </p:nvSpPr>
          <p:spPr>
            <a:xfrm>
              <a:off x="4379054" y="3098705"/>
              <a:ext cx="1297601" cy="763520"/>
            </a:xfrm>
            <a:custGeom>
              <a:rect b="b" l="l" r="r" t="t"/>
              <a:pathLst>
                <a:path extrusionOk="0" h="763520" w="1297601">
                  <a:moveTo>
                    <a:pt x="1071529" y="748294"/>
                  </a:moveTo>
                  <a:lnTo>
                    <a:pt x="19379" y="140980"/>
                  </a:lnTo>
                  <a:cubicBezTo>
                    <a:pt x="811" y="130189"/>
                    <a:pt x="-5518" y="106348"/>
                    <a:pt x="5248" y="87736"/>
                  </a:cubicBezTo>
                  <a:cubicBezTo>
                    <a:pt x="8964" y="81316"/>
                    <a:pt x="14419" y="76096"/>
                    <a:pt x="20994" y="72686"/>
                  </a:cubicBezTo>
                  <a:lnTo>
                    <a:pt x="153369" y="4297"/>
                  </a:lnTo>
                  <a:cubicBezTo>
                    <a:pt x="165105" y="-1723"/>
                    <a:pt x="179074" y="-1399"/>
                    <a:pt x="190524" y="5154"/>
                  </a:cubicBezTo>
                  <a:lnTo>
                    <a:pt x="1278120" y="632851"/>
                  </a:lnTo>
                  <a:cubicBezTo>
                    <a:pt x="1296688" y="643529"/>
                    <a:pt x="1303112" y="667284"/>
                    <a:pt x="1292450" y="685896"/>
                  </a:cubicBezTo>
                  <a:cubicBezTo>
                    <a:pt x="1288725" y="692421"/>
                    <a:pt x="1283185" y="697717"/>
                    <a:pt x="1276504" y="701146"/>
                  </a:cubicBezTo>
                  <a:lnTo>
                    <a:pt x="1180431" y="750771"/>
                  </a:lnTo>
                  <a:cubicBezTo>
                    <a:pt x="1146078" y="768611"/>
                    <a:pt x="1105036" y="767678"/>
                    <a:pt x="1071529" y="74829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3" name="Google Shape;4263;p27"/>
            <p:cNvSpPr/>
            <p:nvPr/>
          </p:nvSpPr>
          <p:spPr>
            <a:xfrm>
              <a:off x="4481013" y="322726"/>
              <a:ext cx="1171694" cy="3426502"/>
            </a:xfrm>
            <a:custGeom>
              <a:rect b="b" l="l" r="r" t="t"/>
              <a:pathLst>
                <a:path extrusionOk="0" h="3426502" w="1171694">
                  <a:moveTo>
                    <a:pt x="1034189" y="3409974"/>
                  </a:moveTo>
                  <a:lnTo>
                    <a:pt x="137505" y="2891051"/>
                  </a:lnTo>
                  <a:cubicBezTo>
                    <a:pt x="61483" y="2847141"/>
                    <a:pt x="0" y="2729126"/>
                    <a:pt x="0" y="2627685"/>
                  </a:cubicBezTo>
                  <a:lnTo>
                    <a:pt x="0" y="120800"/>
                  </a:lnTo>
                  <a:cubicBezTo>
                    <a:pt x="285" y="19073"/>
                    <a:pt x="61578" y="-27409"/>
                    <a:pt x="137505" y="16597"/>
                  </a:cubicBezTo>
                  <a:lnTo>
                    <a:pt x="1034189" y="535424"/>
                  </a:lnTo>
                  <a:cubicBezTo>
                    <a:pt x="1110212" y="579429"/>
                    <a:pt x="1171695" y="697349"/>
                    <a:pt x="1171695" y="798790"/>
                  </a:cubicBezTo>
                  <a:lnTo>
                    <a:pt x="1171695" y="3305770"/>
                  </a:lnTo>
                  <a:cubicBezTo>
                    <a:pt x="1171695" y="3407307"/>
                    <a:pt x="1110117" y="3453884"/>
                    <a:pt x="1034189" y="3409974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4" name="Google Shape;4264;p27"/>
            <p:cNvSpPr/>
            <p:nvPr/>
          </p:nvSpPr>
          <p:spPr>
            <a:xfrm>
              <a:off x="5530597" y="3624781"/>
              <a:ext cx="70985" cy="153066"/>
            </a:xfrm>
            <a:custGeom>
              <a:rect b="b" l="l" r="r" t="t"/>
              <a:pathLst>
                <a:path extrusionOk="0" h="153066" w="70985">
                  <a:moveTo>
                    <a:pt x="0" y="153067"/>
                  </a:moveTo>
                  <a:lnTo>
                    <a:pt x="70986" y="117062"/>
                  </a:lnTo>
                  <a:lnTo>
                    <a:pt x="2851" y="0"/>
                  </a:lnTo>
                  <a:lnTo>
                    <a:pt x="0" y="15306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5" name="Google Shape;4265;p27"/>
            <p:cNvSpPr/>
            <p:nvPr/>
          </p:nvSpPr>
          <p:spPr>
            <a:xfrm>
              <a:off x="4467139" y="329893"/>
              <a:ext cx="65379" cy="96678"/>
            </a:xfrm>
            <a:custGeom>
              <a:rect b="b" l="l" r="r" t="t"/>
              <a:pathLst>
                <a:path extrusionOk="0" h="96678" w="65379">
                  <a:moveTo>
                    <a:pt x="0" y="34385"/>
                  </a:moveTo>
                  <a:lnTo>
                    <a:pt x="65379" y="0"/>
                  </a:lnTo>
                  <a:lnTo>
                    <a:pt x="52170" y="96679"/>
                  </a:lnTo>
                  <a:lnTo>
                    <a:pt x="0" y="3438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6" name="Google Shape;4266;p27"/>
            <p:cNvSpPr/>
            <p:nvPr/>
          </p:nvSpPr>
          <p:spPr>
            <a:xfrm>
              <a:off x="4423901" y="351343"/>
              <a:ext cx="1171694" cy="3426502"/>
            </a:xfrm>
            <a:custGeom>
              <a:rect b="b" l="l" r="r" t="t"/>
              <a:pathLst>
                <a:path extrusionOk="0" h="3426502" w="1171694">
                  <a:moveTo>
                    <a:pt x="1034094" y="3409931"/>
                  </a:moveTo>
                  <a:lnTo>
                    <a:pt x="137505" y="2891009"/>
                  </a:lnTo>
                  <a:cubicBezTo>
                    <a:pt x="61483" y="2847099"/>
                    <a:pt x="0" y="2729084"/>
                    <a:pt x="0" y="2627643"/>
                  </a:cubicBezTo>
                  <a:lnTo>
                    <a:pt x="0" y="120854"/>
                  </a:lnTo>
                  <a:cubicBezTo>
                    <a:pt x="380" y="19031"/>
                    <a:pt x="61578" y="-27355"/>
                    <a:pt x="137505" y="16555"/>
                  </a:cubicBezTo>
                  <a:lnTo>
                    <a:pt x="1034094" y="535477"/>
                  </a:lnTo>
                  <a:cubicBezTo>
                    <a:pt x="1110117" y="579482"/>
                    <a:pt x="1171695" y="697402"/>
                    <a:pt x="1171695" y="798843"/>
                  </a:cubicBezTo>
                  <a:lnTo>
                    <a:pt x="1171695" y="3305823"/>
                  </a:lnTo>
                  <a:cubicBezTo>
                    <a:pt x="1171695" y="3407264"/>
                    <a:pt x="1110117" y="3453937"/>
                    <a:pt x="1034094" y="3409931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7" name="Google Shape;4267;p27"/>
            <p:cNvSpPr/>
            <p:nvPr/>
          </p:nvSpPr>
          <p:spPr>
            <a:xfrm>
              <a:off x="4414398" y="357753"/>
              <a:ext cx="1171599" cy="3426525"/>
            </a:xfrm>
            <a:custGeom>
              <a:rect b="b" l="l" r="r" t="t"/>
              <a:pathLst>
                <a:path extrusionOk="0" h="3426525" w="1171599">
                  <a:moveTo>
                    <a:pt x="1171600" y="798815"/>
                  </a:moveTo>
                  <a:lnTo>
                    <a:pt x="1171600" y="3305700"/>
                  </a:lnTo>
                  <a:cubicBezTo>
                    <a:pt x="1171600" y="3407332"/>
                    <a:pt x="1110117" y="3453909"/>
                    <a:pt x="1034094" y="3409999"/>
                  </a:cubicBezTo>
                  <a:lnTo>
                    <a:pt x="682491" y="3206545"/>
                  </a:lnTo>
                  <a:lnTo>
                    <a:pt x="573114" y="3143204"/>
                  </a:lnTo>
                  <a:lnTo>
                    <a:pt x="137410" y="2891077"/>
                  </a:lnTo>
                  <a:cubicBezTo>
                    <a:pt x="61388" y="2847071"/>
                    <a:pt x="0" y="2729152"/>
                    <a:pt x="0" y="2627711"/>
                  </a:cubicBezTo>
                  <a:lnTo>
                    <a:pt x="0" y="120826"/>
                  </a:lnTo>
                  <a:cubicBezTo>
                    <a:pt x="380" y="19194"/>
                    <a:pt x="61483" y="-27383"/>
                    <a:pt x="137410" y="16527"/>
                  </a:cubicBezTo>
                  <a:lnTo>
                    <a:pt x="1034094" y="535449"/>
                  </a:lnTo>
                  <a:cubicBezTo>
                    <a:pt x="1110117" y="579455"/>
                    <a:pt x="1171600" y="697279"/>
                    <a:pt x="1171600" y="798815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8" name="Google Shape;4268;p27"/>
            <p:cNvSpPr/>
            <p:nvPr/>
          </p:nvSpPr>
          <p:spPr>
            <a:xfrm>
              <a:off x="4479777" y="459022"/>
              <a:ext cx="1041506" cy="3182614"/>
            </a:xfrm>
            <a:custGeom>
              <a:rect b="b" l="l" r="r" t="t"/>
              <a:pathLst>
                <a:path extrusionOk="0" h="3182614" w="1041506">
                  <a:moveTo>
                    <a:pt x="1041507" y="672114"/>
                  </a:moveTo>
                  <a:lnTo>
                    <a:pt x="1041507" y="3113753"/>
                  </a:lnTo>
                  <a:cubicBezTo>
                    <a:pt x="1041507" y="3175284"/>
                    <a:pt x="998459" y="3200240"/>
                    <a:pt x="945433" y="3169379"/>
                  </a:cubicBezTo>
                  <a:lnTo>
                    <a:pt x="897919" y="3141756"/>
                  </a:lnTo>
                  <a:lnTo>
                    <a:pt x="735041" y="3047554"/>
                  </a:lnTo>
                  <a:lnTo>
                    <a:pt x="665006" y="3006978"/>
                  </a:lnTo>
                  <a:lnTo>
                    <a:pt x="640299" y="2992595"/>
                  </a:lnTo>
                  <a:lnTo>
                    <a:pt x="632031" y="2987737"/>
                  </a:lnTo>
                  <a:lnTo>
                    <a:pt x="571688" y="2952971"/>
                  </a:lnTo>
                  <a:lnTo>
                    <a:pt x="396362" y="2851625"/>
                  </a:lnTo>
                  <a:lnTo>
                    <a:pt x="396362" y="2851625"/>
                  </a:lnTo>
                  <a:lnTo>
                    <a:pt x="324140" y="2809810"/>
                  </a:lnTo>
                  <a:lnTo>
                    <a:pt x="324140" y="2809810"/>
                  </a:lnTo>
                  <a:lnTo>
                    <a:pt x="294872" y="2792855"/>
                  </a:lnTo>
                  <a:lnTo>
                    <a:pt x="120020" y="2691700"/>
                  </a:lnTo>
                  <a:lnTo>
                    <a:pt x="96168" y="2677889"/>
                  </a:lnTo>
                  <a:cubicBezTo>
                    <a:pt x="42953" y="2647123"/>
                    <a:pt x="0" y="2572352"/>
                    <a:pt x="0" y="2510725"/>
                  </a:cubicBezTo>
                  <a:lnTo>
                    <a:pt x="0" y="68896"/>
                  </a:lnTo>
                  <a:cubicBezTo>
                    <a:pt x="0" y="7364"/>
                    <a:pt x="42953" y="-17591"/>
                    <a:pt x="96168" y="13175"/>
                  </a:cubicBezTo>
                  <a:lnTo>
                    <a:pt x="445491" y="216152"/>
                  </a:lnTo>
                  <a:lnTo>
                    <a:pt x="445491" y="217105"/>
                  </a:lnTo>
                  <a:cubicBezTo>
                    <a:pt x="448332" y="269961"/>
                    <a:pt x="476147" y="318291"/>
                    <a:pt x="520373" y="347216"/>
                  </a:cubicBezTo>
                  <a:cubicBezTo>
                    <a:pt x="561805" y="371029"/>
                    <a:pt x="595350" y="351693"/>
                    <a:pt x="595350" y="303878"/>
                  </a:cubicBezTo>
                  <a:cubicBezTo>
                    <a:pt x="595350" y="303878"/>
                    <a:pt x="595350" y="303116"/>
                    <a:pt x="595350" y="302830"/>
                  </a:cubicBezTo>
                  <a:lnTo>
                    <a:pt x="945528" y="505427"/>
                  </a:lnTo>
                  <a:cubicBezTo>
                    <a:pt x="998459" y="535811"/>
                    <a:pt x="1041507" y="610583"/>
                    <a:pt x="1041507" y="6721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9" name="Google Shape;4269;p27"/>
            <p:cNvSpPr/>
            <p:nvPr/>
          </p:nvSpPr>
          <p:spPr>
            <a:xfrm rot="-1790023">
              <a:off x="4986670" y="707058"/>
              <a:ext cx="46534" cy="80862"/>
            </a:xfrm>
            <a:custGeom>
              <a:rect b="b" l="l" r="r" t="t"/>
              <a:pathLst>
                <a:path extrusionOk="0" h="80859" w="46533">
                  <a:moveTo>
                    <a:pt x="46534" y="40430"/>
                  </a:moveTo>
                  <a:cubicBezTo>
                    <a:pt x="46534" y="62758"/>
                    <a:pt x="36118" y="80859"/>
                    <a:pt x="23268" y="80859"/>
                  </a:cubicBezTo>
                  <a:cubicBezTo>
                    <a:pt x="10418" y="80859"/>
                    <a:pt x="1" y="62758"/>
                    <a:pt x="1" y="40430"/>
                  </a:cubicBezTo>
                  <a:cubicBezTo>
                    <a:pt x="1" y="18101"/>
                    <a:pt x="10418" y="0"/>
                    <a:pt x="23268" y="0"/>
                  </a:cubicBezTo>
                  <a:cubicBezTo>
                    <a:pt x="36118" y="0"/>
                    <a:pt x="46534" y="18101"/>
                    <a:pt x="46534" y="4043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0" name="Google Shape;4270;p27"/>
            <p:cNvSpPr/>
            <p:nvPr/>
          </p:nvSpPr>
          <p:spPr>
            <a:xfrm>
              <a:off x="4988272" y="730303"/>
              <a:ext cx="23851" cy="30807"/>
            </a:xfrm>
            <a:custGeom>
              <a:rect b="b" l="l" r="r" t="t"/>
              <a:pathLst>
                <a:path extrusionOk="0" h="30807" w="23851">
                  <a:moveTo>
                    <a:pt x="11878" y="29167"/>
                  </a:moveTo>
                  <a:cubicBezTo>
                    <a:pt x="4856" y="24568"/>
                    <a:pt x="447" y="16891"/>
                    <a:pt x="0" y="8498"/>
                  </a:cubicBezTo>
                  <a:cubicBezTo>
                    <a:pt x="0" y="878"/>
                    <a:pt x="5322" y="-2170"/>
                    <a:pt x="11878" y="1640"/>
                  </a:cubicBezTo>
                  <a:cubicBezTo>
                    <a:pt x="18958" y="6197"/>
                    <a:pt x="23415" y="13889"/>
                    <a:pt x="23852" y="22310"/>
                  </a:cubicBezTo>
                  <a:cubicBezTo>
                    <a:pt x="23852" y="29930"/>
                    <a:pt x="18530" y="32978"/>
                    <a:pt x="11878" y="29167"/>
                  </a:cubicBezTo>
                  <a:close/>
                </a:path>
              </a:pathLst>
            </a:custGeom>
            <a:solidFill>
              <a:srgbClr val="FFFF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1" name="Google Shape;4271;p27"/>
            <p:cNvSpPr/>
            <p:nvPr/>
          </p:nvSpPr>
          <p:spPr>
            <a:xfrm>
              <a:off x="5609185" y="1342555"/>
              <a:ext cx="26417" cy="145526"/>
            </a:xfrm>
            <a:custGeom>
              <a:rect b="b" l="l" r="r" t="t"/>
              <a:pathLst>
                <a:path extrusionOk="0" h="145526" w="26417">
                  <a:moveTo>
                    <a:pt x="13209" y="143863"/>
                  </a:moveTo>
                  <a:lnTo>
                    <a:pt x="13209" y="143863"/>
                  </a:lnTo>
                  <a:cubicBezTo>
                    <a:pt x="5892" y="148150"/>
                    <a:pt x="0" y="143863"/>
                    <a:pt x="0" y="134338"/>
                  </a:cubicBezTo>
                  <a:lnTo>
                    <a:pt x="0" y="26992"/>
                  </a:lnTo>
                  <a:cubicBezTo>
                    <a:pt x="124" y="16924"/>
                    <a:pt x="5027" y="7513"/>
                    <a:pt x="13209" y="1655"/>
                  </a:cubicBezTo>
                  <a:lnTo>
                    <a:pt x="13209" y="1655"/>
                  </a:lnTo>
                  <a:cubicBezTo>
                    <a:pt x="20526" y="-2631"/>
                    <a:pt x="26418" y="1655"/>
                    <a:pt x="26418" y="11656"/>
                  </a:cubicBezTo>
                  <a:lnTo>
                    <a:pt x="26418" y="118527"/>
                  </a:lnTo>
                  <a:cubicBezTo>
                    <a:pt x="26294" y="128595"/>
                    <a:pt x="21391" y="138005"/>
                    <a:pt x="13209" y="1438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2" name="Google Shape;4272;p27"/>
            <p:cNvSpPr/>
            <p:nvPr/>
          </p:nvSpPr>
          <p:spPr>
            <a:xfrm>
              <a:off x="5609185" y="1517667"/>
              <a:ext cx="26417" cy="145530"/>
            </a:xfrm>
            <a:custGeom>
              <a:rect b="b" l="l" r="r" t="t"/>
              <a:pathLst>
                <a:path extrusionOk="0" h="145530" w="26417">
                  <a:moveTo>
                    <a:pt x="13209" y="143916"/>
                  </a:moveTo>
                  <a:lnTo>
                    <a:pt x="13209" y="143916"/>
                  </a:lnTo>
                  <a:cubicBezTo>
                    <a:pt x="5892" y="148107"/>
                    <a:pt x="0" y="143916"/>
                    <a:pt x="0" y="133915"/>
                  </a:cubicBezTo>
                  <a:lnTo>
                    <a:pt x="0" y="26949"/>
                  </a:lnTo>
                  <a:cubicBezTo>
                    <a:pt x="171" y="16891"/>
                    <a:pt x="5065" y="7499"/>
                    <a:pt x="13209" y="1613"/>
                  </a:cubicBezTo>
                  <a:lnTo>
                    <a:pt x="13209" y="1613"/>
                  </a:lnTo>
                  <a:cubicBezTo>
                    <a:pt x="20526" y="-2578"/>
                    <a:pt x="26418" y="1613"/>
                    <a:pt x="26418" y="11709"/>
                  </a:cubicBezTo>
                  <a:lnTo>
                    <a:pt x="26418" y="118580"/>
                  </a:lnTo>
                  <a:cubicBezTo>
                    <a:pt x="26275" y="128648"/>
                    <a:pt x="21372" y="138049"/>
                    <a:pt x="13209" y="14391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3" name="Google Shape;4273;p27"/>
            <p:cNvSpPr/>
            <p:nvPr/>
          </p:nvSpPr>
          <p:spPr>
            <a:xfrm>
              <a:off x="4598943" y="668398"/>
              <a:ext cx="778468" cy="1303739"/>
            </a:xfrm>
            <a:custGeom>
              <a:rect b="b" l="l" r="r" t="t"/>
              <a:pathLst>
                <a:path extrusionOk="0" h="1303739" w="778468">
                  <a:moveTo>
                    <a:pt x="726584" y="1297509"/>
                  </a:moveTo>
                  <a:lnTo>
                    <a:pt x="51885" y="906984"/>
                  </a:lnTo>
                  <a:cubicBezTo>
                    <a:pt x="23377" y="890411"/>
                    <a:pt x="0" y="845929"/>
                    <a:pt x="0" y="807543"/>
                  </a:cubicBezTo>
                  <a:lnTo>
                    <a:pt x="0" y="45543"/>
                  </a:lnTo>
                  <a:cubicBezTo>
                    <a:pt x="0" y="7443"/>
                    <a:pt x="23187" y="-10369"/>
                    <a:pt x="51885" y="6205"/>
                  </a:cubicBezTo>
                  <a:lnTo>
                    <a:pt x="726584" y="396730"/>
                  </a:lnTo>
                  <a:cubicBezTo>
                    <a:pt x="755092" y="413303"/>
                    <a:pt x="778469" y="457785"/>
                    <a:pt x="778469" y="496076"/>
                  </a:cubicBezTo>
                  <a:lnTo>
                    <a:pt x="778469" y="1258076"/>
                  </a:lnTo>
                  <a:cubicBezTo>
                    <a:pt x="778469" y="1296461"/>
                    <a:pt x="755282" y="1314083"/>
                    <a:pt x="726584" y="12975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4" name="Google Shape;4274;p27"/>
            <p:cNvSpPr/>
            <p:nvPr/>
          </p:nvSpPr>
          <p:spPr>
            <a:xfrm>
              <a:off x="4598943" y="1688145"/>
              <a:ext cx="778468" cy="1303647"/>
            </a:xfrm>
            <a:custGeom>
              <a:rect b="b" l="l" r="r" t="t"/>
              <a:pathLst>
                <a:path extrusionOk="0" h="1303647" w="778468">
                  <a:moveTo>
                    <a:pt x="726584" y="1297414"/>
                  </a:moveTo>
                  <a:lnTo>
                    <a:pt x="51885" y="906889"/>
                  </a:lnTo>
                  <a:cubicBezTo>
                    <a:pt x="23377" y="890315"/>
                    <a:pt x="0" y="845834"/>
                    <a:pt x="0" y="807543"/>
                  </a:cubicBezTo>
                  <a:lnTo>
                    <a:pt x="0" y="45543"/>
                  </a:lnTo>
                  <a:cubicBezTo>
                    <a:pt x="0" y="7443"/>
                    <a:pt x="23187" y="-10369"/>
                    <a:pt x="51885" y="6205"/>
                  </a:cubicBezTo>
                  <a:lnTo>
                    <a:pt x="726584" y="396730"/>
                  </a:lnTo>
                  <a:cubicBezTo>
                    <a:pt x="755092" y="413303"/>
                    <a:pt x="778469" y="457785"/>
                    <a:pt x="778469" y="496171"/>
                  </a:cubicBezTo>
                  <a:lnTo>
                    <a:pt x="778469" y="1258171"/>
                  </a:lnTo>
                  <a:cubicBezTo>
                    <a:pt x="778469" y="1296366"/>
                    <a:pt x="755282" y="1313987"/>
                    <a:pt x="726584" y="129741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5" name="Google Shape;4275;p27"/>
            <p:cNvSpPr/>
            <p:nvPr/>
          </p:nvSpPr>
          <p:spPr>
            <a:xfrm>
              <a:off x="4599323" y="2707876"/>
              <a:ext cx="778184" cy="892902"/>
            </a:xfrm>
            <a:custGeom>
              <a:rect b="b" l="l" r="r" t="t"/>
              <a:pathLst>
                <a:path extrusionOk="0" h="892902" w="778184">
                  <a:moveTo>
                    <a:pt x="778184" y="495805"/>
                  </a:moveTo>
                  <a:lnTo>
                    <a:pt x="778184" y="892902"/>
                  </a:lnTo>
                  <a:lnTo>
                    <a:pt x="545461" y="758124"/>
                  </a:lnTo>
                  <a:lnTo>
                    <a:pt x="520753" y="743741"/>
                  </a:lnTo>
                  <a:lnTo>
                    <a:pt x="512486" y="738883"/>
                  </a:lnTo>
                  <a:lnTo>
                    <a:pt x="452143" y="704117"/>
                  </a:lnTo>
                  <a:lnTo>
                    <a:pt x="276817" y="602771"/>
                  </a:lnTo>
                  <a:lnTo>
                    <a:pt x="276817" y="602771"/>
                  </a:lnTo>
                  <a:lnTo>
                    <a:pt x="204120" y="560766"/>
                  </a:lnTo>
                  <a:lnTo>
                    <a:pt x="174852" y="543811"/>
                  </a:lnTo>
                  <a:lnTo>
                    <a:pt x="0" y="442656"/>
                  </a:lnTo>
                  <a:lnTo>
                    <a:pt x="0" y="45463"/>
                  </a:lnTo>
                  <a:cubicBezTo>
                    <a:pt x="0" y="7363"/>
                    <a:pt x="23282" y="-10353"/>
                    <a:pt x="51885" y="6220"/>
                  </a:cubicBezTo>
                  <a:lnTo>
                    <a:pt x="726584" y="396745"/>
                  </a:lnTo>
                  <a:cubicBezTo>
                    <a:pt x="754902" y="413033"/>
                    <a:pt x="778184" y="457515"/>
                    <a:pt x="778184" y="49580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6" name="Google Shape;4276;p27"/>
            <p:cNvSpPr/>
            <p:nvPr/>
          </p:nvSpPr>
          <p:spPr>
            <a:xfrm>
              <a:off x="4781159" y="1048176"/>
              <a:ext cx="416151" cy="544252"/>
            </a:xfrm>
            <a:custGeom>
              <a:rect b="b" l="l" r="r" t="t"/>
              <a:pathLst>
                <a:path extrusionOk="0" h="544252" w="416151">
                  <a:moveTo>
                    <a:pt x="410093" y="288701"/>
                  </a:moveTo>
                  <a:lnTo>
                    <a:pt x="317821" y="128395"/>
                  </a:lnTo>
                  <a:cubicBezTo>
                    <a:pt x="314315" y="122019"/>
                    <a:pt x="309250" y="116642"/>
                    <a:pt x="303092" y="112774"/>
                  </a:cubicBezTo>
                  <a:lnTo>
                    <a:pt x="303092" y="112774"/>
                  </a:lnTo>
                  <a:cubicBezTo>
                    <a:pt x="302275" y="112284"/>
                    <a:pt x="301419" y="111870"/>
                    <a:pt x="300526" y="111536"/>
                  </a:cubicBezTo>
                  <a:cubicBezTo>
                    <a:pt x="299680" y="110897"/>
                    <a:pt x="298796" y="110324"/>
                    <a:pt x="297865" y="109821"/>
                  </a:cubicBezTo>
                  <a:lnTo>
                    <a:pt x="272208" y="94962"/>
                  </a:lnTo>
                  <a:cubicBezTo>
                    <a:pt x="265176" y="90866"/>
                    <a:pt x="258619" y="91152"/>
                    <a:pt x="254818" y="95819"/>
                  </a:cubicBezTo>
                  <a:cubicBezTo>
                    <a:pt x="246645" y="105344"/>
                    <a:pt x="228210" y="104487"/>
                    <a:pt x="207874" y="92676"/>
                  </a:cubicBezTo>
                  <a:cubicBezTo>
                    <a:pt x="187395" y="80812"/>
                    <a:pt x="171022" y="62968"/>
                    <a:pt x="160930" y="41527"/>
                  </a:cubicBezTo>
                  <a:cubicBezTo>
                    <a:pt x="157471" y="32831"/>
                    <a:pt x="151351" y="25460"/>
                    <a:pt x="143445" y="20477"/>
                  </a:cubicBezTo>
                  <a:lnTo>
                    <a:pt x="118262" y="5713"/>
                  </a:lnTo>
                  <a:cubicBezTo>
                    <a:pt x="117445" y="5194"/>
                    <a:pt x="116590" y="4748"/>
                    <a:pt x="115697" y="4379"/>
                  </a:cubicBezTo>
                  <a:cubicBezTo>
                    <a:pt x="111040" y="27"/>
                    <a:pt x="104284" y="-1201"/>
                    <a:pt x="98402" y="1236"/>
                  </a:cubicBezTo>
                  <a:lnTo>
                    <a:pt x="6129" y="54671"/>
                  </a:lnTo>
                  <a:cubicBezTo>
                    <a:pt x="-2043" y="59434"/>
                    <a:pt x="-2043" y="74579"/>
                    <a:pt x="6129" y="88676"/>
                  </a:cubicBezTo>
                  <a:lnTo>
                    <a:pt x="56589" y="176306"/>
                  </a:lnTo>
                  <a:cubicBezTo>
                    <a:pt x="59944" y="182607"/>
                    <a:pt x="64809" y="187975"/>
                    <a:pt x="70748" y="191927"/>
                  </a:cubicBezTo>
                  <a:cubicBezTo>
                    <a:pt x="75053" y="195000"/>
                    <a:pt x="80669" y="195545"/>
                    <a:pt x="85478" y="193355"/>
                  </a:cubicBezTo>
                  <a:lnTo>
                    <a:pt x="97071" y="186593"/>
                  </a:lnTo>
                  <a:lnTo>
                    <a:pt x="97071" y="400905"/>
                  </a:lnTo>
                  <a:cubicBezTo>
                    <a:pt x="98107" y="415497"/>
                    <a:pt x="105966" y="428747"/>
                    <a:pt x="118262" y="436624"/>
                  </a:cubicBezTo>
                  <a:lnTo>
                    <a:pt x="297865" y="541399"/>
                  </a:lnTo>
                  <a:cubicBezTo>
                    <a:pt x="309363" y="548066"/>
                    <a:pt x="318581" y="542637"/>
                    <a:pt x="318581" y="529397"/>
                  </a:cubicBezTo>
                  <a:lnTo>
                    <a:pt x="318581" y="315085"/>
                  </a:lnTo>
                  <a:lnTo>
                    <a:pt x="330270" y="335278"/>
                  </a:lnTo>
                  <a:cubicBezTo>
                    <a:pt x="333738" y="341631"/>
                    <a:pt x="338775" y="346975"/>
                    <a:pt x="344904" y="350804"/>
                  </a:cubicBezTo>
                  <a:lnTo>
                    <a:pt x="344904" y="350804"/>
                  </a:lnTo>
                  <a:cubicBezTo>
                    <a:pt x="349209" y="353880"/>
                    <a:pt x="354825" y="354423"/>
                    <a:pt x="359633" y="352232"/>
                  </a:cubicBezTo>
                  <a:lnTo>
                    <a:pt x="410093" y="322991"/>
                  </a:lnTo>
                  <a:cubicBezTo>
                    <a:pt x="418171" y="317942"/>
                    <a:pt x="418171" y="303274"/>
                    <a:pt x="410093" y="288701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7" name="Google Shape;4277;p27"/>
            <p:cNvSpPr/>
            <p:nvPr/>
          </p:nvSpPr>
          <p:spPr>
            <a:xfrm>
              <a:off x="4812185" y="2127070"/>
              <a:ext cx="353313" cy="495871"/>
            </a:xfrm>
            <a:custGeom>
              <a:rect b="b" l="l" r="r" t="t"/>
              <a:pathLst>
                <a:path extrusionOk="0" h="495871" w="353313">
                  <a:moveTo>
                    <a:pt x="340010" y="188881"/>
                  </a:moveTo>
                  <a:lnTo>
                    <a:pt x="13589" y="0"/>
                  </a:lnTo>
                  <a:cubicBezTo>
                    <a:pt x="4960" y="28061"/>
                    <a:pt x="380" y="57217"/>
                    <a:pt x="0" y="86582"/>
                  </a:cubicBezTo>
                  <a:lnTo>
                    <a:pt x="0" y="291179"/>
                  </a:lnTo>
                  <a:lnTo>
                    <a:pt x="149574" y="377762"/>
                  </a:lnTo>
                  <a:lnTo>
                    <a:pt x="176847" y="220409"/>
                  </a:lnTo>
                  <a:lnTo>
                    <a:pt x="204025" y="409289"/>
                  </a:lnTo>
                  <a:lnTo>
                    <a:pt x="353314" y="495872"/>
                  </a:lnTo>
                  <a:lnTo>
                    <a:pt x="353314" y="291179"/>
                  </a:lnTo>
                  <a:cubicBezTo>
                    <a:pt x="352592" y="256699"/>
                    <a:pt x="348126" y="222399"/>
                    <a:pt x="340010" y="1888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8" name="Google Shape;4278;p27"/>
            <p:cNvSpPr/>
            <p:nvPr/>
          </p:nvSpPr>
          <p:spPr>
            <a:xfrm>
              <a:off x="4825774" y="2064110"/>
              <a:ext cx="326421" cy="236124"/>
            </a:xfrm>
            <a:custGeom>
              <a:rect b="b" l="l" r="r" t="t"/>
              <a:pathLst>
                <a:path extrusionOk="0" h="236124" w="326421">
                  <a:moveTo>
                    <a:pt x="326421" y="188881"/>
                  </a:moveTo>
                  <a:lnTo>
                    <a:pt x="0" y="0"/>
                  </a:lnTo>
                  <a:lnTo>
                    <a:pt x="0" y="47244"/>
                  </a:lnTo>
                  <a:lnTo>
                    <a:pt x="326421" y="236125"/>
                  </a:lnTo>
                  <a:lnTo>
                    <a:pt x="326421" y="1888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9" name="Google Shape;4279;p27"/>
            <p:cNvSpPr/>
            <p:nvPr/>
          </p:nvSpPr>
          <p:spPr>
            <a:xfrm>
              <a:off x="4803918" y="3156860"/>
              <a:ext cx="410711" cy="349715"/>
            </a:xfrm>
            <a:custGeom>
              <a:rect b="b" l="l" r="r" t="t"/>
              <a:pathLst>
                <a:path extrusionOk="0" h="349715" w="410711">
                  <a:moveTo>
                    <a:pt x="410711" y="349716"/>
                  </a:moveTo>
                  <a:lnTo>
                    <a:pt x="340865" y="309139"/>
                  </a:lnTo>
                  <a:lnTo>
                    <a:pt x="316158" y="294757"/>
                  </a:lnTo>
                  <a:lnTo>
                    <a:pt x="307891" y="289899"/>
                  </a:lnTo>
                  <a:lnTo>
                    <a:pt x="247548" y="255132"/>
                  </a:lnTo>
                  <a:lnTo>
                    <a:pt x="72221" y="153787"/>
                  </a:lnTo>
                  <a:lnTo>
                    <a:pt x="72221" y="153787"/>
                  </a:lnTo>
                  <a:lnTo>
                    <a:pt x="0" y="111972"/>
                  </a:lnTo>
                  <a:lnTo>
                    <a:pt x="0" y="11388"/>
                  </a:lnTo>
                  <a:cubicBezTo>
                    <a:pt x="0" y="1387"/>
                    <a:pt x="6937" y="-2709"/>
                    <a:pt x="15680" y="1863"/>
                  </a:cubicBezTo>
                  <a:cubicBezTo>
                    <a:pt x="22417" y="6425"/>
                    <a:pt x="27406" y="13141"/>
                    <a:pt x="29839" y="20913"/>
                  </a:cubicBezTo>
                  <a:lnTo>
                    <a:pt x="32785" y="30438"/>
                  </a:lnTo>
                  <a:cubicBezTo>
                    <a:pt x="42696" y="61556"/>
                    <a:pt x="63042" y="88274"/>
                    <a:pt x="90372" y="106066"/>
                  </a:cubicBezTo>
                  <a:cubicBezTo>
                    <a:pt x="125247" y="126259"/>
                    <a:pt x="153755" y="109781"/>
                    <a:pt x="153755" y="69300"/>
                  </a:cubicBezTo>
                  <a:lnTo>
                    <a:pt x="153755" y="57108"/>
                  </a:lnTo>
                  <a:cubicBezTo>
                    <a:pt x="153755" y="44725"/>
                    <a:pt x="162498" y="39487"/>
                    <a:pt x="172761" y="45773"/>
                  </a:cubicBezTo>
                  <a:cubicBezTo>
                    <a:pt x="177826" y="48897"/>
                    <a:pt x="182093" y="53174"/>
                    <a:pt x="185210" y="58251"/>
                  </a:cubicBezTo>
                  <a:lnTo>
                    <a:pt x="213053" y="101018"/>
                  </a:lnTo>
                  <a:lnTo>
                    <a:pt x="181694" y="118639"/>
                  </a:lnTo>
                  <a:lnTo>
                    <a:pt x="199084" y="148548"/>
                  </a:lnTo>
                  <a:lnTo>
                    <a:pt x="231963" y="129498"/>
                  </a:lnTo>
                  <a:lnTo>
                    <a:pt x="246217" y="151501"/>
                  </a:lnTo>
                  <a:lnTo>
                    <a:pt x="216284" y="168836"/>
                  </a:lnTo>
                  <a:lnTo>
                    <a:pt x="233484" y="198840"/>
                  </a:lnTo>
                  <a:lnTo>
                    <a:pt x="265128" y="180552"/>
                  </a:lnTo>
                  <a:lnTo>
                    <a:pt x="279382" y="202555"/>
                  </a:lnTo>
                  <a:lnTo>
                    <a:pt x="250874" y="219128"/>
                  </a:lnTo>
                  <a:lnTo>
                    <a:pt x="268074" y="249132"/>
                  </a:lnTo>
                  <a:lnTo>
                    <a:pt x="298388" y="231606"/>
                  </a:lnTo>
                  <a:cubicBezTo>
                    <a:pt x="316054" y="257676"/>
                    <a:pt x="339012" y="279717"/>
                    <a:pt x="365763" y="296281"/>
                  </a:cubicBezTo>
                  <a:lnTo>
                    <a:pt x="371274" y="299329"/>
                  </a:lnTo>
                  <a:cubicBezTo>
                    <a:pt x="389567" y="311340"/>
                    <a:pt x="403422" y="329047"/>
                    <a:pt x="410711" y="349716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0" name="Google Shape;4280;p27"/>
            <p:cNvSpPr/>
            <p:nvPr/>
          </p:nvSpPr>
          <p:spPr>
            <a:xfrm>
              <a:off x="4593051" y="480769"/>
              <a:ext cx="842423" cy="783621"/>
            </a:xfrm>
            <a:custGeom>
              <a:rect b="b" l="l" r="r" t="t"/>
              <a:pathLst>
                <a:path extrusionOk="0" h="783621" w="842423">
                  <a:moveTo>
                    <a:pt x="842423" y="783622"/>
                  </a:moveTo>
                  <a:lnTo>
                    <a:pt x="0" y="299180"/>
                  </a:lnTo>
                  <a:lnTo>
                    <a:pt x="0" y="0"/>
                  </a:lnTo>
                  <a:lnTo>
                    <a:pt x="842423" y="484346"/>
                  </a:lnTo>
                  <a:lnTo>
                    <a:pt x="842423" y="783622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1" name="Google Shape;4281;p27"/>
            <p:cNvSpPr/>
            <p:nvPr/>
          </p:nvSpPr>
          <p:spPr>
            <a:xfrm>
              <a:off x="4315759" y="484198"/>
              <a:ext cx="384008" cy="270224"/>
            </a:xfrm>
            <a:custGeom>
              <a:rect b="b" l="l" r="r" t="t"/>
              <a:pathLst>
                <a:path extrusionOk="0" h="270224" w="384008">
                  <a:moveTo>
                    <a:pt x="103771" y="270224"/>
                  </a:moveTo>
                  <a:lnTo>
                    <a:pt x="0" y="210121"/>
                  </a:lnTo>
                  <a:lnTo>
                    <a:pt x="280238" y="0"/>
                  </a:lnTo>
                  <a:lnTo>
                    <a:pt x="384008" y="60007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2" name="Google Shape;4282;p27"/>
            <p:cNvSpPr/>
            <p:nvPr/>
          </p:nvSpPr>
          <p:spPr>
            <a:xfrm>
              <a:off x="4419530" y="544206"/>
              <a:ext cx="384008" cy="270224"/>
            </a:xfrm>
            <a:custGeom>
              <a:rect b="b" l="l" r="r" t="t"/>
              <a:pathLst>
                <a:path extrusionOk="0" h="270224" w="384008">
                  <a:moveTo>
                    <a:pt x="103866" y="270224"/>
                  </a:moveTo>
                  <a:lnTo>
                    <a:pt x="0" y="210217"/>
                  </a:lnTo>
                  <a:lnTo>
                    <a:pt x="280238" y="0"/>
                  </a:lnTo>
                  <a:lnTo>
                    <a:pt x="384008" y="60103"/>
                  </a:lnTo>
                  <a:lnTo>
                    <a:pt x="103866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3" name="Google Shape;4283;p27"/>
            <p:cNvSpPr/>
            <p:nvPr/>
          </p:nvSpPr>
          <p:spPr>
            <a:xfrm>
              <a:off x="4523395" y="604308"/>
              <a:ext cx="383913" cy="270224"/>
            </a:xfrm>
            <a:custGeom>
              <a:rect b="b" l="l" r="r" t="t"/>
              <a:pathLst>
                <a:path extrusionOk="0" h="270224" w="383913">
                  <a:moveTo>
                    <a:pt x="103771" y="270224"/>
                  </a:moveTo>
                  <a:lnTo>
                    <a:pt x="0" y="210122"/>
                  </a:lnTo>
                  <a:lnTo>
                    <a:pt x="280143" y="0"/>
                  </a:lnTo>
                  <a:lnTo>
                    <a:pt x="383913" y="60008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4" name="Google Shape;4284;p27"/>
            <p:cNvSpPr/>
            <p:nvPr/>
          </p:nvSpPr>
          <p:spPr>
            <a:xfrm>
              <a:off x="4627166" y="664316"/>
              <a:ext cx="383912" cy="270224"/>
            </a:xfrm>
            <a:custGeom>
              <a:rect b="b" l="l" r="r" t="t"/>
              <a:pathLst>
                <a:path extrusionOk="0" h="270224" w="383912">
                  <a:moveTo>
                    <a:pt x="103771" y="270224"/>
                  </a:moveTo>
                  <a:lnTo>
                    <a:pt x="0" y="210217"/>
                  </a:lnTo>
                  <a:lnTo>
                    <a:pt x="280142" y="0"/>
                  </a:lnTo>
                  <a:lnTo>
                    <a:pt x="383913" y="60103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5" name="Google Shape;4285;p27"/>
            <p:cNvSpPr/>
            <p:nvPr/>
          </p:nvSpPr>
          <p:spPr>
            <a:xfrm>
              <a:off x="4730936" y="724419"/>
              <a:ext cx="383913" cy="270224"/>
            </a:xfrm>
            <a:custGeom>
              <a:rect b="b" l="l" r="r" t="t"/>
              <a:pathLst>
                <a:path extrusionOk="0" h="270224" w="383913">
                  <a:moveTo>
                    <a:pt x="103771" y="270224"/>
                  </a:moveTo>
                  <a:lnTo>
                    <a:pt x="0" y="210122"/>
                  </a:lnTo>
                  <a:lnTo>
                    <a:pt x="280142" y="0"/>
                  </a:lnTo>
                  <a:lnTo>
                    <a:pt x="383913" y="60008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6" name="Google Shape;4286;p27"/>
            <p:cNvSpPr/>
            <p:nvPr/>
          </p:nvSpPr>
          <p:spPr>
            <a:xfrm>
              <a:off x="4834707" y="784426"/>
              <a:ext cx="383912" cy="270224"/>
            </a:xfrm>
            <a:custGeom>
              <a:rect b="b" l="l" r="r" t="t"/>
              <a:pathLst>
                <a:path extrusionOk="0" h="270224" w="383912">
                  <a:moveTo>
                    <a:pt x="103771" y="270224"/>
                  </a:moveTo>
                  <a:lnTo>
                    <a:pt x="0" y="210217"/>
                  </a:lnTo>
                  <a:lnTo>
                    <a:pt x="280143" y="0"/>
                  </a:lnTo>
                  <a:lnTo>
                    <a:pt x="383913" y="60103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7" name="Google Shape;4287;p27"/>
            <p:cNvSpPr/>
            <p:nvPr/>
          </p:nvSpPr>
          <p:spPr>
            <a:xfrm>
              <a:off x="4938478" y="844529"/>
              <a:ext cx="383913" cy="270224"/>
            </a:xfrm>
            <a:custGeom>
              <a:rect b="b" l="l" r="r" t="t"/>
              <a:pathLst>
                <a:path extrusionOk="0" h="270224" w="383913">
                  <a:moveTo>
                    <a:pt x="103771" y="270224"/>
                  </a:moveTo>
                  <a:lnTo>
                    <a:pt x="0" y="210121"/>
                  </a:lnTo>
                  <a:lnTo>
                    <a:pt x="280142" y="0"/>
                  </a:lnTo>
                  <a:lnTo>
                    <a:pt x="383913" y="60008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8" name="Google Shape;4288;p27"/>
            <p:cNvSpPr/>
            <p:nvPr/>
          </p:nvSpPr>
          <p:spPr>
            <a:xfrm>
              <a:off x="5042248" y="904537"/>
              <a:ext cx="384008" cy="270224"/>
            </a:xfrm>
            <a:custGeom>
              <a:rect b="b" l="l" r="r" t="t"/>
              <a:pathLst>
                <a:path extrusionOk="0" h="270224" w="384008">
                  <a:moveTo>
                    <a:pt x="103771" y="270224"/>
                  </a:moveTo>
                  <a:lnTo>
                    <a:pt x="0" y="210217"/>
                  </a:lnTo>
                  <a:lnTo>
                    <a:pt x="280143" y="0"/>
                  </a:lnTo>
                  <a:lnTo>
                    <a:pt x="384008" y="60103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9" name="Google Shape;4289;p27"/>
            <p:cNvSpPr/>
            <p:nvPr/>
          </p:nvSpPr>
          <p:spPr>
            <a:xfrm>
              <a:off x="4316519" y="693558"/>
              <a:ext cx="103770" cy="97206"/>
            </a:xfrm>
            <a:custGeom>
              <a:rect b="b" l="l" r="r" t="t"/>
              <a:pathLst>
                <a:path extrusionOk="0" h="97206" w="10377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103"/>
                  </a:cubicBezTo>
                  <a:lnTo>
                    <a:pt x="0" y="0"/>
                  </a:lnTo>
                  <a:cubicBezTo>
                    <a:pt x="2005" y="36601"/>
                    <a:pt x="21267" y="70060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0" name="Google Shape;4290;p27"/>
            <p:cNvSpPr/>
            <p:nvPr/>
          </p:nvSpPr>
          <p:spPr>
            <a:xfrm>
              <a:off x="4420290" y="753661"/>
              <a:ext cx="103865" cy="97152"/>
            </a:xfrm>
            <a:custGeom>
              <a:rect b="b" l="l" r="r" t="t"/>
              <a:pathLst>
                <a:path extrusionOk="0" h="97152" w="103865">
                  <a:moveTo>
                    <a:pt x="51980" y="90011"/>
                  </a:moveTo>
                  <a:cubicBezTo>
                    <a:pt x="80489" y="106680"/>
                    <a:pt x="103866" y="93154"/>
                    <a:pt x="103866" y="60007"/>
                  </a:cubicBezTo>
                  <a:lnTo>
                    <a:pt x="0" y="0"/>
                  </a:lnTo>
                  <a:cubicBezTo>
                    <a:pt x="2005" y="36598"/>
                    <a:pt x="21315" y="70038"/>
                    <a:pt x="51980" y="90011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1" name="Google Shape;4291;p27"/>
            <p:cNvSpPr/>
            <p:nvPr/>
          </p:nvSpPr>
          <p:spPr>
            <a:xfrm>
              <a:off x="4524441" y="813668"/>
              <a:ext cx="103770" cy="97206"/>
            </a:xfrm>
            <a:custGeom>
              <a:rect b="b" l="l" r="r" t="t"/>
              <a:pathLst>
                <a:path extrusionOk="0" h="97206" w="10377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103"/>
                  </a:cubicBezTo>
                  <a:lnTo>
                    <a:pt x="0" y="0"/>
                  </a:lnTo>
                  <a:cubicBezTo>
                    <a:pt x="1958" y="36614"/>
                    <a:pt x="21229" y="70093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2" name="Google Shape;4292;p27"/>
            <p:cNvSpPr/>
            <p:nvPr/>
          </p:nvSpPr>
          <p:spPr>
            <a:xfrm>
              <a:off x="4627926" y="873771"/>
              <a:ext cx="103770" cy="97187"/>
            </a:xfrm>
            <a:custGeom>
              <a:rect b="b" l="l" r="r" t="t"/>
              <a:pathLst>
                <a:path extrusionOk="0" h="97187" w="103770">
                  <a:moveTo>
                    <a:pt x="51885" y="90106"/>
                  </a:moveTo>
                  <a:cubicBezTo>
                    <a:pt x="80394" y="106680"/>
                    <a:pt x="103771" y="93154"/>
                    <a:pt x="103771" y="60008"/>
                  </a:cubicBezTo>
                  <a:lnTo>
                    <a:pt x="0" y="0"/>
                  </a:lnTo>
                  <a:cubicBezTo>
                    <a:pt x="1986" y="36606"/>
                    <a:pt x="21258" y="70071"/>
                    <a:pt x="51885" y="90106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3" name="Google Shape;4293;p27"/>
            <p:cNvSpPr/>
            <p:nvPr/>
          </p:nvSpPr>
          <p:spPr>
            <a:xfrm>
              <a:off x="4731697" y="933778"/>
              <a:ext cx="103770" cy="97206"/>
            </a:xfrm>
            <a:custGeom>
              <a:rect b="b" l="l" r="r" t="t"/>
              <a:pathLst>
                <a:path extrusionOk="0" h="97206" w="10377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103"/>
                  </a:cubicBezTo>
                  <a:lnTo>
                    <a:pt x="0" y="0"/>
                  </a:lnTo>
                  <a:cubicBezTo>
                    <a:pt x="1958" y="36614"/>
                    <a:pt x="21239" y="70093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4" name="Google Shape;4294;p27"/>
            <p:cNvSpPr/>
            <p:nvPr/>
          </p:nvSpPr>
          <p:spPr>
            <a:xfrm>
              <a:off x="4835467" y="993881"/>
              <a:ext cx="103770" cy="97204"/>
            </a:xfrm>
            <a:custGeom>
              <a:rect b="b" l="l" r="r" t="t"/>
              <a:pathLst>
                <a:path extrusionOk="0" h="97204" w="10377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008"/>
                  </a:cubicBezTo>
                  <a:lnTo>
                    <a:pt x="0" y="0"/>
                  </a:lnTo>
                  <a:cubicBezTo>
                    <a:pt x="1986" y="36606"/>
                    <a:pt x="21258" y="70071"/>
                    <a:pt x="51885" y="90106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5" name="Google Shape;4295;p27"/>
            <p:cNvSpPr/>
            <p:nvPr/>
          </p:nvSpPr>
          <p:spPr>
            <a:xfrm>
              <a:off x="4939238" y="1053889"/>
              <a:ext cx="103770" cy="97206"/>
            </a:xfrm>
            <a:custGeom>
              <a:rect b="b" l="l" r="r" t="t"/>
              <a:pathLst>
                <a:path extrusionOk="0" h="97206" w="103770">
                  <a:moveTo>
                    <a:pt x="51885" y="90106"/>
                  </a:moveTo>
                  <a:cubicBezTo>
                    <a:pt x="80394" y="106680"/>
                    <a:pt x="103770" y="93250"/>
                    <a:pt x="103770" y="60103"/>
                  </a:cubicBezTo>
                  <a:lnTo>
                    <a:pt x="0" y="0"/>
                  </a:lnTo>
                  <a:cubicBezTo>
                    <a:pt x="1863" y="36642"/>
                    <a:pt x="21163" y="70158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6" name="Google Shape;4296;p27"/>
            <p:cNvSpPr/>
            <p:nvPr/>
          </p:nvSpPr>
          <p:spPr>
            <a:xfrm>
              <a:off x="5043008" y="1113991"/>
              <a:ext cx="103770" cy="97204"/>
            </a:xfrm>
            <a:custGeom>
              <a:rect b="b" l="l" r="r" t="t"/>
              <a:pathLst>
                <a:path extrusionOk="0" h="97204" w="10377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008"/>
                  </a:cubicBezTo>
                  <a:lnTo>
                    <a:pt x="0" y="0"/>
                  </a:lnTo>
                  <a:cubicBezTo>
                    <a:pt x="1986" y="36606"/>
                    <a:pt x="21258" y="70071"/>
                    <a:pt x="51885" y="90106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97" name="Google Shape;4297;p27"/>
            <p:cNvGrpSpPr/>
            <p:nvPr/>
          </p:nvGrpSpPr>
          <p:grpSpPr>
            <a:xfrm>
              <a:off x="4316519" y="693558"/>
              <a:ext cx="830259" cy="517637"/>
              <a:chOff x="5840944" y="1418558"/>
              <a:chExt cx="830259" cy="517637"/>
            </a:xfrm>
          </p:grpSpPr>
          <p:sp>
            <p:nvSpPr>
              <p:cNvPr id="4298" name="Google Shape;4298;p27"/>
              <p:cNvSpPr/>
              <p:nvPr/>
            </p:nvSpPr>
            <p:spPr>
              <a:xfrm>
                <a:off x="5840944" y="1418558"/>
                <a:ext cx="103770" cy="97206"/>
              </a:xfrm>
              <a:custGeom>
                <a:rect b="b" l="l" r="r" t="t"/>
                <a:pathLst>
                  <a:path extrusionOk="0" h="97206" w="10377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103"/>
                    </a:cubicBezTo>
                    <a:lnTo>
                      <a:pt x="0" y="0"/>
                    </a:lnTo>
                    <a:cubicBezTo>
                      <a:pt x="2005" y="36601"/>
                      <a:pt x="21267" y="70060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9" name="Google Shape;4299;p27"/>
              <p:cNvSpPr/>
              <p:nvPr/>
            </p:nvSpPr>
            <p:spPr>
              <a:xfrm>
                <a:off x="5944715" y="1478661"/>
                <a:ext cx="103865" cy="97152"/>
              </a:xfrm>
              <a:custGeom>
                <a:rect b="b" l="l" r="r" t="t"/>
                <a:pathLst>
                  <a:path extrusionOk="0" h="97152" w="103865">
                    <a:moveTo>
                      <a:pt x="51980" y="90011"/>
                    </a:moveTo>
                    <a:cubicBezTo>
                      <a:pt x="80489" y="106680"/>
                      <a:pt x="103866" y="93154"/>
                      <a:pt x="103866" y="60007"/>
                    </a:cubicBezTo>
                    <a:lnTo>
                      <a:pt x="0" y="0"/>
                    </a:lnTo>
                    <a:cubicBezTo>
                      <a:pt x="2005" y="36598"/>
                      <a:pt x="21315" y="70038"/>
                      <a:pt x="51980" y="90011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0" name="Google Shape;4300;p27"/>
              <p:cNvSpPr/>
              <p:nvPr/>
            </p:nvSpPr>
            <p:spPr>
              <a:xfrm>
                <a:off x="6048866" y="1538668"/>
                <a:ext cx="103770" cy="97206"/>
              </a:xfrm>
              <a:custGeom>
                <a:rect b="b" l="l" r="r" t="t"/>
                <a:pathLst>
                  <a:path extrusionOk="0" h="97206" w="10377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103"/>
                    </a:cubicBezTo>
                    <a:lnTo>
                      <a:pt x="0" y="0"/>
                    </a:lnTo>
                    <a:cubicBezTo>
                      <a:pt x="1958" y="36614"/>
                      <a:pt x="21229" y="70093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1" name="Google Shape;4301;p27"/>
              <p:cNvSpPr/>
              <p:nvPr/>
            </p:nvSpPr>
            <p:spPr>
              <a:xfrm>
                <a:off x="6152351" y="1598771"/>
                <a:ext cx="103770" cy="97187"/>
              </a:xfrm>
              <a:custGeom>
                <a:rect b="b" l="l" r="r" t="t"/>
                <a:pathLst>
                  <a:path extrusionOk="0" h="97187" w="103770">
                    <a:moveTo>
                      <a:pt x="51885" y="90106"/>
                    </a:moveTo>
                    <a:cubicBezTo>
                      <a:pt x="80394" y="106680"/>
                      <a:pt x="103771" y="93154"/>
                      <a:pt x="103771" y="60008"/>
                    </a:cubicBezTo>
                    <a:lnTo>
                      <a:pt x="0" y="0"/>
                    </a:lnTo>
                    <a:cubicBezTo>
                      <a:pt x="1986" y="36606"/>
                      <a:pt x="21258" y="70071"/>
                      <a:pt x="51885" y="90106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2" name="Google Shape;4302;p27"/>
              <p:cNvSpPr/>
              <p:nvPr/>
            </p:nvSpPr>
            <p:spPr>
              <a:xfrm>
                <a:off x="6256122" y="1658778"/>
                <a:ext cx="103770" cy="97206"/>
              </a:xfrm>
              <a:custGeom>
                <a:rect b="b" l="l" r="r" t="t"/>
                <a:pathLst>
                  <a:path extrusionOk="0" h="97206" w="10377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103"/>
                    </a:cubicBezTo>
                    <a:lnTo>
                      <a:pt x="0" y="0"/>
                    </a:lnTo>
                    <a:cubicBezTo>
                      <a:pt x="1958" y="36614"/>
                      <a:pt x="21239" y="70093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3" name="Google Shape;4303;p27"/>
              <p:cNvSpPr/>
              <p:nvPr/>
            </p:nvSpPr>
            <p:spPr>
              <a:xfrm>
                <a:off x="6359892" y="1718881"/>
                <a:ext cx="103770" cy="97204"/>
              </a:xfrm>
              <a:custGeom>
                <a:rect b="b" l="l" r="r" t="t"/>
                <a:pathLst>
                  <a:path extrusionOk="0" h="97204" w="10377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008"/>
                    </a:cubicBezTo>
                    <a:lnTo>
                      <a:pt x="0" y="0"/>
                    </a:lnTo>
                    <a:cubicBezTo>
                      <a:pt x="1986" y="36606"/>
                      <a:pt x="21258" y="70071"/>
                      <a:pt x="51885" y="90106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4" name="Google Shape;4304;p27"/>
              <p:cNvSpPr/>
              <p:nvPr/>
            </p:nvSpPr>
            <p:spPr>
              <a:xfrm>
                <a:off x="6463663" y="1778889"/>
                <a:ext cx="103770" cy="97206"/>
              </a:xfrm>
              <a:custGeom>
                <a:rect b="b" l="l" r="r" t="t"/>
                <a:pathLst>
                  <a:path extrusionOk="0" h="97206" w="103770">
                    <a:moveTo>
                      <a:pt x="51885" y="90106"/>
                    </a:moveTo>
                    <a:cubicBezTo>
                      <a:pt x="80394" y="106680"/>
                      <a:pt x="103770" y="93250"/>
                      <a:pt x="103770" y="60103"/>
                    </a:cubicBezTo>
                    <a:lnTo>
                      <a:pt x="0" y="0"/>
                    </a:lnTo>
                    <a:cubicBezTo>
                      <a:pt x="1863" y="36642"/>
                      <a:pt x="21163" y="70158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5" name="Google Shape;4305;p27"/>
              <p:cNvSpPr/>
              <p:nvPr/>
            </p:nvSpPr>
            <p:spPr>
              <a:xfrm>
                <a:off x="6567433" y="1838991"/>
                <a:ext cx="103770" cy="97204"/>
              </a:xfrm>
              <a:custGeom>
                <a:rect b="b" l="l" r="r" t="t"/>
                <a:pathLst>
                  <a:path extrusionOk="0" h="97204" w="10377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008"/>
                    </a:cubicBezTo>
                    <a:lnTo>
                      <a:pt x="0" y="0"/>
                    </a:lnTo>
                    <a:cubicBezTo>
                      <a:pt x="1986" y="36606"/>
                      <a:pt x="21258" y="70071"/>
                      <a:pt x="51885" y="90106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06" name="Google Shape;4306;p27"/>
            <p:cNvSpPr/>
            <p:nvPr/>
          </p:nvSpPr>
          <p:spPr>
            <a:xfrm>
              <a:off x="5776434" y="3835950"/>
              <a:ext cx="422399" cy="244506"/>
            </a:xfrm>
            <a:custGeom>
              <a:rect b="b" l="l" r="r" t="t"/>
              <a:pathLst>
                <a:path extrusionOk="0" h="244506" w="422399">
                  <a:moveTo>
                    <a:pt x="375265" y="244507"/>
                  </a:moveTo>
                  <a:lnTo>
                    <a:pt x="0" y="27337"/>
                  </a:lnTo>
                  <a:lnTo>
                    <a:pt x="47039" y="0"/>
                  </a:lnTo>
                  <a:lnTo>
                    <a:pt x="422399" y="217075"/>
                  </a:lnTo>
                  <a:lnTo>
                    <a:pt x="375265" y="244507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7" name="Google Shape;4307;p27"/>
            <p:cNvSpPr/>
            <p:nvPr/>
          </p:nvSpPr>
          <p:spPr>
            <a:xfrm>
              <a:off x="5919927" y="3349699"/>
              <a:ext cx="376785" cy="648842"/>
            </a:xfrm>
            <a:custGeom>
              <a:rect b="b" l="l" r="r" t="t"/>
              <a:pathLst>
                <a:path extrusionOk="0" h="648842" w="376785">
                  <a:moveTo>
                    <a:pt x="376786" y="648843"/>
                  </a:moveTo>
                  <a:lnTo>
                    <a:pt x="0" y="430721"/>
                  </a:lnTo>
                  <a:lnTo>
                    <a:pt x="47134" y="0"/>
                  </a:lnTo>
                  <a:lnTo>
                    <a:pt x="329747" y="163544"/>
                  </a:lnTo>
                  <a:lnTo>
                    <a:pt x="376786" y="648843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8" name="Google Shape;4308;p27"/>
            <p:cNvSpPr/>
            <p:nvPr/>
          </p:nvSpPr>
          <p:spPr>
            <a:xfrm>
              <a:off x="5821952" y="3404277"/>
              <a:ext cx="376880" cy="648747"/>
            </a:xfrm>
            <a:custGeom>
              <a:rect b="b" l="l" r="r" t="t"/>
              <a:pathLst>
                <a:path extrusionOk="0" h="648747" w="376880">
                  <a:moveTo>
                    <a:pt x="376881" y="648748"/>
                  </a:moveTo>
                  <a:lnTo>
                    <a:pt x="0" y="430721"/>
                  </a:lnTo>
                  <a:lnTo>
                    <a:pt x="47134" y="0"/>
                  </a:lnTo>
                  <a:lnTo>
                    <a:pt x="329747" y="163544"/>
                  </a:lnTo>
                  <a:lnTo>
                    <a:pt x="376881" y="648748"/>
                  </a:lnTo>
                  <a:close/>
                </a:path>
              </a:pathLst>
            </a:custGeom>
            <a:solidFill>
              <a:srgbClr val="FF6C6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9" name="Google Shape;4309;p27"/>
            <p:cNvSpPr/>
            <p:nvPr/>
          </p:nvSpPr>
          <p:spPr>
            <a:xfrm>
              <a:off x="6151700" y="3513243"/>
              <a:ext cx="145012" cy="539781"/>
            </a:xfrm>
            <a:custGeom>
              <a:rect b="b" l="l" r="r" t="t"/>
              <a:pathLst>
                <a:path extrusionOk="0" h="539781" w="145012">
                  <a:moveTo>
                    <a:pt x="47134" y="539782"/>
                  </a:moveTo>
                  <a:lnTo>
                    <a:pt x="145013" y="485299"/>
                  </a:lnTo>
                  <a:lnTo>
                    <a:pt x="97974" y="0"/>
                  </a:lnTo>
                  <a:lnTo>
                    <a:pt x="0" y="54578"/>
                  </a:lnTo>
                  <a:lnTo>
                    <a:pt x="47134" y="539782"/>
                  </a:lnTo>
                  <a:close/>
                </a:path>
              </a:pathLst>
            </a:custGeom>
            <a:solidFill>
              <a:srgbClr val="DD626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0" name="Google Shape;4310;p27"/>
            <p:cNvSpPr/>
            <p:nvPr/>
          </p:nvSpPr>
          <p:spPr>
            <a:xfrm>
              <a:off x="5869087" y="3349699"/>
              <a:ext cx="97973" cy="104584"/>
            </a:xfrm>
            <a:custGeom>
              <a:rect b="b" l="l" r="r" t="t"/>
              <a:pathLst>
                <a:path extrusionOk="0" h="104584" w="97973">
                  <a:moveTo>
                    <a:pt x="0" y="54578"/>
                  </a:moveTo>
                  <a:lnTo>
                    <a:pt x="97974" y="0"/>
                  </a:lnTo>
                  <a:lnTo>
                    <a:pt x="86476" y="104584"/>
                  </a:lnTo>
                  <a:lnTo>
                    <a:pt x="0" y="54578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1" name="Google Shape;4311;p27"/>
            <p:cNvSpPr/>
            <p:nvPr/>
          </p:nvSpPr>
          <p:spPr>
            <a:xfrm>
              <a:off x="5939787" y="3382376"/>
              <a:ext cx="141211" cy="143535"/>
            </a:xfrm>
            <a:custGeom>
              <a:rect b="b" l="l" r="r" t="t"/>
              <a:pathLst>
                <a:path extrusionOk="0" h="143535" w="141211">
                  <a:moveTo>
                    <a:pt x="141211" y="143536"/>
                  </a:moveTo>
                  <a:lnTo>
                    <a:pt x="123821" y="133439"/>
                  </a:lnTo>
                  <a:cubicBezTo>
                    <a:pt x="123821" y="92767"/>
                    <a:pt x="99969" y="45904"/>
                    <a:pt x="70606" y="28664"/>
                  </a:cubicBezTo>
                  <a:cubicBezTo>
                    <a:pt x="41242" y="11424"/>
                    <a:pt x="17485" y="30950"/>
                    <a:pt x="17485" y="71622"/>
                  </a:cubicBezTo>
                  <a:lnTo>
                    <a:pt x="0" y="61525"/>
                  </a:lnTo>
                  <a:cubicBezTo>
                    <a:pt x="0" y="9805"/>
                    <a:pt x="31739" y="-14008"/>
                    <a:pt x="70606" y="8471"/>
                  </a:cubicBezTo>
                  <a:cubicBezTo>
                    <a:pt x="109472" y="30950"/>
                    <a:pt x="141211" y="91815"/>
                    <a:pt x="141211" y="143536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2" name="Google Shape;4312;p27"/>
            <p:cNvSpPr/>
            <p:nvPr/>
          </p:nvSpPr>
          <p:spPr>
            <a:xfrm>
              <a:off x="6031584" y="3326084"/>
              <a:ext cx="141211" cy="143535"/>
            </a:xfrm>
            <a:custGeom>
              <a:rect b="b" l="l" r="r" t="t"/>
              <a:pathLst>
                <a:path extrusionOk="0" h="143535" w="141211">
                  <a:moveTo>
                    <a:pt x="141211" y="143536"/>
                  </a:moveTo>
                  <a:lnTo>
                    <a:pt x="123821" y="133439"/>
                  </a:lnTo>
                  <a:cubicBezTo>
                    <a:pt x="123821" y="92767"/>
                    <a:pt x="99969" y="45904"/>
                    <a:pt x="70606" y="28664"/>
                  </a:cubicBezTo>
                  <a:cubicBezTo>
                    <a:pt x="41242" y="11424"/>
                    <a:pt x="17485" y="30950"/>
                    <a:pt x="17485" y="71622"/>
                  </a:cubicBezTo>
                  <a:lnTo>
                    <a:pt x="0" y="61525"/>
                  </a:lnTo>
                  <a:cubicBezTo>
                    <a:pt x="0" y="9804"/>
                    <a:pt x="31739" y="-14008"/>
                    <a:pt x="70606" y="8471"/>
                  </a:cubicBezTo>
                  <a:cubicBezTo>
                    <a:pt x="109472" y="30950"/>
                    <a:pt x="141211" y="92291"/>
                    <a:pt x="141211" y="143536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3" name="Google Shape;4313;p27"/>
            <p:cNvSpPr/>
            <p:nvPr/>
          </p:nvSpPr>
          <p:spPr>
            <a:xfrm>
              <a:off x="5273451" y="4003686"/>
              <a:ext cx="608559" cy="352234"/>
            </a:xfrm>
            <a:custGeom>
              <a:rect b="b" l="l" r="r" t="t"/>
              <a:pathLst>
                <a:path extrusionOk="0" h="352234" w="608559">
                  <a:moveTo>
                    <a:pt x="540709" y="352234"/>
                  </a:moveTo>
                  <a:lnTo>
                    <a:pt x="0" y="39529"/>
                  </a:lnTo>
                  <a:lnTo>
                    <a:pt x="67850" y="0"/>
                  </a:lnTo>
                  <a:lnTo>
                    <a:pt x="608559" y="312801"/>
                  </a:lnTo>
                  <a:lnTo>
                    <a:pt x="540709" y="352234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4" name="Google Shape;4314;p27"/>
            <p:cNvSpPr/>
            <p:nvPr/>
          </p:nvSpPr>
          <p:spPr>
            <a:xfrm>
              <a:off x="5480232" y="3303313"/>
              <a:ext cx="542799" cy="934592"/>
            </a:xfrm>
            <a:custGeom>
              <a:rect b="b" l="l" r="r" t="t"/>
              <a:pathLst>
                <a:path extrusionOk="0" h="934592" w="542799">
                  <a:moveTo>
                    <a:pt x="542800" y="934593"/>
                  </a:moveTo>
                  <a:lnTo>
                    <a:pt x="0" y="620458"/>
                  </a:lnTo>
                  <a:lnTo>
                    <a:pt x="67850" y="0"/>
                  </a:lnTo>
                  <a:lnTo>
                    <a:pt x="474950" y="235648"/>
                  </a:lnTo>
                  <a:lnTo>
                    <a:pt x="542800" y="93459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5" name="Google Shape;4315;p27"/>
            <p:cNvSpPr/>
            <p:nvPr/>
          </p:nvSpPr>
          <p:spPr>
            <a:xfrm>
              <a:off x="5339115" y="3381894"/>
              <a:ext cx="542894" cy="934592"/>
            </a:xfrm>
            <a:custGeom>
              <a:rect b="b" l="l" r="r" t="t"/>
              <a:pathLst>
                <a:path extrusionOk="0" h="934592" w="542894">
                  <a:moveTo>
                    <a:pt x="542895" y="934593"/>
                  </a:moveTo>
                  <a:lnTo>
                    <a:pt x="0" y="620458"/>
                  </a:lnTo>
                  <a:lnTo>
                    <a:pt x="67850" y="0"/>
                  </a:lnTo>
                  <a:lnTo>
                    <a:pt x="475045" y="235553"/>
                  </a:lnTo>
                  <a:lnTo>
                    <a:pt x="542895" y="9345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6" name="Google Shape;4316;p27"/>
            <p:cNvSpPr/>
            <p:nvPr/>
          </p:nvSpPr>
          <p:spPr>
            <a:xfrm>
              <a:off x="5814160" y="3538961"/>
              <a:ext cx="208871" cy="777525"/>
            </a:xfrm>
            <a:custGeom>
              <a:rect b="b" l="l" r="r" t="t"/>
              <a:pathLst>
                <a:path extrusionOk="0" h="777525" w="208871">
                  <a:moveTo>
                    <a:pt x="67850" y="777526"/>
                  </a:moveTo>
                  <a:lnTo>
                    <a:pt x="208871" y="698945"/>
                  </a:lnTo>
                  <a:lnTo>
                    <a:pt x="141021" y="0"/>
                  </a:lnTo>
                  <a:lnTo>
                    <a:pt x="0" y="78486"/>
                  </a:lnTo>
                  <a:lnTo>
                    <a:pt x="67850" y="7775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7" name="Google Shape;4317;p27"/>
            <p:cNvSpPr/>
            <p:nvPr/>
          </p:nvSpPr>
          <p:spPr>
            <a:xfrm>
              <a:off x="5406965" y="3303313"/>
              <a:ext cx="141116" cy="150685"/>
            </a:xfrm>
            <a:custGeom>
              <a:rect b="b" l="l" r="r" t="t"/>
              <a:pathLst>
                <a:path extrusionOk="0" h="150685" w="141116">
                  <a:moveTo>
                    <a:pt x="0" y="78581"/>
                  </a:moveTo>
                  <a:lnTo>
                    <a:pt x="141117" y="0"/>
                  </a:lnTo>
                  <a:lnTo>
                    <a:pt x="124582" y="150685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8" name="Google Shape;4318;p27"/>
            <p:cNvSpPr/>
            <p:nvPr/>
          </p:nvSpPr>
          <p:spPr>
            <a:xfrm>
              <a:off x="5508835" y="3350470"/>
              <a:ext cx="203454" cy="206683"/>
            </a:xfrm>
            <a:custGeom>
              <a:rect b="b" l="l" r="r" t="t"/>
              <a:pathLst>
                <a:path extrusionOk="0" h="206683" w="203454">
                  <a:moveTo>
                    <a:pt x="203455" y="206684"/>
                  </a:moveTo>
                  <a:lnTo>
                    <a:pt x="178367" y="191730"/>
                  </a:lnTo>
                  <a:cubicBezTo>
                    <a:pt x="178367" y="133151"/>
                    <a:pt x="143967" y="65619"/>
                    <a:pt x="101775" y="41235"/>
                  </a:cubicBezTo>
                  <a:cubicBezTo>
                    <a:pt x="59582" y="16851"/>
                    <a:pt x="25087" y="44473"/>
                    <a:pt x="25087" y="103052"/>
                  </a:cubicBezTo>
                  <a:lnTo>
                    <a:pt x="0" y="88574"/>
                  </a:lnTo>
                  <a:cubicBezTo>
                    <a:pt x="0" y="13993"/>
                    <a:pt x="45613" y="-20297"/>
                    <a:pt x="101775" y="12374"/>
                  </a:cubicBezTo>
                  <a:cubicBezTo>
                    <a:pt x="157936" y="45045"/>
                    <a:pt x="203455" y="132103"/>
                    <a:pt x="203455" y="206684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9" name="Google Shape;4319;p27"/>
            <p:cNvSpPr/>
            <p:nvPr/>
          </p:nvSpPr>
          <p:spPr>
            <a:xfrm>
              <a:off x="5641209" y="3269779"/>
              <a:ext cx="203454" cy="206316"/>
            </a:xfrm>
            <a:custGeom>
              <a:rect b="b" l="l" r="r" t="t"/>
              <a:pathLst>
                <a:path extrusionOk="0" h="206316" w="203454">
                  <a:moveTo>
                    <a:pt x="203455" y="206317"/>
                  </a:moveTo>
                  <a:lnTo>
                    <a:pt x="178367" y="191744"/>
                  </a:lnTo>
                  <a:cubicBezTo>
                    <a:pt x="178367" y="133165"/>
                    <a:pt x="143967" y="65633"/>
                    <a:pt x="101775" y="41153"/>
                  </a:cubicBezTo>
                  <a:cubicBezTo>
                    <a:pt x="59582" y="16674"/>
                    <a:pt x="25088" y="44487"/>
                    <a:pt x="25088" y="103066"/>
                  </a:cubicBezTo>
                  <a:lnTo>
                    <a:pt x="0" y="88588"/>
                  </a:lnTo>
                  <a:cubicBezTo>
                    <a:pt x="0" y="13912"/>
                    <a:pt x="45708" y="-20283"/>
                    <a:pt x="101775" y="12388"/>
                  </a:cubicBezTo>
                  <a:cubicBezTo>
                    <a:pt x="157842" y="45059"/>
                    <a:pt x="203455" y="131641"/>
                    <a:pt x="203455" y="206317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0" name="Google Shape;4320;p27"/>
            <p:cNvSpPr/>
            <p:nvPr/>
          </p:nvSpPr>
          <p:spPr>
            <a:xfrm>
              <a:off x="3370326" y="2746576"/>
              <a:ext cx="431236" cy="248888"/>
            </a:xfrm>
            <a:custGeom>
              <a:rect b="b" l="l" r="r" t="t"/>
              <a:pathLst>
                <a:path extrusionOk="0" h="248888" w="431236">
                  <a:moveTo>
                    <a:pt x="203170" y="248888"/>
                  </a:moveTo>
                  <a:lnTo>
                    <a:pt x="0" y="132016"/>
                  </a:lnTo>
                  <a:lnTo>
                    <a:pt x="228162" y="0"/>
                  </a:lnTo>
                  <a:lnTo>
                    <a:pt x="431237" y="116967"/>
                  </a:lnTo>
                  <a:lnTo>
                    <a:pt x="203170" y="248888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1" name="Google Shape;4321;p27"/>
            <p:cNvSpPr/>
            <p:nvPr/>
          </p:nvSpPr>
          <p:spPr>
            <a:xfrm>
              <a:off x="3388571" y="2474923"/>
              <a:ext cx="435798" cy="252221"/>
            </a:xfrm>
            <a:custGeom>
              <a:rect b="b" l="l" r="r" t="t"/>
              <a:pathLst>
                <a:path extrusionOk="0" h="252221" w="435798">
                  <a:moveTo>
                    <a:pt x="217899" y="252222"/>
                  </a:moveTo>
                  <a:lnTo>
                    <a:pt x="0" y="126111"/>
                  </a:lnTo>
                  <a:lnTo>
                    <a:pt x="217899" y="0"/>
                  </a:lnTo>
                  <a:lnTo>
                    <a:pt x="435798" y="126111"/>
                  </a:lnTo>
                  <a:lnTo>
                    <a:pt x="217899" y="252222"/>
                  </a:lnTo>
                  <a:close/>
                </a:path>
              </a:pathLst>
            </a:custGeom>
            <a:solidFill>
              <a:srgbClr val="EFDA8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2" name="Google Shape;4322;p27"/>
            <p:cNvSpPr/>
            <p:nvPr/>
          </p:nvSpPr>
          <p:spPr>
            <a:xfrm>
              <a:off x="3606470" y="2623608"/>
              <a:ext cx="203169" cy="352710"/>
            </a:xfrm>
            <a:custGeom>
              <a:rect b="b" l="l" r="r" t="t"/>
              <a:pathLst>
                <a:path extrusionOk="0" h="352710" w="203169">
                  <a:moveTo>
                    <a:pt x="203170" y="235172"/>
                  </a:moveTo>
                  <a:lnTo>
                    <a:pt x="0" y="352711"/>
                  </a:lnTo>
                  <a:lnTo>
                    <a:pt x="0" y="117538"/>
                  </a:lnTo>
                  <a:lnTo>
                    <a:pt x="203170" y="0"/>
                  </a:lnTo>
                  <a:lnTo>
                    <a:pt x="203170" y="235172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3" name="Google Shape;4323;p27"/>
            <p:cNvSpPr/>
            <p:nvPr/>
          </p:nvSpPr>
          <p:spPr>
            <a:xfrm>
              <a:off x="3403301" y="2623608"/>
              <a:ext cx="203169" cy="352710"/>
            </a:xfrm>
            <a:custGeom>
              <a:rect b="b" l="l" r="r" t="t"/>
              <a:pathLst>
                <a:path extrusionOk="0" h="352710" w="203169">
                  <a:moveTo>
                    <a:pt x="203170" y="352711"/>
                  </a:moveTo>
                  <a:lnTo>
                    <a:pt x="0" y="235172"/>
                  </a:lnTo>
                  <a:lnTo>
                    <a:pt x="0" y="0"/>
                  </a:lnTo>
                  <a:lnTo>
                    <a:pt x="203170" y="117538"/>
                  </a:lnTo>
                  <a:lnTo>
                    <a:pt x="203170" y="352711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4" name="Google Shape;4324;p27"/>
            <p:cNvSpPr/>
            <p:nvPr/>
          </p:nvSpPr>
          <p:spPr>
            <a:xfrm>
              <a:off x="3403301" y="2623608"/>
              <a:ext cx="203169" cy="177736"/>
            </a:xfrm>
            <a:custGeom>
              <a:rect b="b" l="l" r="r" t="t"/>
              <a:pathLst>
                <a:path extrusionOk="0" h="177736" w="203169">
                  <a:moveTo>
                    <a:pt x="0" y="0"/>
                  </a:moveTo>
                  <a:lnTo>
                    <a:pt x="0" y="61532"/>
                  </a:lnTo>
                  <a:lnTo>
                    <a:pt x="203170" y="177737"/>
                  </a:lnTo>
                  <a:lnTo>
                    <a:pt x="203170" y="117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5" name="Google Shape;4325;p27"/>
            <p:cNvSpPr/>
            <p:nvPr/>
          </p:nvSpPr>
          <p:spPr>
            <a:xfrm>
              <a:off x="3606470" y="2623608"/>
              <a:ext cx="203169" cy="177736"/>
            </a:xfrm>
            <a:custGeom>
              <a:rect b="b" l="l" r="r" t="t"/>
              <a:pathLst>
                <a:path extrusionOk="0" h="177736" w="203169">
                  <a:moveTo>
                    <a:pt x="203170" y="0"/>
                  </a:moveTo>
                  <a:lnTo>
                    <a:pt x="203170" y="65913"/>
                  </a:lnTo>
                  <a:lnTo>
                    <a:pt x="0" y="177737"/>
                  </a:lnTo>
                  <a:lnTo>
                    <a:pt x="0" y="117824"/>
                  </a:lnTo>
                  <a:lnTo>
                    <a:pt x="203170" y="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6" name="Google Shape;4326;p27"/>
            <p:cNvSpPr/>
            <p:nvPr/>
          </p:nvSpPr>
          <p:spPr>
            <a:xfrm>
              <a:off x="3388571" y="2601034"/>
              <a:ext cx="217899" cy="189547"/>
            </a:xfrm>
            <a:custGeom>
              <a:rect b="b" l="l" r="r" t="t"/>
              <a:pathLst>
                <a:path extrusionOk="0" h="189547" w="217899">
                  <a:moveTo>
                    <a:pt x="0" y="0"/>
                  </a:moveTo>
                  <a:lnTo>
                    <a:pt x="0" y="65151"/>
                  </a:lnTo>
                  <a:lnTo>
                    <a:pt x="217899" y="189547"/>
                  </a:lnTo>
                  <a:lnTo>
                    <a:pt x="217899" y="126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7" name="Google Shape;4327;p27"/>
            <p:cNvSpPr/>
            <p:nvPr/>
          </p:nvSpPr>
          <p:spPr>
            <a:xfrm>
              <a:off x="3606470" y="2601034"/>
              <a:ext cx="217899" cy="189547"/>
            </a:xfrm>
            <a:custGeom>
              <a:rect b="b" l="l" r="r" t="t"/>
              <a:pathLst>
                <a:path extrusionOk="0" h="189547" w="217899">
                  <a:moveTo>
                    <a:pt x="0" y="189547"/>
                  </a:moveTo>
                  <a:lnTo>
                    <a:pt x="217899" y="70295"/>
                  </a:lnTo>
                  <a:lnTo>
                    <a:pt x="217899" y="0"/>
                  </a:lnTo>
                  <a:lnTo>
                    <a:pt x="0" y="126111"/>
                  </a:lnTo>
                  <a:lnTo>
                    <a:pt x="0" y="189547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8" name="Google Shape;4328;p27"/>
            <p:cNvSpPr/>
            <p:nvPr/>
          </p:nvSpPr>
          <p:spPr>
            <a:xfrm>
              <a:off x="6048784" y="4120462"/>
              <a:ext cx="389804" cy="224885"/>
            </a:xfrm>
            <a:custGeom>
              <a:rect b="b" l="l" r="r" t="t"/>
              <a:pathLst>
                <a:path extrusionOk="0" h="224885" w="389804">
                  <a:moveTo>
                    <a:pt x="183404" y="224885"/>
                  </a:moveTo>
                  <a:lnTo>
                    <a:pt x="0" y="119444"/>
                  </a:lnTo>
                  <a:lnTo>
                    <a:pt x="206401" y="0"/>
                  </a:lnTo>
                  <a:lnTo>
                    <a:pt x="389805" y="105537"/>
                  </a:lnTo>
                  <a:lnTo>
                    <a:pt x="183404" y="224885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9" name="Google Shape;4329;p27"/>
            <p:cNvSpPr/>
            <p:nvPr/>
          </p:nvSpPr>
          <p:spPr>
            <a:xfrm>
              <a:off x="6065699" y="3875193"/>
              <a:ext cx="393415" cy="227647"/>
            </a:xfrm>
            <a:custGeom>
              <a:rect b="b" l="l" r="r" t="t"/>
              <a:pathLst>
                <a:path extrusionOk="0" h="227647" w="393415">
                  <a:moveTo>
                    <a:pt x="196708" y="227647"/>
                  </a:moveTo>
                  <a:lnTo>
                    <a:pt x="0" y="113824"/>
                  </a:lnTo>
                  <a:lnTo>
                    <a:pt x="196708" y="0"/>
                  </a:lnTo>
                  <a:lnTo>
                    <a:pt x="393416" y="113824"/>
                  </a:lnTo>
                  <a:lnTo>
                    <a:pt x="196708" y="227647"/>
                  </a:lnTo>
                  <a:close/>
                </a:path>
              </a:pathLst>
            </a:custGeom>
            <a:solidFill>
              <a:srgbClr val="EFDA8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0" name="Google Shape;4330;p27"/>
            <p:cNvSpPr/>
            <p:nvPr/>
          </p:nvSpPr>
          <p:spPr>
            <a:xfrm>
              <a:off x="6262407" y="4009401"/>
              <a:ext cx="183404" cy="318420"/>
            </a:xfrm>
            <a:custGeom>
              <a:rect b="b" l="l" r="r" t="t"/>
              <a:pathLst>
                <a:path extrusionOk="0" h="318420" w="183404">
                  <a:moveTo>
                    <a:pt x="183404" y="212312"/>
                  </a:moveTo>
                  <a:lnTo>
                    <a:pt x="0" y="318421"/>
                  </a:lnTo>
                  <a:lnTo>
                    <a:pt x="0" y="106109"/>
                  </a:lnTo>
                  <a:lnTo>
                    <a:pt x="183404" y="0"/>
                  </a:lnTo>
                  <a:lnTo>
                    <a:pt x="183404" y="212312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1" name="Google Shape;4331;p27"/>
            <p:cNvSpPr/>
            <p:nvPr/>
          </p:nvSpPr>
          <p:spPr>
            <a:xfrm>
              <a:off x="6079003" y="4009401"/>
              <a:ext cx="183403" cy="318420"/>
            </a:xfrm>
            <a:custGeom>
              <a:rect b="b" l="l" r="r" t="t"/>
              <a:pathLst>
                <a:path extrusionOk="0" h="318420" w="183403">
                  <a:moveTo>
                    <a:pt x="183404" y="318421"/>
                  </a:moveTo>
                  <a:lnTo>
                    <a:pt x="0" y="212312"/>
                  </a:lnTo>
                  <a:lnTo>
                    <a:pt x="0" y="0"/>
                  </a:lnTo>
                  <a:lnTo>
                    <a:pt x="183404" y="106109"/>
                  </a:lnTo>
                  <a:lnTo>
                    <a:pt x="183404" y="318421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2" name="Google Shape;4332;p27"/>
            <p:cNvSpPr/>
            <p:nvPr/>
          </p:nvSpPr>
          <p:spPr>
            <a:xfrm>
              <a:off x="6079003" y="4009401"/>
              <a:ext cx="183403" cy="160496"/>
            </a:xfrm>
            <a:custGeom>
              <a:rect b="b" l="l" r="r" t="t"/>
              <a:pathLst>
                <a:path extrusionOk="0" h="160496" w="183403">
                  <a:moveTo>
                    <a:pt x="0" y="0"/>
                  </a:moveTo>
                  <a:lnTo>
                    <a:pt x="0" y="55531"/>
                  </a:lnTo>
                  <a:lnTo>
                    <a:pt x="183404" y="160496"/>
                  </a:lnTo>
                  <a:lnTo>
                    <a:pt x="183404" y="106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3" name="Google Shape;4333;p27"/>
            <p:cNvSpPr/>
            <p:nvPr/>
          </p:nvSpPr>
          <p:spPr>
            <a:xfrm>
              <a:off x="6262407" y="4009401"/>
              <a:ext cx="183404" cy="160496"/>
            </a:xfrm>
            <a:custGeom>
              <a:rect b="b" l="l" r="r" t="t"/>
              <a:pathLst>
                <a:path extrusionOk="0" h="160496" w="183404">
                  <a:moveTo>
                    <a:pt x="183404" y="0"/>
                  </a:moveTo>
                  <a:lnTo>
                    <a:pt x="183404" y="59531"/>
                  </a:lnTo>
                  <a:lnTo>
                    <a:pt x="0" y="160496"/>
                  </a:lnTo>
                  <a:lnTo>
                    <a:pt x="0" y="106394"/>
                  </a:lnTo>
                  <a:lnTo>
                    <a:pt x="183404" y="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4" name="Google Shape;4334;p27"/>
            <p:cNvSpPr/>
            <p:nvPr/>
          </p:nvSpPr>
          <p:spPr>
            <a:xfrm>
              <a:off x="6065699" y="3989017"/>
              <a:ext cx="196707" cy="171164"/>
            </a:xfrm>
            <a:custGeom>
              <a:rect b="b" l="l" r="r" t="t"/>
              <a:pathLst>
                <a:path extrusionOk="0" h="171164" w="196707">
                  <a:moveTo>
                    <a:pt x="0" y="0"/>
                  </a:moveTo>
                  <a:lnTo>
                    <a:pt x="0" y="58864"/>
                  </a:lnTo>
                  <a:lnTo>
                    <a:pt x="196708" y="171164"/>
                  </a:lnTo>
                  <a:lnTo>
                    <a:pt x="196708" y="11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5" name="Google Shape;4335;p27"/>
            <p:cNvSpPr/>
            <p:nvPr/>
          </p:nvSpPr>
          <p:spPr>
            <a:xfrm>
              <a:off x="6262407" y="3989017"/>
              <a:ext cx="196708" cy="171164"/>
            </a:xfrm>
            <a:custGeom>
              <a:rect b="b" l="l" r="r" t="t"/>
              <a:pathLst>
                <a:path extrusionOk="0" h="171164" w="196708">
                  <a:moveTo>
                    <a:pt x="0" y="171164"/>
                  </a:moveTo>
                  <a:lnTo>
                    <a:pt x="196708" y="63437"/>
                  </a:lnTo>
                  <a:lnTo>
                    <a:pt x="196708" y="0"/>
                  </a:lnTo>
                  <a:lnTo>
                    <a:pt x="0" y="113824"/>
                  </a:lnTo>
                  <a:lnTo>
                    <a:pt x="0" y="171164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6" name="Google Shape;4336;p27"/>
            <p:cNvSpPr/>
            <p:nvPr/>
          </p:nvSpPr>
          <p:spPr>
            <a:xfrm>
              <a:off x="3676221" y="3054710"/>
              <a:ext cx="439504" cy="254317"/>
            </a:xfrm>
            <a:custGeom>
              <a:rect b="b" l="l" r="r" t="t"/>
              <a:pathLst>
                <a:path extrusionOk="0" h="254317" w="439504">
                  <a:moveTo>
                    <a:pt x="390470" y="254317"/>
                  </a:moveTo>
                  <a:lnTo>
                    <a:pt x="0" y="28480"/>
                  </a:lnTo>
                  <a:lnTo>
                    <a:pt x="49034" y="0"/>
                  </a:lnTo>
                  <a:lnTo>
                    <a:pt x="439504" y="225838"/>
                  </a:lnTo>
                  <a:lnTo>
                    <a:pt x="390470" y="254317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7" name="Google Shape;4337;p27"/>
            <p:cNvSpPr/>
            <p:nvPr/>
          </p:nvSpPr>
          <p:spPr>
            <a:xfrm>
              <a:off x="3825510" y="2548837"/>
              <a:ext cx="392085" cy="674941"/>
            </a:xfrm>
            <a:custGeom>
              <a:rect b="b" l="l" r="r" t="t"/>
              <a:pathLst>
                <a:path extrusionOk="0" h="674941" w="392085">
                  <a:moveTo>
                    <a:pt x="392085" y="674942"/>
                  </a:moveTo>
                  <a:lnTo>
                    <a:pt x="0" y="448056"/>
                  </a:lnTo>
                  <a:lnTo>
                    <a:pt x="49034" y="0"/>
                  </a:lnTo>
                  <a:lnTo>
                    <a:pt x="343051" y="170212"/>
                  </a:lnTo>
                  <a:lnTo>
                    <a:pt x="392085" y="674942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8" name="Google Shape;4338;p27"/>
            <p:cNvSpPr/>
            <p:nvPr/>
          </p:nvSpPr>
          <p:spPr>
            <a:xfrm>
              <a:off x="3723640" y="2605606"/>
              <a:ext cx="392085" cy="674941"/>
            </a:xfrm>
            <a:custGeom>
              <a:rect b="b" l="l" r="r" t="t"/>
              <a:pathLst>
                <a:path extrusionOk="0" h="674941" w="392085">
                  <a:moveTo>
                    <a:pt x="392085" y="674942"/>
                  </a:moveTo>
                  <a:lnTo>
                    <a:pt x="0" y="448056"/>
                  </a:lnTo>
                  <a:lnTo>
                    <a:pt x="49034" y="0"/>
                  </a:lnTo>
                  <a:lnTo>
                    <a:pt x="343051" y="170117"/>
                  </a:lnTo>
                  <a:lnTo>
                    <a:pt x="392085" y="674942"/>
                  </a:lnTo>
                  <a:close/>
                </a:path>
              </a:pathLst>
            </a:custGeom>
            <a:solidFill>
              <a:srgbClr val="FF6C6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9" name="Google Shape;4339;p27"/>
            <p:cNvSpPr/>
            <p:nvPr/>
          </p:nvSpPr>
          <p:spPr>
            <a:xfrm>
              <a:off x="4066691" y="2719049"/>
              <a:ext cx="150904" cy="561498"/>
            </a:xfrm>
            <a:custGeom>
              <a:rect b="b" l="l" r="r" t="t"/>
              <a:pathLst>
                <a:path extrusionOk="0" h="561498" w="150904">
                  <a:moveTo>
                    <a:pt x="49034" y="561499"/>
                  </a:moveTo>
                  <a:lnTo>
                    <a:pt x="150904" y="504730"/>
                  </a:lnTo>
                  <a:lnTo>
                    <a:pt x="101870" y="0"/>
                  </a:lnTo>
                  <a:lnTo>
                    <a:pt x="0" y="56674"/>
                  </a:lnTo>
                  <a:lnTo>
                    <a:pt x="49034" y="561499"/>
                  </a:lnTo>
                  <a:close/>
                </a:path>
              </a:pathLst>
            </a:custGeom>
            <a:solidFill>
              <a:srgbClr val="DD626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0" name="Google Shape;4340;p27"/>
            <p:cNvSpPr/>
            <p:nvPr/>
          </p:nvSpPr>
          <p:spPr>
            <a:xfrm>
              <a:off x="3772674" y="2548837"/>
              <a:ext cx="101869" cy="108775"/>
            </a:xfrm>
            <a:custGeom>
              <a:rect b="b" l="l" r="r" t="t"/>
              <a:pathLst>
                <a:path extrusionOk="0" h="108775" w="101869">
                  <a:moveTo>
                    <a:pt x="0" y="56769"/>
                  </a:moveTo>
                  <a:lnTo>
                    <a:pt x="101870" y="0"/>
                  </a:lnTo>
                  <a:lnTo>
                    <a:pt x="89992" y="108775"/>
                  </a:lnTo>
                  <a:lnTo>
                    <a:pt x="0" y="56769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1" name="Google Shape;4341;p27"/>
            <p:cNvSpPr/>
            <p:nvPr/>
          </p:nvSpPr>
          <p:spPr>
            <a:xfrm>
              <a:off x="3846226" y="2583526"/>
              <a:ext cx="146913" cy="149048"/>
            </a:xfrm>
            <a:custGeom>
              <a:rect b="b" l="l" r="r" t="t"/>
              <a:pathLst>
                <a:path extrusionOk="0" h="149048" w="146913">
                  <a:moveTo>
                    <a:pt x="146913" y="149049"/>
                  </a:moveTo>
                  <a:lnTo>
                    <a:pt x="128858" y="138571"/>
                  </a:lnTo>
                  <a:cubicBezTo>
                    <a:pt x="128858" y="96185"/>
                    <a:pt x="103961" y="47417"/>
                    <a:pt x="73457" y="29796"/>
                  </a:cubicBezTo>
                  <a:cubicBezTo>
                    <a:pt x="42953" y="12175"/>
                    <a:pt x="18150" y="32177"/>
                    <a:pt x="18150" y="74468"/>
                  </a:cubicBezTo>
                  <a:lnTo>
                    <a:pt x="0" y="63991"/>
                  </a:lnTo>
                  <a:cubicBezTo>
                    <a:pt x="0" y="10174"/>
                    <a:pt x="32975" y="-14591"/>
                    <a:pt x="73457" y="8841"/>
                  </a:cubicBezTo>
                  <a:cubicBezTo>
                    <a:pt x="113939" y="32272"/>
                    <a:pt x="146913" y="94756"/>
                    <a:pt x="146913" y="149049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2" name="Google Shape;4342;p27"/>
            <p:cNvSpPr/>
            <p:nvPr/>
          </p:nvSpPr>
          <p:spPr>
            <a:xfrm>
              <a:off x="3941824" y="2524566"/>
              <a:ext cx="146913" cy="149048"/>
            </a:xfrm>
            <a:custGeom>
              <a:rect b="b" l="l" r="r" t="t"/>
              <a:pathLst>
                <a:path extrusionOk="0" h="149048" w="146913">
                  <a:moveTo>
                    <a:pt x="146913" y="149049"/>
                  </a:moveTo>
                  <a:lnTo>
                    <a:pt x="128858" y="138571"/>
                  </a:lnTo>
                  <a:cubicBezTo>
                    <a:pt x="128858" y="96280"/>
                    <a:pt x="103961" y="47417"/>
                    <a:pt x="73457" y="29796"/>
                  </a:cubicBezTo>
                  <a:cubicBezTo>
                    <a:pt x="42953" y="12175"/>
                    <a:pt x="18150" y="32177"/>
                    <a:pt x="18150" y="74468"/>
                  </a:cubicBezTo>
                  <a:lnTo>
                    <a:pt x="0" y="63991"/>
                  </a:lnTo>
                  <a:cubicBezTo>
                    <a:pt x="0" y="10174"/>
                    <a:pt x="32975" y="-14591"/>
                    <a:pt x="73457" y="8841"/>
                  </a:cubicBezTo>
                  <a:cubicBezTo>
                    <a:pt x="113939" y="32272"/>
                    <a:pt x="146913" y="95137"/>
                    <a:pt x="146913" y="149049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3" name="Google Shape;4343;p27"/>
            <p:cNvSpPr/>
            <p:nvPr/>
          </p:nvSpPr>
          <p:spPr>
            <a:xfrm>
              <a:off x="2533225" y="4605761"/>
              <a:ext cx="828643" cy="479488"/>
            </a:xfrm>
            <a:custGeom>
              <a:rect b="b" l="l" r="r" t="t"/>
              <a:pathLst>
                <a:path extrusionOk="0" h="479488" w="828643">
                  <a:moveTo>
                    <a:pt x="828644" y="239744"/>
                  </a:moveTo>
                  <a:cubicBezTo>
                    <a:pt x="828644" y="372151"/>
                    <a:pt x="643146" y="479489"/>
                    <a:pt x="414322" y="479489"/>
                  </a:cubicBezTo>
                  <a:cubicBezTo>
                    <a:pt x="185498" y="479489"/>
                    <a:pt x="0" y="372151"/>
                    <a:pt x="0" y="239744"/>
                  </a:cubicBezTo>
                  <a:cubicBezTo>
                    <a:pt x="0" y="107337"/>
                    <a:pt x="185498" y="0"/>
                    <a:pt x="414322" y="0"/>
                  </a:cubicBezTo>
                  <a:cubicBezTo>
                    <a:pt x="643146" y="0"/>
                    <a:pt x="828644" y="107337"/>
                    <a:pt x="828644" y="23974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4" name="Google Shape;4344;p27"/>
            <p:cNvSpPr/>
            <p:nvPr/>
          </p:nvSpPr>
          <p:spPr>
            <a:xfrm>
              <a:off x="2599924" y="3049662"/>
              <a:ext cx="198618" cy="433482"/>
            </a:xfrm>
            <a:custGeom>
              <a:rect b="b" l="l" r="r" t="t"/>
              <a:pathLst>
                <a:path extrusionOk="0" h="433482" w="198618">
                  <a:moveTo>
                    <a:pt x="43818" y="0"/>
                  </a:moveTo>
                  <a:cubicBezTo>
                    <a:pt x="39161" y="40386"/>
                    <a:pt x="-8828" y="214503"/>
                    <a:pt x="1435" y="274130"/>
                  </a:cubicBezTo>
                  <a:cubicBezTo>
                    <a:pt x="11698" y="333756"/>
                    <a:pt x="175811" y="433483"/>
                    <a:pt x="175811" y="433483"/>
                  </a:cubicBezTo>
                  <a:lnTo>
                    <a:pt x="198618" y="331375"/>
                  </a:lnTo>
                  <a:lnTo>
                    <a:pt x="107676" y="242221"/>
                  </a:lnTo>
                  <a:lnTo>
                    <a:pt x="132289" y="73438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5" name="Google Shape;4345;p27"/>
            <p:cNvSpPr/>
            <p:nvPr/>
          </p:nvSpPr>
          <p:spPr>
            <a:xfrm>
              <a:off x="2627967" y="2871431"/>
              <a:ext cx="142827" cy="275330"/>
            </a:xfrm>
            <a:custGeom>
              <a:rect b="b" l="l" r="r" t="t"/>
              <a:pathLst>
                <a:path extrusionOk="0" h="275330" w="142827">
                  <a:moveTo>
                    <a:pt x="142827" y="6685"/>
                  </a:moveTo>
                  <a:cubicBezTo>
                    <a:pt x="109783" y="-8688"/>
                    <a:pt x="70489" y="3237"/>
                    <a:pt x="51505" y="34403"/>
                  </a:cubicBezTo>
                  <a:cubicBezTo>
                    <a:pt x="27368" y="74408"/>
                    <a:pt x="2281" y="211949"/>
                    <a:pt x="0" y="235381"/>
                  </a:cubicBezTo>
                  <a:cubicBezTo>
                    <a:pt x="0" y="235381"/>
                    <a:pt x="33925" y="282339"/>
                    <a:pt x="84670" y="27443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6" name="Google Shape;4346;p27"/>
            <p:cNvSpPr/>
            <p:nvPr/>
          </p:nvSpPr>
          <p:spPr>
            <a:xfrm>
              <a:off x="2942472" y="4777576"/>
              <a:ext cx="307903" cy="173671"/>
            </a:xfrm>
            <a:custGeom>
              <a:rect b="b" l="l" r="r" t="t"/>
              <a:pathLst>
                <a:path extrusionOk="0" h="173671" w="307903">
                  <a:moveTo>
                    <a:pt x="15623" y="41640"/>
                  </a:moveTo>
                  <a:cubicBezTo>
                    <a:pt x="51311" y="51556"/>
                    <a:pt x="89465" y="46936"/>
                    <a:pt x="121769" y="28781"/>
                  </a:cubicBezTo>
                  <a:cubicBezTo>
                    <a:pt x="147332" y="29543"/>
                    <a:pt x="286167" y="-29988"/>
                    <a:pt x="305078" y="20018"/>
                  </a:cubicBezTo>
                  <a:cubicBezTo>
                    <a:pt x="321613" y="63833"/>
                    <a:pt x="261555" y="104410"/>
                    <a:pt x="229056" y="112221"/>
                  </a:cubicBezTo>
                  <a:cubicBezTo>
                    <a:pt x="158925" y="129270"/>
                    <a:pt x="107040" y="164322"/>
                    <a:pt x="78911" y="170228"/>
                  </a:cubicBezTo>
                  <a:cubicBezTo>
                    <a:pt x="57910" y="174705"/>
                    <a:pt x="30732" y="177562"/>
                    <a:pt x="14007" y="160703"/>
                  </a:cubicBezTo>
                  <a:cubicBezTo>
                    <a:pt x="-5759" y="141176"/>
                    <a:pt x="-4048" y="67834"/>
                    <a:pt x="15623" y="4164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7" name="Google Shape;4347;p27"/>
            <p:cNvSpPr/>
            <p:nvPr/>
          </p:nvSpPr>
          <p:spPr>
            <a:xfrm>
              <a:off x="2947261" y="4806358"/>
              <a:ext cx="303072" cy="144889"/>
            </a:xfrm>
            <a:custGeom>
              <a:rect b="b" l="l" r="r" t="t"/>
              <a:pathLst>
                <a:path extrusionOk="0" h="144889" w="303072">
                  <a:moveTo>
                    <a:pt x="74407" y="129349"/>
                  </a:moveTo>
                  <a:cubicBezTo>
                    <a:pt x="102915" y="123349"/>
                    <a:pt x="154420" y="88297"/>
                    <a:pt x="224551" y="71247"/>
                  </a:cubicBezTo>
                  <a:cubicBezTo>
                    <a:pt x="251539" y="64770"/>
                    <a:pt x="297913" y="35243"/>
                    <a:pt x="302569" y="0"/>
                  </a:cubicBezTo>
                  <a:cubicBezTo>
                    <a:pt x="308841" y="40386"/>
                    <a:pt x="255055" y="76200"/>
                    <a:pt x="224551" y="83439"/>
                  </a:cubicBezTo>
                  <a:cubicBezTo>
                    <a:pt x="154420" y="100489"/>
                    <a:pt x="102535" y="135541"/>
                    <a:pt x="74407" y="141446"/>
                  </a:cubicBezTo>
                  <a:cubicBezTo>
                    <a:pt x="53406" y="145923"/>
                    <a:pt x="26228" y="148780"/>
                    <a:pt x="9503" y="131921"/>
                  </a:cubicBezTo>
                  <a:cubicBezTo>
                    <a:pt x="5060" y="127130"/>
                    <a:pt x="1805" y="121348"/>
                    <a:pt x="0" y="115062"/>
                  </a:cubicBezTo>
                  <a:cubicBezTo>
                    <a:pt x="24707" y="136017"/>
                    <a:pt x="53406" y="133731"/>
                    <a:pt x="74407" y="12934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8" name="Google Shape;4348;p27"/>
            <p:cNvSpPr/>
            <p:nvPr/>
          </p:nvSpPr>
          <p:spPr>
            <a:xfrm>
              <a:off x="2717232" y="4676188"/>
              <a:ext cx="307831" cy="173712"/>
            </a:xfrm>
            <a:custGeom>
              <a:rect b="b" l="l" r="r" t="t"/>
              <a:pathLst>
                <a:path extrusionOk="0" h="173712" w="307831">
                  <a:moveTo>
                    <a:pt x="15552" y="41682"/>
                  </a:moveTo>
                  <a:cubicBezTo>
                    <a:pt x="51240" y="51598"/>
                    <a:pt x="89394" y="46978"/>
                    <a:pt x="121698" y="28823"/>
                  </a:cubicBezTo>
                  <a:cubicBezTo>
                    <a:pt x="147260" y="29585"/>
                    <a:pt x="286096" y="-30041"/>
                    <a:pt x="305007" y="20060"/>
                  </a:cubicBezTo>
                  <a:cubicBezTo>
                    <a:pt x="321542" y="63875"/>
                    <a:pt x="261484" y="104452"/>
                    <a:pt x="228984" y="112262"/>
                  </a:cubicBezTo>
                  <a:cubicBezTo>
                    <a:pt x="158854" y="129312"/>
                    <a:pt x="106969" y="164364"/>
                    <a:pt x="78840" y="170269"/>
                  </a:cubicBezTo>
                  <a:cubicBezTo>
                    <a:pt x="57839" y="174746"/>
                    <a:pt x="30661" y="177604"/>
                    <a:pt x="13936" y="160744"/>
                  </a:cubicBezTo>
                  <a:cubicBezTo>
                    <a:pt x="-5735" y="141218"/>
                    <a:pt x="-4024" y="67781"/>
                    <a:pt x="15552" y="4168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9" name="Google Shape;4349;p27"/>
            <p:cNvSpPr/>
            <p:nvPr/>
          </p:nvSpPr>
          <p:spPr>
            <a:xfrm>
              <a:off x="2722045" y="4705011"/>
              <a:ext cx="303068" cy="144889"/>
            </a:xfrm>
            <a:custGeom>
              <a:rect b="b" l="l" r="r" t="t"/>
              <a:pathLst>
                <a:path extrusionOk="0" h="144889" w="303068">
                  <a:moveTo>
                    <a:pt x="74407" y="129254"/>
                  </a:moveTo>
                  <a:cubicBezTo>
                    <a:pt x="102915" y="123349"/>
                    <a:pt x="154420" y="88297"/>
                    <a:pt x="224551" y="71247"/>
                  </a:cubicBezTo>
                  <a:cubicBezTo>
                    <a:pt x="251539" y="64770"/>
                    <a:pt x="297913" y="35147"/>
                    <a:pt x="302569" y="0"/>
                  </a:cubicBezTo>
                  <a:cubicBezTo>
                    <a:pt x="308841" y="40386"/>
                    <a:pt x="254580" y="76200"/>
                    <a:pt x="224551" y="83439"/>
                  </a:cubicBezTo>
                  <a:cubicBezTo>
                    <a:pt x="154420" y="100489"/>
                    <a:pt x="102535" y="135541"/>
                    <a:pt x="74407" y="141446"/>
                  </a:cubicBezTo>
                  <a:cubicBezTo>
                    <a:pt x="53406" y="145923"/>
                    <a:pt x="26228" y="148781"/>
                    <a:pt x="9503" y="131921"/>
                  </a:cubicBezTo>
                  <a:cubicBezTo>
                    <a:pt x="5040" y="127178"/>
                    <a:pt x="1781" y="121425"/>
                    <a:pt x="0" y="115158"/>
                  </a:cubicBezTo>
                  <a:cubicBezTo>
                    <a:pt x="24707" y="135827"/>
                    <a:pt x="53406" y="133731"/>
                    <a:pt x="74407" y="129254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0" name="Google Shape;4350;p27"/>
            <p:cNvSpPr/>
            <p:nvPr/>
          </p:nvSpPr>
          <p:spPr>
            <a:xfrm>
              <a:off x="2717265" y="3551725"/>
              <a:ext cx="450461" cy="1274557"/>
            </a:xfrm>
            <a:custGeom>
              <a:rect b="b" l="l" r="r" t="t"/>
              <a:pathLst>
                <a:path extrusionOk="0" h="1274557" w="450461">
                  <a:moveTo>
                    <a:pt x="12857" y="788003"/>
                  </a:moveTo>
                  <a:cubicBezTo>
                    <a:pt x="18809" y="736320"/>
                    <a:pt x="29529" y="685305"/>
                    <a:pt x="44882" y="635603"/>
                  </a:cubicBezTo>
                  <a:cubicBezTo>
                    <a:pt x="44882" y="635603"/>
                    <a:pt x="35379" y="504063"/>
                    <a:pt x="30532" y="379381"/>
                  </a:cubicBezTo>
                  <a:cubicBezTo>
                    <a:pt x="25021" y="238125"/>
                    <a:pt x="-23919" y="113157"/>
                    <a:pt x="14758" y="0"/>
                  </a:cubicBezTo>
                  <a:lnTo>
                    <a:pt x="450461" y="97155"/>
                  </a:lnTo>
                  <a:cubicBezTo>
                    <a:pt x="450461" y="97155"/>
                    <a:pt x="424138" y="661606"/>
                    <a:pt x="418247" y="729901"/>
                  </a:cubicBezTo>
                  <a:cubicBezTo>
                    <a:pt x="415050" y="783088"/>
                    <a:pt x="408543" y="836019"/>
                    <a:pt x="398766" y="888397"/>
                  </a:cubicBezTo>
                  <a:cubicBezTo>
                    <a:pt x="378810" y="997934"/>
                    <a:pt x="346500" y="1258538"/>
                    <a:pt x="346500" y="1258538"/>
                  </a:cubicBezTo>
                  <a:cubicBezTo>
                    <a:pt x="300412" y="1285304"/>
                    <a:pt x="239974" y="1270445"/>
                    <a:pt x="239974" y="1270445"/>
                  </a:cubicBezTo>
                  <a:cubicBezTo>
                    <a:pt x="239974" y="1270445"/>
                    <a:pt x="243300" y="940975"/>
                    <a:pt x="246246" y="862013"/>
                  </a:cubicBezTo>
                  <a:cubicBezTo>
                    <a:pt x="249857" y="765620"/>
                    <a:pt x="252803" y="772954"/>
                    <a:pt x="252803" y="772954"/>
                  </a:cubicBezTo>
                  <a:lnTo>
                    <a:pt x="238454" y="533400"/>
                  </a:lnTo>
                  <a:lnTo>
                    <a:pt x="228951" y="413956"/>
                  </a:lnTo>
                  <a:cubicBezTo>
                    <a:pt x="228951" y="413956"/>
                    <a:pt x="216882" y="501587"/>
                    <a:pt x="209090" y="579882"/>
                  </a:cubicBezTo>
                  <a:cubicBezTo>
                    <a:pt x="202248" y="648176"/>
                    <a:pt x="185808" y="709898"/>
                    <a:pt x="167373" y="837057"/>
                  </a:cubicBezTo>
                  <a:cubicBezTo>
                    <a:pt x="151503" y="947261"/>
                    <a:pt x="125655" y="1168813"/>
                    <a:pt x="125655" y="1168813"/>
                  </a:cubicBezTo>
                  <a:cubicBezTo>
                    <a:pt x="79567" y="1195673"/>
                    <a:pt x="17038" y="1173385"/>
                    <a:pt x="17038" y="1173385"/>
                  </a:cubicBezTo>
                  <a:cubicBezTo>
                    <a:pt x="17038" y="1173385"/>
                    <a:pt x="314" y="883634"/>
                    <a:pt x="12857" y="7880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1" name="Google Shape;4351;p27"/>
            <p:cNvSpPr/>
            <p:nvPr/>
          </p:nvSpPr>
          <p:spPr>
            <a:xfrm>
              <a:off x="2775050" y="2505974"/>
              <a:ext cx="327076" cy="524521"/>
            </a:xfrm>
            <a:custGeom>
              <a:rect b="b" l="l" r="r" t="t"/>
              <a:pathLst>
                <a:path extrusionOk="0" h="524521" w="327076">
                  <a:moveTo>
                    <a:pt x="18646" y="374524"/>
                  </a:moveTo>
                  <a:cubicBezTo>
                    <a:pt x="51811" y="376143"/>
                    <a:pt x="76518" y="384716"/>
                    <a:pt x="80699" y="374524"/>
                  </a:cubicBezTo>
                  <a:cubicBezTo>
                    <a:pt x="84240" y="357350"/>
                    <a:pt x="86779" y="339986"/>
                    <a:pt x="88302" y="322518"/>
                  </a:cubicBezTo>
                  <a:cubicBezTo>
                    <a:pt x="84406" y="312993"/>
                    <a:pt x="81175" y="302515"/>
                    <a:pt x="81175" y="302515"/>
                  </a:cubicBezTo>
                  <a:cubicBezTo>
                    <a:pt x="39457" y="276797"/>
                    <a:pt x="26343" y="231649"/>
                    <a:pt x="20832" y="178690"/>
                  </a:cubicBezTo>
                  <a:cubicBezTo>
                    <a:pt x="11329" y="88869"/>
                    <a:pt x="59888" y="10288"/>
                    <a:pt x="149595" y="858"/>
                  </a:cubicBezTo>
                  <a:cubicBezTo>
                    <a:pt x="233790" y="-7905"/>
                    <a:pt x="295843" y="51436"/>
                    <a:pt x="312378" y="132875"/>
                  </a:cubicBezTo>
                  <a:cubicBezTo>
                    <a:pt x="321310" y="173166"/>
                    <a:pt x="338986" y="249175"/>
                    <a:pt x="315038" y="315374"/>
                  </a:cubicBezTo>
                  <a:cubicBezTo>
                    <a:pt x="301640" y="352426"/>
                    <a:pt x="284344" y="382049"/>
                    <a:pt x="267049" y="387478"/>
                  </a:cubicBezTo>
                  <a:cubicBezTo>
                    <a:pt x="250377" y="387059"/>
                    <a:pt x="233746" y="385592"/>
                    <a:pt x="217255" y="383096"/>
                  </a:cubicBezTo>
                  <a:lnTo>
                    <a:pt x="217255" y="383096"/>
                  </a:lnTo>
                  <a:cubicBezTo>
                    <a:pt x="217255" y="383096"/>
                    <a:pt x="212788" y="408052"/>
                    <a:pt x="209747" y="424054"/>
                  </a:cubicBezTo>
                  <a:cubicBezTo>
                    <a:pt x="206707" y="440056"/>
                    <a:pt x="207847" y="448533"/>
                    <a:pt x="239681" y="468155"/>
                  </a:cubicBezTo>
                  <a:cubicBezTo>
                    <a:pt x="271516" y="487776"/>
                    <a:pt x="191597" y="528162"/>
                    <a:pt x="139332" y="524257"/>
                  </a:cubicBezTo>
                  <a:cubicBezTo>
                    <a:pt x="87066" y="520352"/>
                    <a:pt x="28339" y="488634"/>
                    <a:pt x="12279" y="454820"/>
                  </a:cubicBezTo>
                  <a:cubicBezTo>
                    <a:pt x="-5681" y="417863"/>
                    <a:pt x="-4256" y="373476"/>
                    <a:pt x="18646" y="37452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2" name="Google Shape;4352;p27"/>
            <p:cNvSpPr/>
            <p:nvPr/>
          </p:nvSpPr>
          <p:spPr>
            <a:xfrm>
              <a:off x="2667800" y="2877512"/>
              <a:ext cx="502799" cy="834581"/>
            </a:xfrm>
            <a:custGeom>
              <a:rect b="b" l="l" r="r" t="t"/>
              <a:pathLst>
                <a:path extrusionOk="0" h="834581" w="502799">
                  <a:moveTo>
                    <a:pt x="173885" y="7939"/>
                  </a:moveTo>
                  <a:cubicBezTo>
                    <a:pt x="164383" y="30894"/>
                    <a:pt x="188044" y="58993"/>
                    <a:pt x="249908" y="78614"/>
                  </a:cubicBezTo>
                  <a:cubicBezTo>
                    <a:pt x="311771" y="98236"/>
                    <a:pt x="317853" y="72995"/>
                    <a:pt x="317853" y="72995"/>
                  </a:cubicBezTo>
                  <a:cubicBezTo>
                    <a:pt x="317853" y="72995"/>
                    <a:pt x="409270" y="114714"/>
                    <a:pt x="439013" y="135574"/>
                  </a:cubicBezTo>
                  <a:cubicBezTo>
                    <a:pt x="476359" y="161768"/>
                    <a:pt x="492989" y="237587"/>
                    <a:pt x="498026" y="365603"/>
                  </a:cubicBezTo>
                  <a:cubicBezTo>
                    <a:pt x="503822" y="513812"/>
                    <a:pt x="504393" y="733649"/>
                    <a:pt x="499451" y="771558"/>
                  </a:cubicBezTo>
                  <a:cubicBezTo>
                    <a:pt x="499451" y="771558"/>
                    <a:pt x="429511" y="841376"/>
                    <a:pt x="340089" y="834042"/>
                  </a:cubicBezTo>
                  <a:cubicBezTo>
                    <a:pt x="250668" y="826708"/>
                    <a:pt x="100144" y="747270"/>
                    <a:pt x="63558" y="686024"/>
                  </a:cubicBezTo>
                  <a:cubicBezTo>
                    <a:pt x="64603" y="556103"/>
                    <a:pt x="79808" y="534957"/>
                    <a:pt x="58806" y="460091"/>
                  </a:cubicBezTo>
                  <a:cubicBezTo>
                    <a:pt x="10722" y="288641"/>
                    <a:pt x="-14555" y="218632"/>
                    <a:pt x="8822" y="104808"/>
                  </a:cubicBezTo>
                  <a:cubicBezTo>
                    <a:pt x="27827" y="10987"/>
                    <a:pt x="55005" y="-729"/>
                    <a:pt x="91971" y="33"/>
                  </a:cubicBezTo>
                  <a:cubicBezTo>
                    <a:pt x="119400" y="1166"/>
                    <a:pt x="146745" y="3805"/>
                    <a:pt x="173885" y="793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3" name="Google Shape;4353;p27"/>
            <p:cNvSpPr/>
            <p:nvPr/>
          </p:nvSpPr>
          <p:spPr>
            <a:xfrm>
              <a:off x="3024379" y="2981457"/>
              <a:ext cx="633923" cy="498110"/>
            </a:xfrm>
            <a:custGeom>
              <a:rect b="b" l="l" r="r" t="t"/>
              <a:pathLst>
                <a:path extrusionOk="0" h="498110" w="633923">
                  <a:moveTo>
                    <a:pt x="282563" y="384245"/>
                  </a:moveTo>
                  <a:cubicBezTo>
                    <a:pt x="209107" y="402723"/>
                    <a:pt x="191907" y="356336"/>
                    <a:pt x="182214" y="317570"/>
                  </a:cubicBezTo>
                  <a:cubicBezTo>
                    <a:pt x="158837" y="224510"/>
                    <a:pt x="146293" y="140500"/>
                    <a:pt x="128903" y="87731"/>
                  </a:cubicBezTo>
                  <a:cubicBezTo>
                    <a:pt x="108377" y="25438"/>
                    <a:pt x="86901" y="15532"/>
                    <a:pt x="56682" y="3435"/>
                  </a:cubicBezTo>
                  <a:cubicBezTo>
                    <a:pt x="21236" y="-10853"/>
                    <a:pt x="-9268" y="19151"/>
                    <a:pt x="2611" y="98685"/>
                  </a:cubicBezTo>
                  <a:cubicBezTo>
                    <a:pt x="16485" y="192506"/>
                    <a:pt x="34825" y="258324"/>
                    <a:pt x="69796" y="369195"/>
                  </a:cubicBezTo>
                  <a:cubicBezTo>
                    <a:pt x="79298" y="397770"/>
                    <a:pt x="99444" y="449681"/>
                    <a:pt x="130138" y="474542"/>
                  </a:cubicBezTo>
                  <a:cubicBezTo>
                    <a:pt x="168150" y="505212"/>
                    <a:pt x="225166" y="503879"/>
                    <a:pt x="311357" y="482447"/>
                  </a:cubicBezTo>
                  <a:cubicBezTo>
                    <a:pt x="348133" y="472922"/>
                    <a:pt x="388519" y="451205"/>
                    <a:pt x="458175" y="418630"/>
                  </a:cubicBezTo>
                  <a:cubicBezTo>
                    <a:pt x="477181" y="409867"/>
                    <a:pt x="491435" y="404056"/>
                    <a:pt x="527260" y="387293"/>
                  </a:cubicBezTo>
                  <a:cubicBezTo>
                    <a:pt x="563086" y="370529"/>
                    <a:pt x="600432" y="342620"/>
                    <a:pt x="619247" y="315284"/>
                  </a:cubicBezTo>
                  <a:cubicBezTo>
                    <a:pt x="638063" y="287947"/>
                    <a:pt x="634832" y="270706"/>
                    <a:pt x="630936" y="264515"/>
                  </a:cubicBezTo>
                  <a:cubicBezTo>
                    <a:pt x="626089" y="256705"/>
                    <a:pt x="623429" y="262896"/>
                    <a:pt x="613356" y="274040"/>
                  </a:cubicBezTo>
                  <a:cubicBezTo>
                    <a:pt x="598835" y="293424"/>
                    <a:pt x="580932" y="310007"/>
                    <a:pt x="560520" y="322999"/>
                  </a:cubicBezTo>
                  <a:cubicBezTo>
                    <a:pt x="560520" y="322999"/>
                    <a:pt x="583707" y="298996"/>
                    <a:pt x="596346" y="283375"/>
                  </a:cubicBezTo>
                  <a:cubicBezTo>
                    <a:pt x="607569" y="269535"/>
                    <a:pt x="616900" y="254257"/>
                    <a:pt x="624094" y="237940"/>
                  </a:cubicBezTo>
                  <a:cubicBezTo>
                    <a:pt x="630746" y="222034"/>
                    <a:pt x="617062" y="200412"/>
                    <a:pt x="606609" y="211747"/>
                  </a:cubicBezTo>
                  <a:cubicBezTo>
                    <a:pt x="596156" y="223081"/>
                    <a:pt x="591309" y="234607"/>
                    <a:pt x="572304" y="257467"/>
                  </a:cubicBezTo>
                  <a:cubicBezTo>
                    <a:pt x="562297" y="269621"/>
                    <a:pt x="550875" y="280527"/>
                    <a:pt x="538284" y="289947"/>
                  </a:cubicBezTo>
                  <a:cubicBezTo>
                    <a:pt x="550048" y="273974"/>
                    <a:pt x="560539" y="257095"/>
                    <a:pt x="569643" y="239464"/>
                  </a:cubicBezTo>
                  <a:cubicBezTo>
                    <a:pt x="581711" y="214795"/>
                    <a:pt x="541134" y="227654"/>
                    <a:pt x="518423" y="251656"/>
                  </a:cubicBezTo>
                  <a:cubicBezTo>
                    <a:pt x="501603" y="269087"/>
                    <a:pt x="487349" y="279184"/>
                    <a:pt x="486968" y="274326"/>
                  </a:cubicBezTo>
                  <a:cubicBezTo>
                    <a:pt x="486588" y="269468"/>
                    <a:pt x="453804" y="304711"/>
                    <a:pt x="437174" y="321951"/>
                  </a:cubicBezTo>
                  <a:cubicBezTo>
                    <a:pt x="419119" y="342144"/>
                    <a:pt x="352314" y="366623"/>
                    <a:pt x="282563" y="38424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4" name="Google Shape;4354;p27"/>
            <p:cNvSpPr/>
            <p:nvPr/>
          </p:nvSpPr>
          <p:spPr>
            <a:xfrm>
              <a:off x="3001678" y="2971210"/>
              <a:ext cx="194366" cy="284908"/>
            </a:xfrm>
            <a:custGeom>
              <a:rect b="b" l="l" r="r" t="t"/>
              <a:pathLst>
                <a:path extrusionOk="0" h="284908" w="194366">
                  <a:moveTo>
                    <a:pt x="52205" y="1299"/>
                  </a:moveTo>
                  <a:cubicBezTo>
                    <a:pt x="101239" y="-5940"/>
                    <a:pt x="135925" y="16158"/>
                    <a:pt x="157496" y="90644"/>
                  </a:cubicBezTo>
                  <a:cubicBezTo>
                    <a:pt x="179067" y="165129"/>
                    <a:pt x="194367" y="226184"/>
                    <a:pt x="194367" y="226184"/>
                  </a:cubicBezTo>
                  <a:cubicBezTo>
                    <a:pt x="174970" y="254293"/>
                    <a:pt x="145545" y="273867"/>
                    <a:pt x="112168" y="280858"/>
                  </a:cubicBezTo>
                  <a:cubicBezTo>
                    <a:pt x="53535" y="295146"/>
                    <a:pt x="32439" y="267047"/>
                    <a:pt x="32439" y="267047"/>
                  </a:cubicBezTo>
                  <a:cubicBezTo>
                    <a:pt x="32439" y="267047"/>
                    <a:pt x="16189" y="189037"/>
                    <a:pt x="6021" y="135888"/>
                  </a:cubicBezTo>
                  <a:cubicBezTo>
                    <a:pt x="-4147" y="82738"/>
                    <a:pt x="-8423" y="10348"/>
                    <a:pt x="52205" y="129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5" name="Google Shape;4355;p27"/>
            <p:cNvSpPr/>
            <p:nvPr/>
          </p:nvSpPr>
          <p:spPr>
            <a:xfrm>
              <a:off x="2785215" y="2483249"/>
              <a:ext cx="317013" cy="350275"/>
            </a:xfrm>
            <a:custGeom>
              <a:rect b="b" l="l" r="r" t="t"/>
              <a:pathLst>
                <a:path extrusionOk="0" h="350275" w="317013">
                  <a:moveTo>
                    <a:pt x="299172" y="144551"/>
                  </a:moveTo>
                  <a:cubicBezTo>
                    <a:pt x="299172" y="144551"/>
                    <a:pt x="376620" y="26441"/>
                    <a:pt x="208800" y="2438"/>
                  </a:cubicBezTo>
                  <a:cubicBezTo>
                    <a:pt x="87735" y="-14898"/>
                    <a:pt x="10002" y="63017"/>
                    <a:pt x="974" y="147599"/>
                  </a:cubicBezTo>
                  <a:cubicBezTo>
                    <a:pt x="-7579" y="228466"/>
                    <a:pt x="42026" y="312381"/>
                    <a:pt x="77947" y="345623"/>
                  </a:cubicBezTo>
                  <a:cubicBezTo>
                    <a:pt x="95432" y="351910"/>
                    <a:pt x="133063" y="355148"/>
                    <a:pt x="182477" y="332955"/>
                  </a:cubicBezTo>
                  <a:cubicBezTo>
                    <a:pt x="184492" y="310952"/>
                    <a:pt x="185285" y="288854"/>
                    <a:pt x="184853" y="266756"/>
                  </a:cubicBezTo>
                  <a:cubicBezTo>
                    <a:pt x="184853" y="266756"/>
                    <a:pt x="126031" y="142360"/>
                    <a:pt x="299172" y="14455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6" name="Google Shape;4356;p27"/>
            <p:cNvSpPr/>
            <p:nvPr/>
          </p:nvSpPr>
          <p:spPr>
            <a:xfrm>
              <a:off x="3466812" y="3201065"/>
              <a:ext cx="95905" cy="84340"/>
            </a:xfrm>
            <a:custGeom>
              <a:rect b="b" l="l" r="r" t="t"/>
              <a:pathLst>
                <a:path extrusionOk="0" h="84340" w="95905">
                  <a:moveTo>
                    <a:pt x="10991" y="71863"/>
                  </a:moveTo>
                  <a:cubicBezTo>
                    <a:pt x="10991" y="71863"/>
                    <a:pt x="-8015" y="37097"/>
                    <a:pt x="3959" y="28429"/>
                  </a:cubicBezTo>
                  <a:cubicBezTo>
                    <a:pt x="15932" y="19761"/>
                    <a:pt x="33322" y="52337"/>
                    <a:pt x="36838" y="65100"/>
                  </a:cubicBezTo>
                  <a:cubicBezTo>
                    <a:pt x="40354" y="77864"/>
                    <a:pt x="35508" y="61195"/>
                    <a:pt x="35508" y="61195"/>
                  </a:cubicBezTo>
                  <a:cubicBezTo>
                    <a:pt x="35508" y="61195"/>
                    <a:pt x="22489" y="21952"/>
                    <a:pt x="30947" y="14427"/>
                  </a:cubicBezTo>
                  <a:cubicBezTo>
                    <a:pt x="39404" y="6903"/>
                    <a:pt x="50807" y="23952"/>
                    <a:pt x="62116" y="48336"/>
                  </a:cubicBezTo>
                  <a:cubicBezTo>
                    <a:pt x="73424" y="72720"/>
                    <a:pt x="64967" y="46146"/>
                    <a:pt x="64967" y="46146"/>
                  </a:cubicBezTo>
                  <a:cubicBezTo>
                    <a:pt x="64967" y="46146"/>
                    <a:pt x="45961" y="6807"/>
                    <a:pt x="54228" y="1378"/>
                  </a:cubicBezTo>
                  <a:cubicBezTo>
                    <a:pt x="64967" y="-5956"/>
                    <a:pt x="82737" y="17380"/>
                    <a:pt x="93285" y="38430"/>
                  </a:cubicBezTo>
                  <a:cubicBezTo>
                    <a:pt x="103833" y="59480"/>
                    <a:pt x="79126" y="84341"/>
                    <a:pt x="79126" y="843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57" name="Google Shape;4357;p27"/>
            <p:cNvGrpSpPr/>
            <p:nvPr/>
          </p:nvGrpSpPr>
          <p:grpSpPr>
            <a:xfrm>
              <a:off x="3439221" y="3170887"/>
              <a:ext cx="276341" cy="167131"/>
              <a:chOff x="4963646" y="3895887"/>
              <a:chExt cx="276341" cy="167131"/>
            </a:xfrm>
          </p:grpSpPr>
          <p:sp>
            <p:nvSpPr>
              <p:cNvPr id="4358" name="Google Shape;4358;p27"/>
              <p:cNvSpPr/>
              <p:nvPr/>
            </p:nvSpPr>
            <p:spPr>
              <a:xfrm>
                <a:off x="4963697" y="3902424"/>
                <a:ext cx="275954" cy="159820"/>
              </a:xfrm>
              <a:custGeom>
                <a:rect b="b" l="l" r="r" t="t"/>
                <a:pathLst>
                  <a:path extrusionOk="0" h="159820" w="275954">
                    <a:moveTo>
                      <a:pt x="75211" y="157607"/>
                    </a:moveTo>
                    <a:lnTo>
                      <a:pt x="4035" y="116363"/>
                    </a:lnTo>
                    <a:cubicBezTo>
                      <a:pt x="-1951" y="112934"/>
                      <a:pt x="-1191" y="106838"/>
                      <a:pt x="5746" y="102838"/>
                    </a:cubicBezTo>
                    <a:lnTo>
                      <a:pt x="177271" y="3301"/>
                    </a:lnTo>
                    <a:cubicBezTo>
                      <a:pt x="184503" y="-737"/>
                      <a:pt x="193217" y="-1090"/>
                      <a:pt x="200743" y="2349"/>
                    </a:cubicBezTo>
                    <a:lnTo>
                      <a:pt x="271919" y="43497"/>
                    </a:lnTo>
                    <a:cubicBezTo>
                      <a:pt x="277906" y="47021"/>
                      <a:pt x="277146" y="53022"/>
                      <a:pt x="270209" y="57118"/>
                    </a:cubicBezTo>
                    <a:lnTo>
                      <a:pt x="98303" y="156559"/>
                    </a:lnTo>
                    <a:cubicBezTo>
                      <a:pt x="91195" y="160502"/>
                      <a:pt x="82652" y="160893"/>
                      <a:pt x="75211" y="157607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9" name="Google Shape;4359;p27"/>
              <p:cNvSpPr/>
              <p:nvPr/>
            </p:nvSpPr>
            <p:spPr>
              <a:xfrm>
                <a:off x="4963646" y="4006310"/>
                <a:ext cx="7697" cy="6572"/>
              </a:xfrm>
              <a:custGeom>
                <a:rect b="b" l="l" r="r" t="t"/>
                <a:pathLst>
                  <a:path extrusionOk="0" h="6572" w="7697">
                    <a:moveTo>
                      <a:pt x="0" y="6572"/>
                    </a:moveTo>
                    <a:lnTo>
                      <a:pt x="0" y="0"/>
                    </a:lnTo>
                    <a:lnTo>
                      <a:pt x="7697" y="2858"/>
                    </a:lnTo>
                    <a:lnTo>
                      <a:pt x="0" y="657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0" name="Google Shape;4360;p27"/>
              <p:cNvSpPr/>
              <p:nvPr/>
            </p:nvSpPr>
            <p:spPr>
              <a:xfrm>
                <a:off x="5233906" y="3945350"/>
                <a:ext cx="6081" cy="6286"/>
              </a:xfrm>
              <a:custGeom>
                <a:rect b="b" l="l" r="r" t="t"/>
                <a:pathLst>
                  <a:path extrusionOk="0" h="6286" w="6081">
                    <a:moveTo>
                      <a:pt x="6082" y="6287"/>
                    </a:moveTo>
                    <a:lnTo>
                      <a:pt x="6082" y="0"/>
                    </a:lnTo>
                    <a:lnTo>
                      <a:pt x="0" y="3905"/>
                    </a:lnTo>
                    <a:lnTo>
                      <a:pt x="6082" y="6287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1" name="Google Shape;4361;p27"/>
              <p:cNvSpPr/>
              <p:nvPr/>
            </p:nvSpPr>
            <p:spPr>
              <a:xfrm>
                <a:off x="4963697" y="3896900"/>
                <a:ext cx="275954" cy="159768"/>
              </a:xfrm>
              <a:custGeom>
                <a:rect b="b" l="l" r="r" t="t"/>
                <a:pathLst>
                  <a:path extrusionOk="0" h="159768" w="275954">
                    <a:moveTo>
                      <a:pt x="75211" y="157511"/>
                    </a:moveTo>
                    <a:lnTo>
                      <a:pt x="4035" y="116363"/>
                    </a:lnTo>
                    <a:cubicBezTo>
                      <a:pt x="-1951" y="112839"/>
                      <a:pt x="-1191" y="106838"/>
                      <a:pt x="5746" y="102743"/>
                    </a:cubicBezTo>
                    <a:lnTo>
                      <a:pt x="177271" y="3302"/>
                    </a:lnTo>
                    <a:cubicBezTo>
                      <a:pt x="184503" y="-737"/>
                      <a:pt x="193217" y="-1089"/>
                      <a:pt x="200743" y="2349"/>
                    </a:cubicBezTo>
                    <a:lnTo>
                      <a:pt x="271919" y="43497"/>
                    </a:lnTo>
                    <a:cubicBezTo>
                      <a:pt x="277906" y="47021"/>
                      <a:pt x="277146" y="53022"/>
                      <a:pt x="270209" y="57118"/>
                    </a:cubicBezTo>
                    <a:lnTo>
                      <a:pt x="98303" y="156559"/>
                    </a:lnTo>
                    <a:cubicBezTo>
                      <a:pt x="91176" y="160474"/>
                      <a:pt x="82633" y="160826"/>
                      <a:pt x="75211" y="157511"/>
                    </a:cubicBezTo>
                    <a:close/>
                  </a:path>
                </a:pathLst>
              </a:custGeom>
              <a:solidFill>
                <a:srgbClr val="616E8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2" name="Google Shape;4362;p27"/>
              <p:cNvSpPr/>
              <p:nvPr/>
            </p:nvSpPr>
            <p:spPr>
              <a:xfrm rot="-1790023">
                <a:off x="4978521" y="4031078"/>
                <a:ext cx="1525" cy="2676"/>
              </a:xfrm>
              <a:custGeom>
                <a:rect b="b" l="l" r="r" t="t"/>
                <a:pathLst>
                  <a:path extrusionOk="0" h="2676" w="1525">
                    <a:moveTo>
                      <a:pt x="1526" y="1339"/>
                    </a:moveTo>
                    <a:cubicBezTo>
                      <a:pt x="1526" y="2078"/>
                      <a:pt x="1185" y="2677"/>
                      <a:pt x="763" y="2677"/>
                    </a:cubicBezTo>
                    <a:cubicBezTo>
                      <a:pt x="342" y="2677"/>
                      <a:pt x="0" y="2078"/>
                      <a:pt x="0" y="1339"/>
                    </a:cubicBezTo>
                    <a:cubicBezTo>
                      <a:pt x="0" y="600"/>
                      <a:pt x="342" y="1"/>
                      <a:pt x="763" y="1"/>
                    </a:cubicBezTo>
                    <a:cubicBezTo>
                      <a:pt x="1185" y="1"/>
                      <a:pt x="1526" y="600"/>
                      <a:pt x="1526" y="1339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3" name="Google Shape;4363;p27"/>
              <p:cNvSpPr/>
              <p:nvPr/>
            </p:nvSpPr>
            <p:spPr>
              <a:xfrm rot="-1801764">
                <a:off x="4978313" y="4021200"/>
                <a:ext cx="1519" cy="2664"/>
              </a:xfrm>
              <a:custGeom>
                <a:rect b="b" l="l" r="r" t="t"/>
                <a:pathLst>
                  <a:path extrusionOk="0" h="2666" w="152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4" name="Google Shape;4364;p27"/>
              <p:cNvSpPr/>
              <p:nvPr/>
            </p:nvSpPr>
            <p:spPr>
              <a:xfrm rot="-1801764">
                <a:off x="4981704" y="4023218"/>
                <a:ext cx="1519" cy="2664"/>
              </a:xfrm>
              <a:custGeom>
                <a:rect b="b" l="l" r="r" t="t"/>
                <a:pathLst>
                  <a:path extrusionOk="0" h="2666" w="152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5" name="Google Shape;4365;p27"/>
              <p:cNvSpPr/>
              <p:nvPr/>
            </p:nvSpPr>
            <p:spPr>
              <a:xfrm rot="-1801764">
                <a:off x="4985189" y="4025236"/>
                <a:ext cx="1519" cy="2664"/>
              </a:xfrm>
              <a:custGeom>
                <a:rect b="b" l="l" r="r" t="t"/>
                <a:pathLst>
                  <a:path extrusionOk="0" h="2666" w="1520">
                    <a:moveTo>
                      <a:pt x="1520" y="1334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4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4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6" name="Google Shape;4366;p27"/>
              <p:cNvSpPr/>
              <p:nvPr/>
            </p:nvSpPr>
            <p:spPr>
              <a:xfrm rot="-1801764">
                <a:off x="5014562" y="4042240"/>
                <a:ext cx="1519" cy="2664"/>
              </a:xfrm>
              <a:custGeom>
                <a:rect b="b" l="l" r="r" t="t"/>
                <a:pathLst>
                  <a:path extrusionOk="0" h="2666" w="152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7" name="Google Shape;4367;p27"/>
              <p:cNvSpPr/>
              <p:nvPr/>
            </p:nvSpPr>
            <p:spPr>
              <a:xfrm rot="-1801764">
                <a:off x="5017905" y="4044175"/>
                <a:ext cx="1519" cy="2664"/>
              </a:xfrm>
              <a:custGeom>
                <a:rect b="b" l="l" r="r" t="t"/>
                <a:pathLst>
                  <a:path extrusionOk="0" h="2666" w="1520">
                    <a:moveTo>
                      <a:pt x="1520" y="1334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4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4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8" name="Google Shape;4368;p27"/>
              <p:cNvSpPr/>
              <p:nvPr/>
            </p:nvSpPr>
            <p:spPr>
              <a:xfrm rot="-1801764">
                <a:off x="5021390" y="4046193"/>
                <a:ext cx="1519" cy="2664"/>
              </a:xfrm>
              <a:custGeom>
                <a:rect b="b" l="l" r="r" t="t"/>
                <a:pathLst>
                  <a:path extrusionOk="0" h="2666" w="152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9" name="Google Shape;4369;p27"/>
              <p:cNvSpPr/>
              <p:nvPr/>
            </p:nvSpPr>
            <p:spPr>
              <a:xfrm rot="-1790023">
                <a:off x="5028625" y="4060140"/>
                <a:ext cx="1525" cy="2676"/>
              </a:xfrm>
              <a:custGeom>
                <a:rect b="b" l="l" r="r" t="t"/>
                <a:pathLst>
                  <a:path extrusionOk="0" h="2676" w="1525">
                    <a:moveTo>
                      <a:pt x="1526" y="1339"/>
                    </a:moveTo>
                    <a:cubicBezTo>
                      <a:pt x="1526" y="2079"/>
                      <a:pt x="1185" y="2678"/>
                      <a:pt x="763" y="2678"/>
                    </a:cubicBezTo>
                    <a:cubicBezTo>
                      <a:pt x="342" y="2678"/>
                      <a:pt x="0" y="2079"/>
                      <a:pt x="0" y="1339"/>
                    </a:cubicBezTo>
                    <a:cubicBezTo>
                      <a:pt x="0" y="600"/>
                      <a:pt x="342" y="1"/>
                      <a:pt x="763" y="1"/>
                    </a:cubicBezTo>
                    <a:cubicBezTo>
                      <a:pt x="1185" y="1"/>
                      <a:pt x="1526" y="600"/>
                      <a:pt x="1526" y="1339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0" name="Google Shape;4370;p27"/>
              <p:cNvSpPr/>
              <p:nvPr/>
            </p:nvSpPr>
            <p:spPr>
              <a:xfrm>
                <a:off x="4994815" y="4030735"/>
                <a:ext cx="11593" cy="8583"/>
              </a:xfrm>
              <a:custGeom>
                <a:rect b="b" l="l" r="r" t="t"/>
                <a:pathLst>
                  <a:path extrusionOk="0" h="8583" w="11593">
                    <a:moveTo>
                      <a:pt x="10548" y="8436"/>
                    </a:moveTo>
                    <a:lnTo>
                      <a:pt x="1045" y="3007"/>
                    </a:lnTo>
                    <a:cubicBezTo>
                      <a:pt x="393" y="2512"/>
                      <a:pt x="8" y="1731"/>
                      <a:pt x="0" y="911"/>
                    </a:cubicBezTo>
                    <a:lnTo>
                      <a:pt x="0" y="911"/>
                    </a:lnTo>
                    <a:cubicBezTo>
                      <a:pt x="0" y="150"/>
                      <a:pt x="475" y="-232"/>
                      <a:pt x="1045" y="150"/>
                    </a:cubicBezTo>
                    <a:lnTo>
                      <a:pt x="10548" y="5579"/>
                    </a:lnTo>
                    <a:cubicBezTo>
                      <a:pt x="11197" y="6036"/>
                      <a:pt x="11586" y="6779"/>
                      <a:pt x="11593" y="7579"/>
                    </a:cubicBezTo>
                    <a:lnTo>
                      <a:pt x="11593" y="7579"/>
                    </a:lnTo>
                    <a:cubicBezTo>
                      <a:pt x="11593" y="8436"/>
                      <a:pt x="11118" y="8817"/>
                      <a:pt x="10548" y="8436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1" name="Google Shape;4371;p27"/>
              <p:cNvSpPr/>
              <p:nvPr/>
            </p:nvSpPr>
            <p:spPr>
              <a:xfrm>
                <a:off x="5208723" y="3964590"/>
                <a:ext cx="10739" cy="7715"/>
              </a:xfrm>
              <a:custGeom>
                <a:rect b="b" l="l" r="r" t="t"/>
                <a:pathLst>
                  <a:path extrusionOk="0" h="7715" w="10739">
                    <a:moveTo>
                      <a:pt x="9788" y="2667"/>
                    </a:moveTo>
                    <a:lnTo>
                      <a:pt x="1045" y="7715"/>
                    </a:lnTo>
                    <a:cubicBezTo>
                      <a:pt x="475" y="7715"/>
                      <a:pt x="0" y="7715"/>
                      <a:pt x="0" y="6953"/>
                    </a:cubicBezTo>
                    <a:lnTo>
                      <a:pt x="0" y="6953"/>
                    </a:lnTo>
                    <a:cubicBezTo>
                      <a:pt x="48" y="6191"/>
                      <a:pt x="437" y="5496"/>
                      <a:pt x="1045" y="5048"/>
                    </a:cubicBezTo>
                    <a:lnTo>
                      <a:pt x="9788" y="0"/>
                    </a:lnTo>
                    <a:cubicBezTo>
                      <a:pt x="10358" y="0"/>
                      <a:pt x="10738" y="0"/>
                      <a:pt x="10738" y="762"/>
                    </a:cubicBezTo>
                    <a:lnTo>
                      <a:pt x="10738" y="762"/>
                    </a:lnTo>
                    <a:cubicBezTo>
                      <a:pt x="10767" y="1514"/>
                      <a:pt x="10415" y="2238"/>
                      <a:pt x="9788" y="2667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2" name="Google Shape;4372;p27"/>
              <p:cNvSpPr/>
              <p:nvPr/>
            </p:nvSpPr>
            <p:spPr>
              <a:xfrm>
                <a:off x="5195324" y="3972306"/>
                <a:ext cx="10738" cy="7810"/>
              </a:xfrm>
              <a:custGeom>
                <a:rect b="b" l="l" r="r" t="t"/>
                <a:pathLst>
                  <a:path extrusionOk="0" h="7810" w="10738">
                    <a:moveTo>
                      <a:pt x="9788" y="2762"/>
                    </a:moveTo>
                    <a:lnTo>
                      <a:pt x="1045" y="7810"/>
                    </a:lnTo>
                    <a:cubicBezTo>
                      <a:pt x="475" y="7810"/>
                      <a:pt x="0" y="7810"/>
                      <a:pt x="0" y="7048"/>
                    </a:cubicBezTo>
                    <a:lnTo>
                      <a:pt x="0" y="7048"/>
                    </a:lnTo>
                    <a:cubicBezTo>
                      <a:pt x="9" y="6277"/>
                      <a:pt x="399" y="5562"/>
                      <a:pt x="1045" y="5143"/>
                    </a:cubicBezTo>
                    <a:lnTo>
                      <a:pt x="9788" y="0"/>
                    </a:lnTo>
                    <a:cubicBezTo>
                      <a:pt x="10358" y="0"/>
                      <a:pt x="10738" y="0"/>
                      <a:pt x="10738" y="762"/>
                    </a:cubicBezTo>
                    <a:lnTo>
                      <a:pt x="10738" y="762"/>
                    </a:lnTo>
                    <a:cubicBezTo>
                      <a:pt x="10738" y="1543"/>
                      <a:pt x="10387" y="2276"/>
                      <a:pt x="9788" y="276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3" name="Google Shape;4373;p27"/>
              <p:cNvSpPr/>
              <p:nvPr/>
            </p:nvSpPr>
            <p:spPr>
              <a:xfrm>
                <a:off x="4963697" y="3895887"/>
                <a:ext cx="275954" cy="159785"/>
              </a:xfrm>
              <a:custGeom>
                <a:rect b="b" l="l" r="r" t="t"/>
                <a:pathLst>
                  <a:path extrusionOk="0" h="159785" w="275954">
                    <a:moveTo>
                      <a:pt x="75211" y="157571"/>
                    </a:moveTo>
                    <a:lnTo>
                      <a:pt x="4035" y="116328"/>
                    </a:lnTo>
                    <a:cubicBezTo>
                      <a:pt x="-1951" y="112899"/>
                      <a:pt x="-1191" y="106803"/>
                      <a:pt x="5746" y="102802"/>
                    </a:cubicBezTo>
                    <a:lnTo>
                      <a:pt x="177271" y="3266"/>
                    </a:lnTo>
                    <a:cubicBezTo>
                      <a:pt x="184513" y="-725"/>
                      <a:pt x="193208" y="-1077"/>
                      <a:pt x="200743" y="2314"/>
                    </a:cubicBezTo>
                    <a:lnTo>
                      <a:pt x="271919" y="43461"/>
                    </a:lnTo>
                    <a:cubicBezTo>
                      <a:pt x="277906" y="46986"/>
                      <a:pt x="277146" y="52986"/>
                      <a:pt x="270209" y="57082"/>
                    </a:cubicBezTo>
                    <a:lnTo>
                      <a:pt x="98303" y="156523"/>
                    </a:lnTo>
                    <a:cubicBezTo>
                      <a:pt x="91195" y="160467"/>
                      <a:pt x="82652" y="160857"/>
                      <a:pt x="75211" y="157571"/>
                    </a:cubicBezTo>
                    <a:close/>
                  </a:path>
                </a:pathLst>
              </a:custGeom>
              <a:solidFill>
                <a:srgbClr val="20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4" name="Google Shape;4374;p27"/>
              <p:cNvSpPr/>
              <p:nvPr/>
            </p:nvSpPr>
            <p:spPr>
              <a:xfrm>
                <a:off x="4974996" y="3900154"/>
                <a:ext cx="256564" cy="148399"/>
              </a:xfrm>
              <a:custGeom>
                <a:rect b="b" l="l" r="r" t="t"/>
                <a:pathLst>
                  <a:path extrusionOk="0" h="148399" w="256564">
                    <a:moveTo>
                      <a:pt x="253303" y="40910"/>
                    </a:moveTo>
                    <a:lnTo>
                      <a:pt x="225555" y="24813"/>
                    </a:lnTo>
                    <a:lnTo>
                      <a:pt x="225555" y="24813"/>
                    </a:lnTo>
                    <a:cubicBezTo>
                      <a:pt x="221820" y="26718"/>
                      <a:pt x="217411" y="26718"/>
                      <a:pt x="213676" y="24813"/>
                    </a:cubicBezTo>
                    <a:cubicBezTo>
                      <a:pt x="211785" y="24174"/>
                      <a:pt x="210768" y="22117"/>
                      <a:pt x="211415" y="20222"/>
                    </a:cubicBezTo>
                    <a:cubicBezTo>
                      <a:pt x="211776" y="19155"/>
                      <a:pt x="212612" y="18317"/>
                      <a:pt x="213676" y="17955"/>
                    </a:cubicBezTo>
                    <a:lnTo>
                      <a:pt x="213676" y="17955"/>
                    </a:lnTo>
                    <a:lnTo>
                      <a:pt x="185928" y="1857"/>
                    </a:lnTo>
                    <a:cubicBezTo>
                      <a:pt x="181129" y="-619"/>
                      <a:pt x="175428" y="-619"/>
                      <a:pt x="170629" y="1857"/>
                    </a:cubicBezTo>
                    <a:lnTo>
                      <a:pt x="3189" y="98727"/>
                    </a:lnTo>
                    <a:cubicBezTo>
                      <a:pt x="749" y="99536"/>
                      <a:pt x="-572" y="102184"/>
                      <a:pt x="239" y="104623"/>
                    </a:cubicBezTo>
                    <a:cubicBezTo>
                      <a:pt x="702" y="106023"/>
                      <a:pt x="1795" y="107118"/>
                      <a:pt x="3189" y="107585"/>
                    </a:cubicBezTo>
                    <a:lnTo>
                      <a:pt x="70659" y="146542"/>
                    </a:lnTo>
                    <a:cubicBezTo>
                      <a:pt x="75458" y="149019"/>
                      <a:pt x="81160" y="149019"/>
                      <a:pt x="85959" y="146542"/>
                    </a:cubicBezTo>
                    <a:lnTo>
                      <a:pt x="253303" y="49673"/>
                    </a:lnTo>
                    <a:cubicBezTo>
                      <a:pt x="255717" y="48949"/>
                      <a:pt x="257095" y="46406"/>
                      <a:pt x="256372" y="43987"/>
                    </a:cubicBezTo>
                    <a:cubicBezTo>
                      <a:pt x="255935" y="42510"/>
                      <a:pt x="254776" y="41348"/>
                      <a:pt x="253303" y="4091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5" name="Google Shape;4375;p27"/>
              <p:cNvSpPr/>
              <p:nvPr/>
            </p:nvSpPr>
            <p:spPr>
              <a:xfrm>
                <a:off x="4974996" y="3900154"/>
                <a:ext cx="256564" cy="148399"/>
              </a:xfrm>
              <a:custGeom>
                <a:rect b="b" l="l" r="r" t="t"/>
                <a:pathLst>
                  <a:path extrusionOk="0" h="148399" w="256564">
                    <a:moveTo>
                      <a:pt x="253303" y="40910"/>
                    </a:moveTo>
                    <a:lnTo>
                      <a:pt x="225555" y="24813"/>
                    </a:lnTo>
                    <a:lnTo>
                      <a:pt x="225555" y="24813"/>
                    </a:lnTo>
                    <a:cubicBezTo>
                      <a:pt x="221820" y="26718"/>
                      <a:pt x="217411" y="26718"/>
                      <a:pt x="213676" y="24813"/>
                    </a:cubicBezTo>
                    <a:cubicBezTo>
                      <a:pt x="211785" y="24174"/>
                      <a:pt x="210768" y="22117"/>
                      <a:pt x="211415" y="20222"/>
                    </a:cubicBezTo>
                    <a:cubicBezTo>
                      <a:pt x="211776" y="19155"/>
                      <a:pt x="212612" y="18317"/>
                      <a:pt x="213676" y="17955"/>
                    </a:cubicBezTo>
                    <a:lnTo>
                      <a:pt x="213676" y="17955"/>
                    </a:lnTo>
                    <a:lnTo>
                      <a:pt x="185928" y="1857"/>
                    </a:lnTo>
                    <a:cubicBezTo>
                      <a:pt x="181129" y="-619"/>
                      <a:pt x="175428" y="-619"/>
                      <a:pt x="170629" y="1857"/>
                    </a:cubicBezTo>
                    <a:lnTo>
                      <a:pt x="3189" y="98727"/>
                    </a:lnTo>
                    <a:cubicBezTo>
                      <a:pt x="749" y="99536"/>
                      <a:pt x="-572" y="102184"/>
                      <a:pt x="239" y="104623"/>
                    </a:cubicBezTo>
                    <a:cubicBezTo>
                      <a:pt x="702" y="106023"/>
                      <a:pt x="1795" y="107118"/>
                      <a:pt x="3189" y="107585"/>
                    </a:cubicBezTo>
                    <a:lnTo>
                      <a:pt x="70659" y="146542"/>
                    </a:lnTo>
                    <a:cubicBezTo>
                      <a:pt x="75458" y="149019"/>
                      <a:pt x="81160" y="149019"/>
                      <a:pt x="85959" y="146542"/>
                    </a:cubicBezTo>
                    <a:lnTo>
                      <a:pt x="253303" y="49673"/>
                    </a:lnTo>
                    <a:cubicBezTo>
                      <a:pt x="255717" y="48949"/>
                      <a:pt x="257095" y="46406"/>
                      <a:pt x="256372" y="43987"/>
                    </a:cubicBezTo>
                    <a:cubicBezTo>
                      <a:pt x="255935" y="42510"/>
                      <a:pt x="254776" y="41348"/>
                      <a:pt x="253303" y="40910"/>
                    </a:cubicBezTo>
                    <a:close/>
                  </a:path>
                </a:pathLst>
              </a:custGeom>
              <a:solidFill>
                <a:srgbClr val="000000">
                  <a:alpha val="4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6" name="Google Shape;4376;p27"/>
              <p:cNvSpPr/>
              <p:nvPr/>
            </p:nvSpPr>
            <p:spPr>
              <a:xfrm>
                <a:off x="5189528" y="3920775"/>
                <a:ext cx="6461" cy="3619"/>
              </a:xfrm>
              <a:custGeom>
                <a:rect b="b" l="l" r="r" t="t"/>
                <a:pathLst>
                  <a:path extrusionOk="0" h="3619" w="6461">
                    <a:moveTo>
                      <a:pt x="6462" y="1810"/>
                    </a:moveTo>
                    <a:cubicBezTo>
                      <a:pt x="6462" y="2809"/>
                      <a:pt x="5015" y="3620"/>
                      <a:pt x="3231" y="3620"/>
                    </a:cubicBezTo>
                    <a:cubicBezTo>
                      <a:pt x="1447" y="3620"/>
                      <a:pt x="0" y="2809"/>
                      <a:pt x="0" y="1810"/>
                    </a:cubicBezTo>
                    <a:cubicBezTo>
                      <a:pt x="0" y="810"/>
                      <a:pt x="1447" y="0"/>
                      <a:pt x="3231" y="0"/>
                    </a:cubicBezTo>
                    <a:cubicBezTo>
                      <a:pt x="5015" y="0"/>
                      <a:pt x="6462" y="810"/>
                      <a:pt x="6462" y="181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7" name="Google Shape;4377;p27"/>
              <p:cNvSpPr/>
              <p:nvPr/>
            </p:nvSpPr>
            <p:spPr>
              <a:xfrm>
                <a:off x="5191381" y="3921823"/>
                <a:ext cx="2668" cy="1547"/>
              </a:xfrm>
              <a:custGeom>
                <a:rect b="b" l="l" r="r" t="t"/>
                <a:pathLst>
                  <a:path extrusionOk="0" h="1547" w="2668">
                    <a:moveTo>
                      <a:pt x="428" y="1333"/>
                    </a:moveTo>
                    <a:cubicBezTo>
                      <a:pt x="-143" y="1333"/>
                      <a:pt x="-143" y="571"/>
                      <a:pt x="428" y="286"/>
                    </a:cubicBezTo>
                    <a:cubicBezTo>
                      <a:pt x="1007" y="-95"/>
                      <a:pt x="1748" y="-95"/>
                      <a:pt x="2328" y="286"/>
                    </a:cubicBezTo>
                    <a:cubicBezTo>
                      <a:pt x="2613" y="409"/>
                      <a:pt x="2746" y="752"/>
                      <a:pt x="2623" y="1038"/>
                    </a:cubicBezTo>
                    <a:cubicBezTo>
                      <a:pt x="2566" y="1172"/>
                      <a:pt x="2461" y="1276"/>
                      <a:pt x="2328" y="1333"/>
                    </a:cubicBezTo>
                    <a:cubicBezTo>
                      <a:pt x="1730" y="1619"/>
                      <a:pt x="1026" y="1619"/>
                      <a:pt x="428" y="1333"/>
                    </a:cubicBezTo>
                    <a:close/>
                  </a:path>
                </a:pathLst>
              </a:custGeom>
              <a:solidFill>
                <a:srgbClr val="FFFFFF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78" name="Google Shape;4378;p27"/>
            <p:cNvSpPr/>
            <p:nvPr/>
          </p:nvSpPr>
          <p:spPr>
            <a:xfrm>
              <a:off x="3497758" y="3222825"/>
              <a:ext cx="163253" cy="135636"/>
            </a:xfrm>
            <a:custGeom>
              <a:rect b="b" l="l" r="r" t="t"/>
              <a:pathLst>
                <a:path extrusionOk="0" h="135636" w="163253">
                  <a:moveTo>
                    <a:pt x="127338" y="95727"/>
                  </a:moveTo>
                  <a:cubicBezTo>
                    <a:pt x="127338" y="95727"/>
                    <a:pt x="165349" y="61723"/>
                    <a:pt x="163163" y="16670"/>
                  </a:cubicBezTo>
                  <a:cubicBezTo>
                    <a:pt x="160882" y="-14763"/>
                    <a:pt x="141972" y="7906"/>
                    <a:pt x="141972" y="7906"/>
                  </a:cubicBezTo>
                  <a:lnTo>
                    <a:pt x="122966" y="42482"/>
                  </a:lnTo>
                  <a:cubicBezTo>
                    <a:pt x="122966" y="42482"/>
                    <a:pt x="103961" y="67152"/>
                    <a:pt x="86475" y="72772"/>
                  </a:cubicBezTo>
                  <a:cubicBezTo>
                    <a:pt x="73115" y="74058"/>
                    <a:pt x="59820" y="76029"/>
                    <a:pt x="46659" y="78677"/>
                  </a:cubicBezTo>
                  <a:cubicBezTo>
                    <a:pt x="23282" y="83249"/>
                    <a:pt x="0" y="112491"/>
                    <a:pt x="0" y="112491"/>
                  </a:cubicBezTo>
                  <a:lnTo>
                    <a:pt x="30124" y="135637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9" name="Google Shape;4379;p27"/>
            <p:cNvSpPr/>
            <p:nvPr/>
          </p:nvSpPr>
          <p:spPr>
            <a:xfrm>
              <a:off x="5866407" y="1508477"/>
              <a:ext cx="336298" cy="520294"/>
            </a:xfrm>
            <a:custGeom>
              <a:rect b="b" l="l" r="r" t="t"/>
              <a:pathLst>
                <a:path extrusionOk="0" h="520294" w="336298">
                  <a:moveTo>
                    <a:pt x="294302" y="134437"/>
                  </a:moveTo>
                  <a:lnTo>
                    <a:pt x="70986" y="4897"/>
                  </a:lnTo>
                  <a:cubicBezTo>
                    <a:pt x="63640" y="-75"/>
                    <a:pt x="54403" y="-1342"/>
                    <a:pt x="45994" y="1468"/>
                  </a:cubicBezTo>
                  <a:lnTo>
                    <a:pt x="45994" y="1468"/>
                  </a:lnTo>
                  <a:cubicBezTo>
                    <a:pt x="44188" y="2211"/>
                    <a:pt x="42487" y="3202"/>
                    <a:pt x="40957" y="4421"/>
                  </a:cubicBezTo>
                  <a:lnTo>
                    <a:pt x="0" y="27948"/>
                  </a:lnTo>
                  <a:lnTo>
                    <a:pt x="28508" y="67572"/>
                  </a:lnTo>
                  <a:lnTo>
                    <a:pt x="28508" y="280265"/>
                  </a:lnTo>
                  <a:cubicBezTo>
                    <a:pt x="28508" y="311507"/>
                    <a:pt x="47514" y="347797"/>
                    <a:pt x="70891" y="361323"/>
                  </a:cubicBezTo>
                  <a:lnTo>
                    <a:pt x="267884" y="475623"/>
                  </a:lnTo>
                  <a:lnTo>
                    <a:pt x="274346" y="520295"/>
                  </a:lnTo>
                  <a:cubicBezTo>
                    <a:pt x="275676" y="519628"/>
                    <a:pt x="309601" y="500102"/>
                    <a:pt x="320339" y="493815"/>
                  </a:cubicBezTo>
                  <a:cubicBezTo>
                    <a:pt x="321375" y="493339"/>
                    <a:pt x="322354" y="492768"/>
                    <a:pt x="323285" y="492101"/>
                  </a:cubicBezTo>
                  <a:lnTo>
                    <a:pt x="323285" y="492101"/>
                  </a:lnTo>
                  <a:lnTo>
                    <a:pt x="323285" y="492101"/>
                  </a:lnTo>
                  <a:cubicBezTo>
                    <a:pt x="332560" y="483709"/>
                    <a:pt x="337321" y="471413"/>
                    <a:pt x="336114" y="458954"/>
                  </a:cubicBezTo>
                  <a:lnTo>
                    <a:pt x="336114" y="215495"/>
                  </a:lnTo>
                  <a:cubicBezTo>
                    <a:pt x="336589" y="184253"/>
                    <a:pt x="317678" y="147772"/>
                    <a:pt x="294302" y="134437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0" name="Google Shape;4380;p27"/>
            <p:cNvSpPr/>
            <p:nvPr/>
          </p:nvSpPr>
          <p:spPr>
            <a:xfrm>
              <a:off x="5848921" y="1535134"/>
              <a:ext cx="307985" cy="495867"/>
            </a:xfrm>
            <a:custGeom>
              <a:rect b="b" l="l" r="r" t="t"/>
              <a:pathLst>
                <a:path extrusionOk="0" h="495867" w="307985">
                  <a:moveTo>
                    <a:pt x="265603" y="490781"/>
                  </a:moveTo>
                  <a:lnTo>
                    <a:pt x="42288" y="361527"/>
                  </a:lnTo>
                  <a:cubicBezTo>
                    <a:pt x="18911" y="348002"/>
                    <a:pt x="0" y="311711"/>
                    <a:pt x="0" y="280469"/>
                  </a:cubicBezTo>
                  <a:lnTo>
                    <a:pt x="0" y="37105"/>
                  </a:lnTo>
                  <a:cubicBezTo>
                    <a:pt x="0" y="5864"/>
                    <a:pt x="19006" y="-8424"/>
                    <a:pt x="42288" y="5101"/>
                  </a:cubicBezTo>
                  <a:lnTo>
                    <a:pt x="265603" y="134261"/>
                  </a:lnTo>
                  <a:cubicBezTo>
                    <a:pt x="288980" y="147786"/>
                    <a:pt x="307986" y="184171"/>
                    <a:pt x="307986" y="215413"/>
                  </a:cubicBezTo>
                  <a:lnTo>
                    <a:pt x="307986" y="458682"/>
                  </a:lnTo>
                  <a:cubicBezTo>
                    <a:pt x="307986" y="489924"/>
                    <a:pt x="288980" y="504307"/>
                    <a:pt x="265603" y="490781"/>
                  </a:cubicBezTo>
                  <a:close/>
                </a:path>
              </a:pathLst>
            </a:custGeom>
            <a:solidFill>
              <a:srgbClr val="EFF0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1" name="Google Shape;4381;p27"/>
            <p:cNvSpPr/>
            <p:nvPr/>
          </p:nvSpPr>
          <p:spPr>
            <a:xfrm>
              <a:off x="5914777" y="1634489"/>
              <a:ext cx="176087" cy="297735"/>
            </a:xfrm>
            <a:custGeom>
              <a:rect b="b" l="l" r="r" t="t"/>
              <a:pathLst>
                <a:path extrusionOk="0" h="297735" w="176087">
                  <a:moveTo>
                    <a:pt x="0" y="28904"/>
                  </a:moveTo>
                  <a:cubicBezTo>
                    <a:pt x="0" y="15188"/>
                    <a:pt x="3896" y="6330"/>
                    <a:pt x="11593" y="2234"/>
                  </a:cubicBezTo>
                  <a:cubicBezTo>
                    <a:pt x="19291" y="-1862"/>
                    <a:pt x="29364" y="-338"/>
                    <a:pt x="41812" y="6901"/>
                  </a:cubicBezTo>
                  <a:cubicBezTo>
                    <a:pt x="54413" y="14198"/>
                    <a:pt x="64923" y="24627"/>
                    <a:pt x="72316" y="37191"/>
                  </a:cubicBezTo>
                  <a:cubicBezTo>
                    <a:pt x="79842" y="49516"/>
                    <a:pt x="83824" y="63699"/>
                    <a:pt x="83814" y="78148"/>
                  </a:cubicBezTo>
                  <a:lnTo>
                    <a:pt x="83814" y="89197"/>
                  </a:lnTo>
                  <a:cubicBezTo>
                    <a:pt x="83814" y="103009"/>
                    <a:pt x="80013" y="111867"/>
                    <a:pt x="72316" y="115867"/>
                  </a:cubicBezTo>
                  <a:cubicBezTo>
                    <a:pt x="64619" y="119868"/>
                    <a:pt x="54546" y="118153"/>
                    <a:pt x="42097" y="110914"/>
                  </a:cubicBezTo>
                  <a:cubicBezTo>
                    <a:pt x="29478" y="103647"/>
                    <a:pt x="18958" y="93208"/>
                    <a:pt x="11593" y="80625"/>
                  </a:cubicBezTo>
                  <a:cubicBezTo>
                    <a:pt x="4039" y="68338"/>
                    <a:pt x="28" y="54193"/>
                    <a:pt x="0" y="39763"/>
                  </a:cubicBezTo>
                  <a:close/>
                  <a:moveTo>
                    <a:pt x="25467" y="55479"/>
                  </a:moveTo>
                  <a:cubicBezTo>
                    <a:pt x="25467" y="61584"/>
                    <a:pt x="27035" y="67585"/>
                    <a:pt x="30029" y="72910"/>
                  </a:cubicBezTo>
                  <a:cubicBezTo>
                    <a:pt x="32784" y="78158"/>
                    <a:pt x="36975" y="82520"/>
                    <a:pt x="42097" y="85483"/>
                  </a:cubicBezTo>
                  <a:cubicBezTo>
                    <a:pt x="47039" y="88340"/>
                    <a:pt x="50935" y="88721"/>
                    <a:pt x="53881" y="86626"/>
                  </a:cubicBezTo>
                  <a:cubicBezTo>
                    <a:pt x="57226" y="83311"/>
                    <a:pt x="58841" y="78634"/>
                    <a:pt x="58252" y="73957"/>
                  </a:cubicBezTo>
                  <a:lnTo>
                    <a:pt x="58252" y="62623"/>
                  </a:lnTo>
                  <a:cubicBezTo>
                    <a:pt x="58252" y="56536"/>
                    <a:pt x="56751" y="50554"/>
                    <a:pt x="53881" y="45192"/>
                  </a:cubicBezTo>
                  <a:cubicBezTo>
                    <a:pt x="51154" y="39896"/>
                    <a:pt x="46963" y="35496"/>
                    <a:pt x="41812" y="32524"/>
                  </a:cubicBezTo>
                  <a:cubicBezTo>
                    <a:pt x="38581" y="30000"/>
                    <a:pt x="34201" y="29523"/>
                    <a:pt x="30504" y="31285"/>
                  </a:cubicBezTo>
                  <a:cubicBezTo>
                    <a:pt x="27463" y="33286"/>
                    <a:pt x="25942" y="37572"/>
                    <a:pt x="25942" y="44239"/>
                  </a:cubicBezTo>
                  <a:close/>
                  <a:moveTo>
                    <a:pt x="49509" y="221785"/>
                  </a:moveTo>
                  <a:lnTo>
                    <a:pt x="30504" y="199306"/>
                  </a:lnTo>
                  <a:lnTo>
                    <a:pt x="125532" y="78910"/>
                  </a:lnTo>
                  <a:lnTo>
                    <a:pt x="144537" y="101389"/>
                  </a:lnTo>
                  <a:close/>
                  <a:moveTo>
                    <a:pt x="92177" y="208451"/>
                  </a:moveTo>
                  <a:cubicBezTo>
                    <a:pt x="92177" y="194639"/>
                    <a:pt x="96073" y="185781"/>
                    <a:pt x="103866" y="181780"/>
                  </a:cubicBezTo>
                  <a:cubicBezTo>
                    <a:pt x="111658" y="177780"/>
                    <a:pt x="121731" y="179494"/>
                    <a:pt x="134084" y="186638"/>
                  </a:cubicBezTo>
                  <a:cubicBezTo>
                    <a:pt x="146600" y="193934"/>
                    <a:pt x="157062" y="204288"/>
                    <a:pt x="164493" y="216737"/>
                  </a:cubicBezTo>
                  <a:cubicBezTo>
                    <a:pt x="172124" y="229129"/>
                    <a:pt x="176144" y="243417"/>
                    <a:pt x="176087" y="257980"/>
                  </a:cubicBezTo>
                  <a:lnTo>
                    <a:pt x="176087" y="269030"/>
                  </a:lnTo>
                  <a:cubicBezTo>
                    <a:pt x="176087" y="282650"/>
                    <a:pt x="172286" y="291604"/>
                    <a:pt x="164683" y="295604"/>
                  </a:cubicBezTo>
                  <a:cubicBezTo>
                    <a:pt x="157081" y="299605"/>
                    <a:pt x="147008" y="297985"/>
                    <a:pt x="134369" y="290651"/>
                  </a:cubicBezTo>
                  <a:cubicBezTo>
                    <a:pt x="121693" y="283374"/>
                    <a:pt x="111145" y="272906"/>
                    <a:pt x="103770" y="260266"/>
                  </a:cubicBezTo>
                  <a:cubicBezTo>
                    <a:pt x="96282" y="248093"/>
                    <a:pt x="92272" y="234092"/>
                    <a:pt x="92177" y="219785"/>
                  </a:cubicBezTo>
                  <a:close/>
                  <a:moveTo>
                    <a:pt x="117645" y="235120"/>
                  </a:moveTo>
                  <a:cubicBezTo>
                    <a:pt x="117768" y="241178"/>
                    <a:pt x="119403" y="247103"/>
                    <a:pt x="122396" y="252361"/>
                  </a:cubicBezTo>
                  <a:cubicBezTo>
                    <a:pt x="125142" y="257657"/>
                    <a:pt x="129285" y="262105"/>
                    <a:pt x="134369" y="265219"/>
                  </a:cubicBezTo>
                  <a:cubicBezTo>
                    <a:pt x="145108" y="271506"/>
                    <a:pt x="150524" y="267696"/>
                    <a:pt x="150524" y="253885"/>
                  </a:cubicBezTo>
                  <a:lnTo>
                    <a:pt x="150524" y="242169"/>
                  </a:lnTo>
                  <a:cubicBezTo>
                    <a:pt x="150524" y="236102"/>
                    <a:pt x="148985" y="230139"/>
                    <a:pt x="146058" y="224834"/>
                  </a:cubicBezTo>
                  <a:cubicBezTo>
                    <a:pt x="143302" y="219614"/>
                    <a:pt x="139159" y="215261"/>
                    <a:pt x="134084" y="212260"/>
                  </a:cubicBezTo>
                  <a:cubicBezTo>
                    <a:pt x="130720" y="209527"/>
                    <a:pt x="126064" y="209041"/>
                    <a:pt x="122206" y="211022"/>
                  </a:cubicBezTo>
                  <a:cubicBezTo>
                    <a:pt x="118671" y="214175"/>
                    <a:pt x="116960" y="218899"/>
                    <a:pt x="117645" y="223595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2" name="Google Shape;4382;p27"/>
            <p:cNvSpPr/>
            <p:nvPr/>
          </p:nvSpPr>
          <p:spPr>
            <a:xfrm>
              <a:off x="3825908" y="830009"/>
              <a:ext cx="336307" cy="520393"/>
            </a:xfrm>
            <a:custGeom>
              <a:rect b="b" l="l" r="r" t="t"/>
              <a:pathLst>
                <a:path extrusionOk="0" h="520393" w="336307">
                  <a:moveTo>
                    <a:pt x="294302" y="134154"/>
                  </a:moveTo>
                  <a:lnTo>
                    <a:pt x="70986" y="4900"/>
                  </a:lnTo>
                  <a:cubicBezTo>
                    <a:pt x="63640" y="-76"/>
                    <a:pt x="54403" y="-1344"/>
                    <a:pt x="45994" y="1471"/>
                  </a:cubicBezTo>
                  <a:lnTo>
                    <a:pt x="45994" y="1471"/>
                  </a:lnTo>
                  <a:cubicBezTo>
                    <a:pt x="44205" y="2253"/>
                    <a:pt x="42515" y="3245"/>
                    <a:pt x="40957" y="4424"/>
                  </a:cubicBezTo>
                  <a:lnTo>
                    <a:pt x="0" y="27951"/>
                  </a:lnTo>
                  <a:lnTo>
                    <a:pt x="28508" y="67575"/>
                  </a:lnTo>
                  <a:lnTo>
                    <a:pt x="28508" y="280268"/>
                  </a:lnTo>
                  <a:cubicBezTo>
                    <a:pt x="28508" y="311510"/>
                    <a:pt x="47514" y="347800"/>
                    <a:pt x="70796" y="361326"/>
                  </a:cubicBezTo>
                  <a:lnTo>
                    <a:pt x="267789" y="475626"/>
                  </a:lnTo>
                  <a:lnTo>
                    <a:pt x="274346" y="520393"/>
                  </a:lnTo>
                  <a:lnTo>
                    <a:pt x="320244" y="493818"/>
                  </a:lnTo>
                  <a:cubicBezTo>
                    <a:pt x="321261" y="493333"/>
                    <a:pt x="322240" y="492799"/>
                    <a:pt x="323190" y="492199"/>
                  </a:cubicBezTo>
                  <a:lnTo>
                    <a:pt x="323190" y="492199"/>
                  </a:lnTo>
                  <a:lnTo>
                    <a:pt x="323190" y="492199"/>
                  </a:lnTo>
                  <a:cubicBezTo>
                    <a:pt x="332551" y="483865"/>
                    <a:pt x="337359" y="471539"/>
                    <a:pt x="336114" y="459052"/>
                  </a:cubicBezTo>
                  <a:lnTo>
                    <a:pt x="336114" y="215212"/>
                  </a:lnTo>
                  <a:cubicBezTo>
                    <a:pt x="336684" y="183970"/>
                    <a:pt x="317679" y="147680"/>
                    <a:pt x="294302" y="134154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3" name="Google Shape;4383;p27"/>
            <p:cNvSpPr/>
            <p:nvPr/>
          </p:nvSpPr>
          <p:spPr>
            <a:xfrm>
              <a:off x="3808424" y="856397"/>
              <a:ext cx="307985" cy="495973"/>
            </a:xfrm>
            <a:custGeom>
              <a:rect b="b" l="l" r="r" t="t"/>
              <a:pathLst>
                <a:path extrusionOk="0" h="495973" w="307985">
                  <a:moveTo>
                    <a:pt x="265698" y="490766"/>
                  </a:moveTo>
                  <a:lnTo>
                    <a:pt x="42382" y="361702"/>
                  </a:lnTo>
                  <a:cubicBezTo>
                    <a:pt x="19006" y="348177"/>
                    <a:pt x="0" y="311886"/>
                    <a:pt x="0" y="280644"/>
                  </a:cubicBezTo>
                  <a:lnTo>
                    <a:pt x="0" y="37185"/>
                  </a:lnTo>
                  <a:cubicBezTo>
                    <a:pt x="0" y="5943"/>
                    <a:pt x="19006" y="-8439"/>
                    <a:pt x="42382" y="5086"/>
                  </a:cubicBezTo>
                  <a:lnTo>
                    <a:pt x="265698" y="134340"/>
                  </a:lnTo>
                  <a:cubicBezTo>
                    <a:pt x="289075" y="147866"/>
                    <a:pt x="307986" y="184156"/>
                    <a:pt x="307986" y="215398"/>
                  </a:cubicBezTo>
                  <a:lnTo>
                    <a:pt x="307986" y="458667"/>
                  </a:lnTo>
                  <a:cubicBezTo>
                    <a:pt x="307986" y="489909"/>
                    <a:pt x="289075" y="504577"/>
                    <a:pt x="265698" y="490766"/>
                  </a:cubicBezTo>
                  <a:close/>
                </a:path>
              </a:pathLst>
            </a:custGeom>
            <a:solidFill>
              <a:srgbClr val="EFF0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4" name="Google Shape;4384;p27"/>
            <p:cNvSpPr/>
            <p:nvPr/>
          </p:nvSpPr>
          <p:spPr>
            <a:xfrm>
              <a:off x="3864395" y="989404"/>
              <a:ext cx="196042" cy="250697"/>
            </a:xfrm>
            <a:custGeom>
              <a:rect b="b" l="l" r="r" t="t"/>
              <a:pathLst>
                <a:path extrusionOk="0" h="250697" w="196042">
                  <a:moveTo>
                    <a:pt x="98069" y="0"/>
                  </a:moveTo>
                  <a:lnTo>
                    <a:pt x="128288" y="88487"/>
                  </a:lnTo>
                  <a:lnTo>
                    <a:pt x="196043" y="139065"/>
                  </a:lnTo>
                  <a:lnTo>
                    <a:pt x="147008" y="166021"/>
                  </a:lnTo>
                  <a:lnTo>
                    <a:pt x="158602" y="250698"/>
                  </a:lnTo>
                  <a:lnTo>
                    <a:pt x="98069" y="178879"/>
                  </a:lnTo>
                  <a:lnTo>
                    <a:pt x="37441" y="180594"/>
                  </a:lnTo>
                  <a:lnTo>
                    <a:pt x="49034" y="109252"/>
                  </a:lnTo>
                  <a:lnTo>
                    <a:pt x="0" y="25622"/>
                  </a:lnTo>
                  <a:lnTo>
                    <a:pt x="67755" y="53435"/>
                  </a:lnTo>
                  <a:lnTo>
                    <a:pt x="98069" y="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85" name="Google Shape;4385;p2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9" name="Shape 4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0" name="Google Shape;4390;p28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/>
              <a:t>Conclusión</a:t>
            </a:r>
            <a:endParaRPr/>
          </a:p>
        </p:txBody>
      </p:sp>
      <p:sp>
        <p:nvSpPr>
          <p:cNvPr id="4391" name="Google Shape;4391;p28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Al finalizar el curso, los participantes podrán utilizar de forma eficiente las principales herramientas de Microsoft 365 para crear documentos, planillas y presentaciones profesionales, además de colaborar en línea mediante Outlook, Teams y OneDrive.</a:t>
            </a:r>
            <a:br>
              <a:rPr lang="es-ES"/>
            </a:br>
            <a:r>
              <a:rPr lang="es-ES"/>
              <a:t>Esto les permitirá </a:t>
            </a:r>
            <a:r>
              <a:rPr b="1" lang="es-ES"/>
              <a:t>mejorar su productividad y optimizar su desempeño laboral o académico</a:t>
            </a:r>
            <a:r>
              <a:rPr lang="es-ES"/>
              <a:t>.</a:t>
            </a:r>
            <a:endParaRPr/>
          </a:p>
        </p:txBody>
      </p:sp>
      <p:sp>
        <p:nvSpPr>
          <p:cNvPr id="4392" name="Google Shape;4392;p2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DMS</dc:creator>
</cp:coreProperties>
</file>